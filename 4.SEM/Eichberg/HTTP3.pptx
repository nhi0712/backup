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6"/>
  </p:notesMasterIdLst>
  <p:handoutMasterIdLst>
    <p:handoutMasterId r:id="rId17"/>
  </p:handoutMasterIdLst>
  <p:sldIdLst>
    <p:sldId id="256" r:id="rId5"/>
    <p:sldId id="263" r:id="rId6"/>
    <p:sldId id="262" r:id="rId7"/>
    <p:sldId id="270" r:id="rId8"/>
    <p:sldId id="261" r:id="rId9"/>
    <p:sldId id="260" r:id="rId10"/>
    <p:sldId id="264" r:id="rId11"/>
    <p:sldId id="265" r:id="rId12"/>
    <p:sldId id="266" r:id="rId13"/>
    <p:sldId id="268" r:id="rId14"/>
    <p:sldId id="269" r:id="rId15"/>
  </p:sldIdLst>
  <p:sldSz cx="12192000" cy="6858000"/>
  <p:notesSz cx="6858000" cy="9144000"/>
  <p:defaultTextStyle>
    <a:defPPr rtl="0">
      <a:defRPr lang="de-DE"/>
    </a:defPPr>
    <a:lvl1pPr marL="0" algn="l" defTabSz="914400" rtl="0" eaLnBrk="1" latinLnBrk="0" hangingPunct="1">
      <a:defRPr lang="de-DE" sz="1800" kern="1200">
        <a:solidFill>
          <a:schemeClr val="tx1"/>
        </a:solidFill>
        <a:latin typeface="+mn-lt"/>
        <a:ea typeface="+mn-ea"/>
        <a:cs typeface="+mn-cs"/>
      </a:defRPr>
    </a:lvl1pPr>
    <a:lvl2pPr marL="457200" algn="l" defTabSz="914400" rtl="0" eaLnBrk="1" latinLnBrk="0" hangingPunct="1">
      <a:defRPr lang="de-DE" sz="1800" kern="1200">
        <a:solidFill>
          <a:schemeClr val="tx1"/>
        </a:solidFill>
        <a:latin typeface="+mn-lt"/>
        <a:ea typeface="+mn-ea"/>
        <a:cs typeface="+mn-cs"/>
      </a:defRPr>
    </a:lvl2pPr>
    <a:lvl3pPr marL="914400" algn="l" defTabSz="914400" rtl="0" eaLnBrk="1" latinLnBrk="0" hangingPunct="1">
      <a:defRPr lang="de-DE" sz="1800" kern="1200">
        <a:solidFill>
          <a:schemeClr val="tx1"/>
        </a:solidFill>
        <a:latin typeface="+mn-lt"/>
        <a:ea typeface="+mn-ea"/>
        <a:cs typeface="+mn-cs"/>
      </a:defRPr>
    </a:lvl3pPr>
    <a:lvl4pPr marL="1371600" algn="l" defTabSz="914400" rtl="0" eaLnBrk="1" latinLnBrk="0" hangingPunct="1">
      <a:defRPr lang="de-DE" sz="1800" kern="1200">
        <a:solidFill>
          <a:schemeClr val="tx1"/>
        </a:solidFill>
        <a:latin typeface="+mn-lt"/>
        <a:ea typeface="+mn-ea"/>
        <a:cs typeface="+mn-cs"/>
      </a:defRPr>
    </a:lvl4pPr>
    <a:lvl5pPr marL="1828800" algn="l" defTabSz="914400" rtl="0" eaLnBrk="1" latinLnBrk="0" hangingPunct="1">
      <a:defRPr lang="de-DE" sz="1800" kern="1200">
        <a:solidFill>
          <a:schemeClr val="tx1"/>
        </a:solidFill>
        <a:latin typeface="+mn-lt"/>
        <a:ea typeface="+mn-ea"/>
        <a:cs typeface="+mn-cs"/>
      </a:defRPr>
    </a:lvl5pPr>
    <a:lvl6pPr marL="2286000" algn="l" defTabSz="914400" rtl="0" eaLnBrk="1" latinLnBrk="0" hangingPunct="1">
      <a:defRPr lang="de-DE" sz="1800" kern="1200">
        <a:solidFill>
          <a:schemeClr val="tx1"/>
        </a:solidFill>
        <a:latin typeface="+mn-lt"/>
        <a:ea typeface="+mn-ea"/>
        <a:cs typeface="+mn-cs"/>
      </a:defRPr>
    </a:lvl6pPr>
    <a:lvl7pPr marL="2743200" algn="l" defTabSz="914400" rtl="0" eaLnBrk="1" latinLnBrk="0" hangingPunct="1">
      <a:defRPr lang="de-DE" sz="1800" kern="1200">
        <a:solidFill>
          <a:schemeClr val="tx1"/>
        </a:solidFill>
        <a:latin typeface="+mn-lt"/>
        <a:ea typeface="+mn-ea"/>
        <a:cs typeface="+mn-cs"/>
      </a:defRPr>
    </a:lvl7pPr>
    <a:lvl8pPr marL="3200400" algn="l" defTabSz="914400" rtl="0" eaLnBrk="1" latinLnBrk="0" hangingPunct="1">
      <a:defRPr lang="de-DE" sz="1800" kern="1200">
        <a:solidFill>
          <a:schemeClr val="tx1"/>
        </a:solidFill>
        <a:latin typeface="+mn-lt"/>
        <a:ea typeface="+mn-ea"/>
        <a:cs typeface="+mn-cs"/>
      </a:defRPr>
    </a:lvl8pPr>
    <a:lvl9pPr marL="3657600" algn="l" defTabSz="914400" rtl="0" eaLnBrk="1" latinLnBrk="0" hangingPunct="1">
      <a:defRPr lang="de-DE"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898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5F64E0-BE54-4100-AF92-3AB0238F7536}" v="60" dt="2026-03-20T09:42:11.4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250" autoAdjust="0"/>
    <p:restoredTop sz="55840" autoAdjust="0"/>
  </p:normalViewPr>
  <p:slideViewPr>
    <p:cSldViewPr snapToGrid="0">
      <p:cViewPr varScale="1">
        <p:scale>
          <a:sx n="35" d="100"/>
          <a:sy n="35" d="100"/>
        </p:scale>
        <p:origin x="1552" y="24"/>
      </p:cViewPr>
      <p:guideLst/>
    </p:cSldViewPr>
  </p:slideViewPr>
  <p:outlineViewPr>
    <p:cViewPr>
      <p:scale>
        <a:sx n="33" d="100"/>
        <a:sy n="33" d="100"/>
      </p:scale>
      <p:origin x="0" y="-2880"/>
    </p:cViewPr>
  </p:outlineViewPr>
  <p:notesTextViewPr>
    <p:cViewPr>
      <p:scale>
        <a:sx n="1" d="1"/>
        <a:sy n="1" d="1"/>
      </p:scale>
      <p:origin x="0" y="-288"/>
    </p:cViewPr>
  </p:notesTextViewPr>
  <p:sorterViewPr>
    <p:cViewPr>
      <p:scale>
        <a:sx n="100" d="100"/>
        <a:sy n="100" d="100"/>
      </p:scale>
      <p:origin x="0" y="0"/>
    </p:cViewPr>
  </p:sorterViewPr>
  <p:notesViewPr>
    <p:cSldViewPr snapToGrid="0">
      <p:cViewPr>
        <p:scale>
          <a:sx n="1" d="2"/>
          <a:sy n="1" d="2"/>
        </p:scale>
        <p:origin x="3882" y="144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uong, Thi Quynh Nhi  SH/HZA-HAAGS" userId="fa5d8dce-1e87-4da3-b2b1-08b1cf4c506d" providerId="ADAL" clId="{0E0F48B5-6ACB-41CC-903C-113F4497A02B}"/>
    <pc:docChg chg="undo custSel addSld delSld modSld sldOrd">
      <pc:chgData name="Duong, Thi Quynh Nhi  SH/HZA-HAAGS" userId="fa5d8dce-1e87-4da3-b2b1-08b1cf4c506d" providerId="ADAL" clId="{0E0F48B5-6ACB-41CC-903C-113F4497A02B}" dt="2026-03-20T12:32:07.792" v="2338" actId="20577"/>
      <pc:docMkLst>
        <pc:docMk/>
      </pc:docMkLst>
      <pc:sldChg chg="addSp delSp modSp mod modClrScheme chgLayout">
        <pc:chgData name="Duong, Thi Quynh Nhi  SH/HZA-HAAGS" userId="fa5d8dce-1e87-4da3-b2b1-08b1cf4c506d" providerId="ADAL" clId="{0E0F48B5-6ACB-41CC-903C-113F4497A02B}" dt="2026-03-15T17:31:15.620" v="940" actId="700"/>
        <pc:sldMkLst>
          <pc:docMk/>
          <pc:sldMk cId="2586058810" sldId="256"/>
        </pc:sldMkLst>
        <pc:spChg chg="mod ord">
          <ac:chgData name="Duong, Thi Quynh Nhi  SH/HZA-HAAGS" userId="fa5d8dce-1e87-4da3-b2b1-08b1cf4c506d" providerId="ADAL" clId="{0E0F48B5-6ACB-41CC-903C-113F4497A02B}" dt="2026-03-15T17:31:15.620" v="940" actId="700"/>
          <ac:spMkLst>
            <pc:docMk/>
            <pc:sldMk cId="2586058810" sldId="256"/>
            <ac:spMk id="2" creationId="{CFE75451-6A4B-484B-9ED1-353CCE25B0F4}"/>
          </ac:spMkLst>
        </pc:spChg>
      </pc:sldChg>
      <pc:sldChg chg="addSp delSp modSp new del mod modClrScheme modAnim modShow chgLayout">
        <pc:chgData name="Duong, Thi Quynh Nhi  SH/HZA-HAAGS" userId="fa5d8dce-1e87-4da3-b2b1-08b1cf4c506d" providerId="ADAL" clId="{0E0F48B5-6ACB-41CC-903C-113F4497A02B}" dt="2026-03-19T18:52:01.052" v="1743" actId="2696"/>
        <pc:sldMkLst>
          <pc:docMk/>
          <pc:sldMk cId="224633795" sldId="257"/>
        </pc:sldMkLst>
      </pc:sldChg>
      <pc:sldChg chg="addSp delSp modSp new mod ord modNotesTx">
        <pc:chgData name="Duong, Thi Quynh Nhi  SH/HZA-HAAGS" userId="fa5d8dce-1e87-4da3-b2b1-08b1cf4c506d" providerId="ADAL" clId="{0E0F48B5-6ACB-41CC-903C-113F4497A02B}" dt="2026-03-20T08:16:43.435" v="1971" actId="20577"/>
        <pc:sldMkLst>
          <pc:docMk/>
          <pc:sldMk cId="10339295" sldId="260"/>
        </pc:sldMkLst>
        <pc:spChg chg="mod">
          <ac:chgData name="Duong, Thi Quynh Nhi  SH/HZA-HAAGS" userId="fa5d8dce-1e87-4da3-b2b1-08b1cf4c506d" providerId="ADAL" clId="{0E0F48B5-6ACB-41CC-903C-113F4497A02B}" dt="2026-03-15T18:03:41.721" v="1035" actId="113"/>
          <ac:spMkLst>
            <pc:docMk/>
            <pc:sldMk cId="10339295" sldId="260"/>
            <ac:spMk id="2" creationId="{98AB1AAB-DBC3-3752-8CB5-345EA03D64E9}"/>
          </ac:spMkLst>
        </pc:spChg>
        <pc:spChg chg="mod">
          <ac:chgData name="Duong, Thi Quynh Nhi  SH/HZA-HAAGS" userId="fa5d8dce-1e87-4da3-b2b1-08b1cf4c506d" providerId="ADAL" clId="{0E0F48B5-6ACB-41CC-903C-113F4497A02B}" dt="2026-03-15T16:17:44.276" v="314" actId="255"/>
          <ac:spMkLst>
            <pc:docMk/>
            <pc:sldMk cId="10339295" sldId="260"/>
            <ac:spMk id="4" creationId="{7C41EF94-EC8B-F981-D35F-7DA8CB96D53F}"/>
          </ac:spMkLst>
        </pc:spChg>
        <pc:picChg chg="add mod modCrop">
          <ac:chgData name="Duong, Thi Quynh Nhi  SH/HZA-HAAGS" userId="fa5d8dce-1e87-4da3-b2b1-08b1cf4c506d" providerId="ADAL" clId="{0E0F48B5-6ACB-41CC-903C-113F4497A02B}" dt="2026-03-15T16:13:36.539" v="267" actId="1076"/>
          <ac:picMkLst>
            <pc:docMk/>
            <pc:sldMk cId="10339295" sldId="260"/>
            <ac:picMk id="6" creationId="{E13468BC-648E-906A-C3EE-91F7759DC6AE}"/>
          </ac:picMkLst>
        </pc:picChg>
      </pc:sldChg>
      <pc:sldChg chg="addSp delSp modSp new mod modShow modNotesTx">
        <pc:chgData name="Duong, Thi Quynh Nhi  SH/HZA-HAAGS" userId="fa5d8dce-1e87-4da3-b2b1-08b1cf4c506d" providerId="ADAL" clId="{0E0F48B5-6ACB-41CC-903C-113F4497A02B}" dt="2026-03-20T09:49:27.112" v="2332" actId="20577"/>
        <pc:sldMkLst>
          <pc:docMk/>
          <pc:sldMk cId="2013148157" sldId="261"/>
        </pc:sldMkLst>
        <pc:spChg chg="mod">
          <ac:chgData name="Duong, Thi Quynh Nhi  SH/HZA-HAAGS" userId="fa5d8dce-1e87-4da3-b2b1-08b1cf4c506d" providerId="ADAL" clId="{0E0F48B5-6ACB-41CC-903C-113F4497A02B}" dt="2026-03-19T22:38:12.552" v="1829" actId="20577"/>
          <ac:spMkLst>
            <pc:docMk/>
            <pc:sldMk cId="2013148157" sldId="261"/>
            <ac:spMk id="2" creationId="{69CD8314-08EA-99F7-9BEB-D5225E623258}"/>
          </ac:spMkLst>
        </pc:spChg>
        <pc:spChg chg="mod">
          <ac:chgData name="Duong, Thi Quynh Nhi  SH/HZA-HAAGS" userId="fa5d8dce-1e87-4da3-b2b1-08b1cf4c506d" providerId="ADAL" clId="{0E0F48B5-6ACB-41CC-903C-113F4497A02B}" dt="2026-03-15T16:17:34.317" v="313" actId="255"/>
          <ac:spMkLst>
            <pc:docMk/>
            <pc:sldMk cId="2013148157" sldId="261"/>
            <ac:spMk id="4" creationId="{3201012E-BCF3-F1AA-4667-BB71C9C987D3}"/>
          </ac:spMkLst>
        </pc:spChg>
        <pc:picChg chg="add mod modCrop">
          <ac:chgData name="Duong, Thi Quynh Nhi  SH/HZA-HAAGS" userId="fa5d8dce-1e87-4da3-b2b1-08b1cf4c506d" providerId="ADAL" clId="{0E0F48B5-6ACB-41CC-903C-113F4497A02B}" dt="2026-03-15T16:19:52.141" v="315" actId="732"/>
          <ac:picMkLst>
            <pc:docMk/>
            <pc:sldMk cId="2013148157" sldId="261"/>
            <ac:picMk id="5" creationId="{2FF04598-0371-D1C0-D88E-EF4C975DB97A}"/>
          </ac:picMkLst>
        </pc:picChg>
      </pc:sldChg>
      <pc:sldChg chg="modSp new mod ord modNotesTx">
        <pc:chgData name="Duong, Thi Quynh Nhi  SH/HZA-HAAGS" userId="fa5d8dce-1e87-4da3-b2b1-08b1cf4c506d" providerId="ADAL" clId="{0E0F48B5-6ACB-41CC-903C-113F4497A02B}" dt="2026-03-20T10:08:28.917" v="2337" actId="20577"/>
        <pc:sldMkLst>
          <pc:docMk/>
          <pc:sldMk cId="336012713" sldId="262"/>
        </pc:sldMkLst>
        <pc:spChg chg="mod">
          <ac:chgData name="Duong, Thi Quynh Nhi  SH/HZA-HAAGS" userId="fa5d8dce-1e87-4da3-b2b1-08b1cf4c506d" providerId="ADAL" clId="{0E0F48B5-6ACB-41CC-903C-113F4497A02B}" dt="2026-03-15T16:27:23.687" v="500" actId="113"/>
          <ac:spMkLst>
            <pc:docMk/>
            <pc:sldMk cId="336012713" sldId="262"/>
            <ac:spMk id="2" creationId="{25B5D39F-D46D-C69A-E90C-05F09461FFA0}"/>
          </ac:spMkLst>
        </pc:spChg>
        <pc:spChg chg="mod">
          <ac:chgData name="Duong, Thi Quynh Nhi  SH/HZA-HAAGS" userId="fa5d8dce-1e87-4da3-b2b1-08b1cf4c506d" providerId="ADAL" clId="{0E0F48B5-6ACB-41CC-903C-113F4497A02B}" dt="2026-03-15T16:27:05.628" v="499" actId="20577"/>
          <ac:spMkLst>
            <pc:docMk/>
            <pc:sldMk cId="336012713" sldId="262"/>
            <ac:spMk id="3" creationId="{224B4801-BA2D-6BAC-93AA-E332BC4788E5}"/>
          </ac:spMkLst>
        </pc:spChg>
        <pc:spChg chg="mod">
          <ac:chgData name="Duong, Thi Quynh Nhi  SH/HZA-HAAGS" userId="fa5d8dce-1e87-4da3-b2b1-08b1cf4c506d" providerId="ADAL" clId="{0E0F48B5-6ACB-41CC-903C-113F4497A02B}" dt="2026-03-16T21:30:24.097" v="1174" actId="255"/>
          <ac:spMkLst>
            <pc:docMk/>
            <pc:sldMk cId="336012713" sldId="262"/>
            <ac:spMk id="4" creationId="{86D56755-61E2-4238-284A-4CEC9F818623}"/>
          </ac:spMkLst>
        </pc:spChg>
      </pc:sldChg>
      <pc:sldChg chg="addSp delSp modSp new mod chgLayout modNotesTx">
        <pc:chgData name="Duong, Thi Quynh Nhi  SH/HZA-HAAGS" userId="fa5d8dce-1e87-4da3-b2b1-08b1cf4c506d" providerId="ADAL" clId="{0E0F48B5-6ACB-41CC-903C-113F4497A02B}" dt="2026-03-19T22:22:29.390" v="1773" actId="20577"/>
        <pc:sldMkLst>
          <pc:docMk/>
          <pc:sldMk cId="2055740346" sldId="263"/>
        </pc:sldMkLst>
        <pc:spChg chg="mod ord">
          <ac:chgData name="Duong, Thi Quynh Nhi  SH/HZA-HAAGS" userId="fa5d8dce-1e87-4da3-b2b1-08b1cf4c506d" providerId="ADAL" clId="{0E0F48B5-6ACB-41CC-903C-113F4497A02B}" dt="2026-03-15T17:35:31.296" v="991" actId="26606"/>
          <ac:spMkLst>
            <pc:docMk/>
            <pc:sldMk cId="2055740346" sldId="263"/>
            <ac:spMk id="2" creationId="{5F8DEAED-9E62-43B7-8A39-80D8D10A9535}"/>
          </ac:spMkLst>
        </pc:spChg>
        <pc:spChg chg="mod ord">
          <ac:chgData name="Duong, Thi Quynh Nhi  SH/HZA-HAAGS" userId="fa5d8dce-1e87-4da3-b2b1-08b1cf4c506d" providerId="ADAL" clId="{0E0F48B5-6ACB-41CC-903C-113F4497A02B}" dt="2026-03-16T21:30:15.595" v="1173" actId="255"/>
          <ac:spMkLst>
            <pc:docMk/>
            <pc:sldMk cId="2055740346" sldId="263"/>
            <ac:spMk id="4" creationId="{A4CC6EDD-3D6E-9B65-9F48-BB14477F2992}"/>
          </ac:spMkLst>
        </pc:spChg>
        <pc:picChg chg="add mod modCrop">
          <ac:chgData name="Duong, Thi Quynh Nhi  SH/HZA-HAAGS" userId="fa5d8dce-1e87-4da3-b2b1-08b1cf4c506d" providerId="ADAL" clId="{0E0F48B5-6ACB-41CC-903C-113F4497A02B}" dt="2026-03-17T15:13:26.641" v="1418" actId="1076"/>
          <ac:picMkLst>
            <pc:docMk/>
            <pc:sldMk cId="2055740346" sldId="263"/>
            <ac:picMk id="11" creationId="{12CC7119-8520-0625-8820-337A409E5A20}"/>
          </ac:picMkLst>
        </pc:picChg>
      </pc:sldChg>
      <pc:sldChg chg="addSp delSp modSp add mod modNotesTx">
        <pc:chgData name="Duong, Thi Quynh Nhi  SH/HZA-HAAGS" userId="fa5d8dce-1e87-4da3-b2b1-08b1cf4c506d" providerId="ADAL" clId="{0E0F48B5-6ACB-41CC-903C-113F4497A02B}" dt="2026-03-20T12:32:07.792" v="2338" actId="20577"/>
        <pc:sldMkLst>
          <pc:docMk/>
          <pc:sldMk cId="1754011399" sldId="264"/>
        </pc:sldMkLst>
        <pc:spChg chg="mod">
          <ac:chgData name="Duong, Thi Quynh Nhi  SH/HZA-HAAGS" userId="fa5d8dce-1e87-4da3-b2b1-08b1cf4c506d" providerId="ADAL" clId="{0E0F48B5-6ACB-41CC-903C-113F4497A02B}" dt="2026-03-16T21:29:38.516" v="1171" actId="255"/>
          <ac:spMkLst>
            <pc:docMk/>
            <pc:sldMk cId="1754011399" sldId="264"/>
            <ac:spMk id="2" creationId="{9DCC56C3-F8C1-ED12-ECCB-F3A27F63B389}"/>
          </ac:spMkLst>
        </pc:spChg>
        <pc:picChg chg="add mod modCrop">
          <ac:chgData name="Duong, Thi Quynh Nhi  SH/HZA-HAAGS" userId="fa5d8dce-1e87-4da3-b2b1-08b1cf4c506d" providerId="ADAL" clId="{0E0F48B5-6ACB-41CC-903C-113F4497A02B}" dt="2026-03-15T18:02:58.169" v="1006" actId="1076"/>
          <ac:picMkLst>
            <pc:docMk/>
            <pc:sldMk cId="1754011399" sldId="264"/>
            <ac:picMk id="5" creationId="{6A76D271-C601-AA4F-9A75-5FC4562DECD0}"/>
          </ac:picMkLst>
        </pc:picChg>
      </pc:sldChg>
      <pc:sldChg chg="addSp delSp modSp add mod modNotesTx">
        <pc:chgData name="Duong, Thi Quynh Nhi  SH/HZA-HAAGS" userId="fa5d8dce-1e87-4da3-b2b1-08b1cf4c506d" providerId="ADAL" clId="{0E0F48B5-6ACB-41CC-903C-113F4497A02B}" dt="2026-03-20T08:45:43.725" v="2104" actId="20577"/>
        <pc:sldMkLst>
          <pc:docMk/>
          <pc:sldMk cId="761918314" sldId="265"/>
        </pc:sldMkLst>
        <pc:spChg chg="mod">
          <ac:chgData name="Duong, Thi Quynh Nhi  SH/HZA-HAAGS" userId="fa5d8dce-1e87-4da3-b2b1-08b1cf4c506d" providerId="ADAL" clId="{0E0F48B5-6ACB-41CC-903C-113F4497A02B}" dt="2026-03-16T21:29:48.725" v="1172" actId="20577"/>
          <ac:spMkLst>
            <pc:docMk/>
            <pc:sldMk cId="761918314" sldId="265"/>
            <ac:spMk id="2" creationId="{9D227A00-DD84-BD28-B599-EB943F56ABA7}"/>
          </ac:spMkLst>
        </pc:spChg>
        <pc:picChg chg="add mod modCrop">
          <ac:chgData name="Duong, Thi Quynh Nhi  SH/HZA-HAAGS" userId="fa5d8dce-1e87-4da3-b2b1-08b1cf4c506d" providerId="ADAL" clId="{0E0F48B5-6ACB-41CC-903C-113F4497A02B}" dt="2026-03-16T21:17:32.298" v="1104" actId="1076"/>
          <ac:picMkLst>
            <pc:docMk/>
            <pc:sldMk cId="761918314" sldId="265"/>
            <ac:picMk id="6" creationId="{788A8D2A-0318-E36E-AD37-D05735397A24}"/>
          </ac:picMkLst>
        </pc:picChg>
      </pc:sldChg>
      <pc:sldChg chg="addSp delSp modSp add mod modNotesTx">
        <pc:chgData name="Duong, Thi Quynh Nhi  SH/HZA-HAAGS" userId="fa5d8dce-1e87-4da3-b2b1-08b1cf4c506d" providerId="ADAL" clId="{0E0F48B5-6ACB-41CC-903C-113F4497A02B}" dt="2026-03-20T08:59:47.276" v="2107" actId="5793"/>
        <pc:sldMkLst>
          <pc:docMk/>
          <pc:sldMk cId="3109895105" sldId="266"/>
        </pc:sldMkLst>
        <pc:spChg chg="mod">
          <ac:chgData name="Duong, Thi Quynh Nhi  SH/HZA-HAAGS" userId="fa5d8dce-1e87-4da3-b2b1-08b1cf4c506d" providerId="ADAL" clId="{0E0F48B5-6ACB-41CC-903C-113F4497A02B}" dt="2026-03-16T21:28:45.788" v="1161" actId="255"/>
          <ac:spMkLst>
            <pc:docMk/>
            <pc:sldMk cId="3109895105" sldId="266"/>
            <ac:spMk id="2" creationId="{4C7B0DFA-B53A-2C8A-277B-1324629EF9C0}"/>
          </ac:spMkLst>
        </pc:spChg>
        <pc:picChg chg="add mod modCrop">
          <ac:chgData name="Duong, Thi Quynh Nhi  SH/HZA-HAAGS" userId="fa5d8dce-1e87-4da3-b2b1-08b1cf4c506d" providerId="ADAL" clId="{0E0F48B5-6ACB-41CC-903C-113F4497A02B}" dt="2026-03-16T21:27:38.093" v="1143" actId="14100"/>
          <ac:picMkLst>
            <pc:docMk/>
            <pc:sldMk cId="3109895105" sldId="266"/>
            <ac:picMk id="5" creationId="{6DCFCDF3-8379-DF7D-6FC7-851D0C145646}"/>
          </ac:picMkLst>
        </pc:picChg>
      </pc:sldChg>
      <pc:sldChg chg="addSp delSp modSp new mod chgLayout modNotesTx">
        <pc:chgData name="Duong, Thi Quynh Nhi  SH/HZA-HAAGS" userId="fa5d8dce-1e87-4da3-b2b1-08b1cf4c506d" providerId="ADAL" clId="{0E0F48B5-6ACB-41CC-903C-113F4497A02B}" dt="2026-03-20T10:05:08.702" v="2335" actId="20577"/>
        <pc:sldMkLst>
          <pc:docMk/>
          <pc:sldMk cId="1917004052" sldId="268"/>
        </pc:sldMkLst>
        <pc:spChg chg="mod ord">
          <ac:chgData name="Duong, Thi Quynh Nhi  SH/HZA-HAAGS" userId="fa5d8dce-1e87-4da3-b2b1-08b1cf4c506d" providerId="ADAL" clId="{0E0F48B5-6ACB-41CC-903C-113F4497A02B}" dt="2026-03-17T15:29:15.886" v="1454" actId="700"/>
          <ac:spMkLst>
            <pc:docMk/>
            <pc:sldMk cId="1917004052" sldId="268"/>
            <ac:spMk id="4" creationId="{B34995AE-B5A4-07AA-2FDC-88285B0D0835}"/>
          </ac:spMkLst>
        </pc:spChg>
        <pc:spChg chg="add mod ord">
          <ac:chgData name="Duong, Thi Quynh Nhi  SH/HZA-HAAGS" userId="fa5d8dce-1e87-4da3-b2b1-08b1cf4c506d" providerId="ADAL" clId="{0E0F48B5-6ACB-41CC-903C-113F4497A02B}" dt="2026-03-17T15:29:15.886" v="1454" actId="700"/>
          <ac:spMkLst>
            <pc:docMk/>
            <pc:sldMk cId="1917004052" sldId="268"/>
            <ac:spMk id="5" creationId="{36F835AF-A640-97F1-400D-ED402E421865}"/>
          </ac:spMkLst>
        </pc:spChg>
        <pc:spChg chg="add mod ord">
          <ac:chgData name="Duong, Thi Quynh Nhi  SH/HZA-HAAGS" userId="fa5d8dce-1e87-4da3-b2b1-08b1cf4c506d" providerId="ADAL" clId="{0E0F48B5-6ACB-41CC-903C-113F4497A02B}" dt="2026-03-17T15:29:15.886" v="1454" actId="700"/>
          <ac:spMkLst>
            <pc:docMk/>
            <pc:sldMk cId="1917004052" sldId="268"/>
            <ac:spMk id="6" creationId="{74A332E8-8506-09B8-2F01-98B0E99FDF8E}"/>
          </ac:spMkLst>
        </pc:spChg>
      </pc:sldChg>
      <pc:sldChg chg="addSp delSp modSp new mod modClrScheme chgLayout">
        <pc:chgData name="Duong, Thi Quynh Nhi  SH/HZA-HAAGS" userId="fa5d8dce-1e87-4da3-b2b1-08b1cf4c506d" providerId="ADAL" clId="{0E0F48B5-6ACB-41CC-903C-113F4497A02B}" dt="2026-03-19T22:40:29.272" v="1852" actId="207"/>
        <pc:sldMkLst>
          <pc:docMk/>
          <pc:sldMk cId="1207361597" sldId="269"/>
        </pc:sldMkLst>
        <pc:spChg chg="mod ord">
          <ac:chgData name="Duong, Thi Quynh Nhi  SH/HZA-HAAGS" userId="fa5d8dce-1e87-4da3-b2b1-08b1cf4c506d" providerId="ADAL" clId="{0E0F48B5-6ACB-41CC-903C-113F4497A02B}" dt="2026-03-17T15:47:11.988" v="1514" actId="26606"/>
          <ac:spMkLst>
            <pc:docMk/>
            <pc:sldMk cId="1207361597" sldId="269"/>
            <ac:spMk id="2" creationId="{8AF85746-2C1F-63B5-4D15-E39917A4AB64}"/>
          </ac:spMkLst>
        </pc:spChg>
        <pc:spChg chg="mod ord">
          <ac:chgData name="Duong, Thi Quynh Nhi  SH/HZA-HAAGS" userId="fa5d8dce-1e87-4da3-b2b1-08b1cf4c506d" providerId="ADAL" clId="{0E0F48B5-6ACB-41CC-903C-113F4497A02B}" dt="2026-03-17T15:47:11.988" v="1514" actId="26606"/>
          <ac:spMkLst>
            <pc:docMk/>
            <pc:sldMk cId="1207361597" sldId="269"/>
            <ac:spMk id="4" creationId="{4218D047-C8A9-A6E0-9ED8-F6C7DC9E7F24}"/>
          </ac:spMkLst>
        </pc:spChg>
        <pc:spChg chg="add mod">
          <ac:chgData name="Duong, Thi Quynh Nhi  SH/HZA-HAAGS" userId="fa5d8dce-1e87-4da3-b2b1-08b1cf4c506d" providerId="ADAL" clId="{0E0F48B5-6ACB-41CC-903C-113F4497A02B}" dt="2026-03-19T22:40:29.272" v="1852" actId="207"/>
          <ac:spMkLst>
            <pc:docMk/>
            <pc:sldMk cId="1207361597" sldId="269"/>
            <ac:spMk id="7" creationId="{08BC2B08-D6F9-D2E1-0137-525751464956}"/>
          </ac:spMkLst>
        </pc:spChg>
      </pc:sldChg>
      <pc:sldChg chg="addSp delSp modSp new mod ord modNotesTx">
        <pc:chgData name="Duong, Thi Quynh Nhi  SH/HZA-HAAGS" userId="fa5d8dce-1e87-4da3-b2b1-08b1cf4c506d" providerId="ADAL" clId="{0E0F48B5-6ACB-41CC-903C-113F4497A02B}" dt="2026-03-20T09:45:47.176" v="2330" actId="20577"/>
        <pc:sldMkLst>
          <pc:docMk/>
          <pc:sldMk cId="2583090251" sldId="270"/>
        </pc:sldMkLst>
        <pc:spChg chg="mod">
          <ac:chgData name="Duong, Thi Quynh Nhi  SH/HZA-HAAGS" userId="fa5d8dce-1e87-4da3-b2b1-08b1cf4c506d" providerId="ADAL" clId="{0E0F48B5-6ACB-41CC-903C-113F4497A02B}" dt="2026-03-19T22:32:53.583" v="1782" actId="113"/>
          <ac:spMkLst>
            <pc:docMk/>
            <pc:sldMk cId="2583090251" sldId="270"/>
            <ac:spMk id="2" creationId="{703E7096-E8A6-75E9-C262-C0AB47AC70F8}"/>
          </ac:spMkLst>
        </pc:spChg>
        <pc:spChg chg="del">
          <ac:chgData name="Duong, Thi Quynh Nhi  SH/HZA-HAAGS" userId="fa5d8dce-1e87-4da3-b2b1-08b1cf4c506d" providerId="ADAL" clId="{0E0F48B5-6ACB-41CC-903C-113F4497A02B}" dt="2026-03-19T22:30:40.362" v="1775"/>
          <ac:spMkLst>
            <pc:docMk/>
            <pc:sldMk cId="2583090251" sldId="270"/>
            <ac:spMk id="3" creationId="{299C634B-A71D-4B96-C2F1-6036DC8C8778}"/>
          </ac:spMkLst>
        </pc:spChg>
        <pc:spChg chg="mod">
          <ac:chgData name="Duong, Thi Quynh Nhi  SH/HZA-HAAGS" userId="fa5d8dce-1e87-4da3-b2b1-08b1cf4c506d" providerId="ADAL" clId="{0E0F48B5-6ACB-41CC-903C-113F4497A02B}" dt="2026-03-19T22:33:18.174" v="1783" actId="255"/>
          <ac:spMkLst>
            <pc:docMk/>
            <pc:sldMk cId="2583090251" sldId="270"/>
            <ac:spMk id="4" creationId="{E8364791-2F84-9490-F1F2-C958F375EAEF}"/>
          </ac:spMkLst>
        </pc:spChg>
        <pc:picChg chg="add mod">
          <ac:chgData name="Duong, Thi Quynh Nhi  SH/HZA-HAAGS" userId="fa5d8dce-1e87-4da3-b2b1-08b1cf4c506d" providerId="ADAL" clId="{0E0F48B5-6ACB-41CC-903C-113F4497A02B}" dt="2026-03-19T22:32:47.352" v="1781" actId="1076"/>
          <ac:picMkLst>
            <pc:docMk/>
            <pc:sldMk cId="2583090251" sldId="270"/>
            <ac:picMk id="2050" creationId="{C727D481-8F89-5F54-A917-0A6E7493751F}"/>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3E7F456E-01A6-4013-ACA5-F5492591A2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de-DE" sz="1200"/>
            </a:lvl1pPr>
          </a:lstStyle>
          <a:p>
            <a:pPr rtl="0"/>
            <a:endParaRPr lang="de-DE" dirty="0"/>
          </a:p>
        </p:txBody>
      </p:sp>
      <p:sp>
        <p:nvSpPr>
          <p:cNvPr id="3" name="Datumsplatzhalter 2">
            <a:extLst>
              <a:ext uri="{FF2B5EF4-FFF2-40B4-BE49-F238E27FC236}">
                <a16:creationId xmlns:a16="http://schemas.microsoft.com/office/drawing/2014/main" id="{484983A3-9B9B-4D61-97C9-B9E239A315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de-DE" sz="1200"/>
            </a:lvl1pPr>
          </a:lstStyle>
          <a:p>
            <a:pPr rtl="0"/>
            <a:fld id="{F456E1CD-5B60-4466-B275-926A3C2BF5C1}" type="datetime1">
              <a:rPr lang="de-DE" smtClean="0"/>
              <a:t>17.03.2026</a:t>
            </a:fld>
            <a:endParaRPr lang="de-DE" dirty="0"/>
          </a:p>
        </p:txBody>
      </p:sp>
      <p:sp>
        <p:nvSpPr>
          <p:cNvPr id="4" name="Fußzeilenplatzhalter 3">
            <a:extLst>
              <a:ext uri="{FF2B5EF4-FFF2-40B4-BE49-F238E27FC236}">
                <a16:creationId xmlns:a16="http://schemas.microsoft.com/office/drawing/2014/main" id="{5EEABE74-7A97-4D17-8390-42ADD25C3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de-DE" sz="1200"/>
            </a:lvl1pPr>
          </a:lstStyle>
          <a:p>
            <a:pPr rtl="0"/>
            <a:endParaRPr lang="de-DE" dirty="0"/>
          </a:p>
        </p:txBody>
      </p:sp>
      <p:sp>
        <p:nvSpPr>
          <p:cNvPr id="5" name="Foliennummernplatzhalter 4">
            <a:extLst>
              <a:ext uri="{FF2B5EF4-FFF2-40B4-BE49-F238E27FC236}">
                <a16:creationId xmlns:a16="http://schemas.microsoft.com/office/drawing/2014/main" id="{B42C1DBD-1052-425E-BF3C-983304BED5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de-DE" sz="1200"/>
            </a:lvl1pPr>
          </a:lstStyle>
          <a:p>
            <a:pPr rtl="0"/>
            <a:fld id="{28EEFA9E-C190-4F5C-8394-BD5F1CD55C02}" type="slidenum">
              <a:rPr lang="de-DE" smtClean="0"/>
              <a:t>‹Nr.›</a:t>
            </a:fld>
            <a:endParaRPr lang="de-DE" dirty="0"/>
          </a:p>
        </p:txBody>
      </p:sp>
    </p:spTree>
    <p:extLst>
      <p:ext uri="{BB962C8B-B14F-4D97-AF65-F5344CB8AC3E}">
        <p14:creationId xmlns:p14="http://schemas.microsoft.com/office/powerpoint/2010/main" val="232480191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de-DE" sz="1200"/>
            </a:lvl1pPr>
          </a:lstStyle>
          <a:p>
            <a:pPr rtl="0"/>
            <a:endParaRPr lang="de-DE" dirty="0"/>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de-DE" sz="1200"/>
            </a:lvl1pPr>
          </a:lstStyle>
          <a:p>
            <a:pPr rtl="0"/>
            <a:fld id="{FDF1D034-8769-4200-89E2-A3A6187E6BC9}" type="datetime1">
              <a:rPr lang="de-DE" smtClean="0"/>
              <a:t>17.03.2026</a:t>
            </a:fld>
            <a:endParaRPr lang="de-DE" dirty="0"/>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de-DE"/>
            </a:defPPr>
          </a:lstStyle>
          <a:p>
            <a:pPr rtl="0"/>
            <a:endParaRPr lang="de-DE" dirty="0"/>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de-DE"/>
            </a:defPPr>
          </a:lstStyle>
          <a:p>
            <a:pPr lvl="0" rtl="0"/>
            <a:r>
              <a:rPr lang="de-DE"/>
              <a:t>Textmasterformat durch Klicken bearbeiten</a:t>
            </a:r>
          </a:p>
          <a:p>
            <a:pPr lvl="1" rtl="0"/>
            <a:r>
              <a:rPr lang="de-DE"/>
              <a:t>Zweite Ebene</a:t>
            </a:r>
          </a:p>
          <a:p>
            <a:pPr lvl="2" rtl="0"/>
            <a:r>
              <a:rPr lang="de-DE"/>
              <a:t>Dritte Ebene</a:t>
            </a:r>
          </a:p>
          <a:p>
            <a:pPr lvl="3" rtl="0"/>
            <a:r>
              <a:rPr lang="de-DE"/>
              <a:t>Vierte Ebene</a:t>
            </a:r>
          </a:p>
          <a:p>
            <a:pPr lvl="4" rtl="0"/>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de-DE" sz="1200"/>
            </a:lvl1pPr>
          </a:lstStyle>
          <a:p>
            <a:pPr rtl="0"/>
            <a:endParaRPr lang="de-DE" dirty="0"/>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de-DE" sz="1200"/>
            </a:lvl1pPr>
          </a:lstStyle>
          <a:p>
            <a:pPr rtl="0"/>
            <a:fld id="{22289C57-55D7-40A4-A101-E74FAC7A092B}" type="slidenum">
              <a:rPr lang="de-DE" smtClean="0"/>
              <a:t>‹Nr.›</a:t>
            </a:fld>
            <a:endParaRPr lang="de-DE" dirty="0"/>
          </a:p>
        </p:txBody>
      </p:sp>
    </p:spTree>
    <p:extLst>
      <p:ext uri="{BB962C8B-B14F-4D97-AF65-F5344CB8AC3E}">
        <p14:creationId xmlns:p14="http://schemas.microsoft.com/office/powerpoint/2010/main" val="283990236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lang="de-DE" sz="1200" kern="1200">
        <a:solidFill>
          <a:schemeClr val="tx1"/>
        </a:solidFill>
        <a:latin typeface="+mn-lt"/>
        <a:ea typeface="+mn-ea"/>
        <a:cs typeface="+mn-cs"/>
      </a:defRPr>
    </a:lvl1pPr>
    <a:lvl2pPr marL="457200" algn="l" defTabSz="914400" rtl="0" eaLnBrk="1" latinLnBrk="0" hangingPunct="1">
      <a:defRPr lang="de-DE" sz="1200" kern="1200">
        <a:solidFill>
          <a:schemeClr val="tx1"/>
        </a:solidFill>
        <a:latin typeface="+mn-lt"/>
        <a:ea typeface="+mn-ea"/>
        <a:cs typeface="+mn-cs"/>
      </a:defRPr>
    </a:lvl2pPr>
    <a:lvl3pPr marL="914400" algn="l" defTabSz="914400" rtl="0" eaLnBrk="1" latinLnBrk="0" hangingPunct="1">
      <a:defRPr lang="de-DE" sz="1200" kern="1200">
        <a:solidFill>
          <a:schemeClr val="tx1"/>
        </a:solidFill>
        <a:latin typeface="+mn-lt"/>
        <a:ea typeface="+mn-ea"/>
        <a:cs typeface="+mn-cs"/>
      </a:defRPr>
    </a:lvl3pPr>
    <a:lvl4pPr marL="1371600" algn="l" defTabSz="914400" rtl="0" eaLnBrk="1" latinLnBrk="0" hangingPunct="1">
      <a:defRPr lang="de-DE" sz="1200" kern="1200">
        <a:solidFill>
          <a:schemeClr val="tx1"/>
        </a:solidFill>
        <a:latin typeface="+mn-lt"/>
        <a:ea typeface="+mn-ea"/>
        <a:cs typeface="+mn-cs"/>
      </a:defRPr>
    </a:lvl4pPr>
    <a:lvl5pPr marL="1828800" algn="l" defTabSz="914400" rtl="0" eaLnBrk="1" latinLnBrk="0" hangingPunct="1">
      <a:defRPr lang="de-DE" sz="1200" kern="1200">
        <a:solidFill>
          <a:schemeClr val="tx1"/>
        </a:solidFill>
        <a:latin typeface="+mn-lt"/>
        <a:ea typeface="+mn-ea"/>
        <a:cs typeface="+mn-cs"/>
      </a:defRPr>
    </a:lvl5pPr>
    <a:lvl6pPr marL="2286000" algn="l" defTabSz="914400" rtl="0" eaLnBrk="1" latinLnBrk="0" hangingPunct="1">
      <a:defRPr lang="de-DE" sz="1200" kern="1200">
        <a:solidFill>
          <a:schemeClr val="tx1"/>
        </a:solidFill>
        <a:latin typeface="+mn-lt"/>
        <a:ea typeface="+mn-ea"/>
        <a:cs typeface="+mn-cs"/>
      </a:defRPr>
    </a:lvl6pPr>
    <a:lvl7pPr marL="2743200" algn="l" defTabSz="914400" rtl="0" eaLnBrk="1" latinLnBrk="0" hangingPunct="1">
      <a:defRPr lang="de-DE" sz="1200" kern="1200">
        <a:solidFill>
          <a:schemeClr val="tx1"/>
        </a:solidFill>
        <a:latin typeface="+mn-lt"/>
        <a:ea typeface="+mn-ea"/>
        <a:cs typeface="+mn-cs"/>
      </a:defRPr>
    </a:lvl7pPr>
    <a:lvl8pPr marL="3200400" algn="l" defTabSz="914400" rtl="0" eaLnBrk="1" latinLnBrk="0" hangingPunct="1">
      <a:defRPr lang="de-DE" sz="1200" kern="1200">
        <a:solidFill>
          <a:schemeClr val="tx1"/>
        </a:solidFill>
        <a:latin typeface="+mn-lt"/>
        <a:ea typeface="+mn-ea"/>
        <a:cs typeface="+mn-cs"/>
      </a:defRPr>
    </a:lvl8pPr>
    <a:lvl9pPr marL="3657600" algn="l" defTabSz="914400" rtl="0" eaLnBrk="1" latinLnBrk="0" hangingPunct="1">
      <a:defRPr lang="de-DE"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rtlCol="0"/>
          <a:lstStyle>
            <a:defPPr>
              <a:defRPr lang="de-DE"/>
            </a:defPPr>
          </a:lstStyle>
          <a:p>
            <a:pPr rtl="0"/>
            <a:endParaRPr lang="de-DE" dirty="0"/>
          </a:p>
        </p:txBody>
      </p:sp>
      <p:sp>
        <p:nvSpPr>
          <p:cNvPr id="4" name="Foliennummernplatzhalter 3"/>
          <p:cNvSpPr>
            <a:spLocks noGrp="1"/>
          </p:cNvSpPr>
          <p:nvPr>
            <p:ph type="sldNum" sz="quarter" idx="5"/>
          </p:nvPr>
        </p:nvSpPr>
        <p:spPr/>
        <p:txBody>
          <a:bodyPr rtlCol="0"/>
          <a:lstStyle>
            <a:defPPr>
              <a:defRPr lang="de-DE"/>
            </a:defPPr>
          </a:lstStyle>
          <a:p>
            <a:pPr rtl="0"/>
            <a:fld id="{22289C57-55D7-40A4-A101-E74FAC7A092B}" type="slidenum">
              <a:rPr lang="de-DE" smtClean="0"/>
              <a:t>1</a:t>
            </a:fld>
            <a:endParaRPr lang="de-DE" dirty="0"/>
          </a:p>
        </p:txBody>
      </p:sp>
    </p:spTree>
    <p:extLst>
      <p:ext uri="{BB962C8B-B14F-4D97-AF65-F5344CB8AC3E}">
        <p14:creationId xmlns:p14="http://schemas.microsoft.com/office/powerpoint/2010/main" val="1778128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indent="-171450">
              <a:buFont typeface="Arial" panose="020B0604020202020204" pitchFamily="34" charset="0"/>
              <a:buChar char="•"/>
            </a:pPr>
            <a:r>
              <a:rPr lang="de-DE" dirty="0"/>
              <a:t>Jetzt kommt die entscheidende Frage: wofür wurde QUIC eigentlich entwickelt? Die Antwort ist HTTP/3. QUIC ist das Fundament, HTTP/3 ist die Anwendung davon im Web. </a:t>
            </a:r>
            <a:endParaRPr lang="en-US" dirty="0"/>
          </a:p>
        </p:txBody>
      </p:sp>
      <p:sp>
        <p:nvSpPr>
          <p:cNvPr id="4" name="Foliennummernplatzhalter 3"/>
          <p:cNvSpPr>
            <a:spLocks noGrp="1"/>
          </p:cNvSpPr>
          <p:nvPr>
            <p:ph type="sldNum" sz="quarter" idx="5"/>
          </p:nvPr>
        </p:nvSpPr>
        <p:spPr/>
        <p:txBody>
          <a:bodyPr/>
          <a:lstStyle/>
          <a:p>
            <a:pPr rtl="0"/>
            <a:fld id="{22289C57-55D7-40A4-A101-E74FAC7A092B}" type="slidenum">
              <a:rPr lang="de-DE" smtClean="0"/>
              <a:t>2</a:t>
            </a:fld>
            <a:endParaRPr lang="de-DE" dirty="0"/>
          </a:p>
        </p:txBody>
      </p:sp>
    </p:spTree>
    <p:extLst>
      <p:ext uri="{BB962C8B-B14F-4D97-AF65-F5344CB8AC3E}">
        <p14:creationId xmlns:p14="http://schemas.microsoft.com/office/powerpoint/2010/main" val="10543120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indent="-171450">
              <a:buFont typeface="Arial" panose="020B0604020202020204" pitchFamily="34" charset="0"/>
              <a:buChar char="•"/>
            </a:pPr>
            <a:r>
              <a:rPr lang="de-DE" dirty="0"/>
              <a:t>HTTP/3 ist die neueste Version von HTTP – also des Protokolls, das regelt wie Browser und Server miteinander kommunizieren. </a:t>
            </a:r>
          </a:p>
          <a:p>
            <a:pPr marL="171450" indent="-171450">
              <a:buFont typeface="Arial" panose="020B0604020202020204" pitchFamily="34" charset="0"/>
              <a:buChar char="•"/>
            </a:pPr>
            <a:r>
              <a:rPr lang="de-DE" dirty="0"/>
              <a:t>Was ist neu? Nicht was HTTP tut – Anfragen und Antworten funktionieren genauso wie vorher. Was sich ändert ist wie die Daten transportiert werden. Bisher lief HTTP über TCP. HTTP/3 ersetzt TCP durch QUIC.</a:t>
            </a:r>
          </a:p>
          <a:p>
            <a:pPr marL="171450" indent="-171450">
              <a:buFont typeface="Arial" panose="020B0604020202020204" pitchFamily="34" charset="0"/>
              <a:buChar char="•"/>
            </a:pPr>
            <a:endParaRPr lang="de-DE" dirty="0"/>
          </a:p>
          <a:p>
            <a:pPr marL="171450" indent="-171450">
              <a:buFont typeface="Arial" panose="020B0604020202020204" pitchFamily="34" charset="0"/>
              <a:buChar char="•"/>
            </a:pPr>
            <a:endParaRPr lang="de-DE" dirty="0"/>
          </a:p>
          <a:p>
            <a:pPr marL="171450" indent="-171450">
              <a:buFont typeface="Arial" panose="020B0604020202020204" pitchFamily="34" charset="0"/>
              <a:buChar char="•"/>
            </a:pPr>
            <a:r>
              <a:rPr lang="de-DE" dirty="0"/>
              <a:t>Das wurde im Juni 2022 offiziell als RFC 9114 standardisiert – RFC bedeutet hier einfach, dass es ein offiziell anerkannter Internet-Standard ist.</a:t>
            </a:r>
          </a:p>
          <a:p>
            <a:pPr marL="171450" indent="-171450">
              <a:buFont typeface="Arial" panose="020B0604020202020204" pitchFamily="34" charset="0"/>
              <a:buChar char="•"/>
            </a:pPr>
            <a:r>
              <a:rPr lang="de-DE" dirty="0"/>
              <a:t>Warum das wichtig ist und welche Probleme das löst – das sehen wir jetzt in den nächsten Folien.</a:t>
            </a:r>
            <a:endParaRPr lang="en-US" dirty="0"/>
          </a:p>
        </p:txBody>
      </p:sp>
      <p:sp>
        <p:nvSpPr>
          <p:cNvPr id="4" name="Foliennummernplatzhalter 3"/>
          <p:cNvSpPr>
            <a:spLocks noGrp="1"/>
          </p:cNvSpPr>
          <p:nvPr>
            <p:ph type="sldNum" sz="quarter" idx="5"/>
          </p:nvPr>
        </p:nvSpPr>
        <p:spPr/>
        <p:txBody>
          <a:bodyPr/>
          <a:lstStyle/>
          <a:p>
            <a:pPr rtl="0"/>
            <a:fld id="{22289C57-55D7-40A4-A101-E74FAC7A092B}" type="slidenum">
              <a:rPr lang="de-DE" smtClean="0"/>
              <a:t>3</a:t>
            </a:fld>
            <a:endParaRPr lang="de-DE" dirty="0"/>
          </a:p>
        </p:txBody>
      </p:sp>
    </p:spTree>
    <p:extLst>
      <p:ext uri="{BB962C8B-B14F-4D97-AF65-F5344CB8AC3E}">
        <p14:creationId xmlns:p14="http://schemas.microsoft.com/office/powerpoint/2010/main" val="38098807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indent="-171450">
              <a:buFont typeface="Arial" panose="020B0604020202020204" pitchFamily="34" charset="0"/>
              <a:buChar char="•"/>
            </a:pPr>
            <a:r>
              <a:rPr lang="de-DE" dirty="0"/>
              <a:t>Diese Grafik zeigt wie die drei HTTP-Versionen aufgebaut sind – von unten nach oben.</a:t>
            </a:r>
          </a:p>
          <a:p>
            <a:pPr marL="171450" indent="-171450">
              <a:buFont typeface="Arial" panose="020B0604020202020204" pitchFamily="34" charset="0"/>
              <a:buChar char="•"/>
            </a:pPr>
            <a:r>
              <a:rPr lang="de-DE" dirty="0"/>
              <a:t>Die Basis ist bei allen gleich – IPv4 oder IPv6. Das ist das Netzwerkprotokoll das regelt wie Pakete durchs Internet geroutet werden.</a:t>
            </a:r>
          </a:p>
          <a:p>
            <a:pPr marL="171450" indent="-171450">
              <a:buFont typeface="Arial" panose="020B0604020202020204" pitchFamily="34" charset="0"/>
              <a:buChar char="•"/>
            </a:pPr>
            <a:r>
              <a:rPr lang="de-DE" dirty="0"/>
              <a:t>Bei HTTP/1.1 und HTTP/2 läuft alles über TCP. TLS ist bei HTTP/1.1 optional. </a:t>
            </a:r>
          </a:p>
          <a:p>
            <a:pPr marL="171450" indent="-171450">
              <a:buFont typeface="Arial" panose="020B0604020202020204" pitchFamily="34" charset="0"/>
              <a:buChar char="•"/>
            </a:pPr>
            <a:r>
              <a:rPr lang="de-DE" dirty="0"/>
              <a:t>Bei HTTP/2 ist TLS 1.2 bereits Standard, aber immer noch eine separate Schicht über TCP.</a:t>
            </a:r>
          </a:p>
          <a:p>
            <a:pPr marL="171450" indent="-171450">
              <a:buFont typeface="Arial" panose="020B0604020202020204" pitchFamily="34" charset="0"/>
              <a:buChar char="•"/>
            </a:pPr>
            <a:r>
              <a:rPr lang="de-DE" dirty="0"/>
              <a:t>Und jetzt HTTP/3 – hier ändert sich alles. TCP fällt weg, stattdessen kommt UDP als Basis. Darüber liegt QUIC – und TLS 1.3 ist direkt in QUIC eingebaut, nicht mehr als separate Schicht. Ganz oben sitzt dann HTTP/3.</a:t>
            </a:r>
          </a:p>
          <a:p>
            <a:r>
              <a:rPr lang="de-DE" dirty="0"/>
              <a:t>Das Wichtigste an dieser Grafik: bei HTTP/3 übernimmt QUIC die Aufgaben von TCP und TLS gleichzeitig – das ist der fundamentale Unterschied zu den Vorgängern.</a:t>
            </a:r>
          </a:p>
          <a:p>
            <a:endParaRPr lang="en-US" dirty="0"/>
          </a:p>
          <a:p>
            <a:endParaRPr lang="en-US" dirty="0"/>
          </a:p>
          <a:p>
            <a:pPr marL="171450" indent="-171450">
              <a:buFont typeface="Arial" panose="020B0604020202020204" pitchFamily="34" charset="0"/>
              <a:buChar char="•"/>
            </a:pPr>
            <a:r>
              <a:rPr lang="en-US" dirty="0"/>
              <a:t>TCP: </a:t>
            </a:r>
            <a:r>
              <a:rPr lang="en-US" dirty="0" err="1"/>
              <a:t>Tranmission</a:t>
            </a:r>
            <a:r>
              <a:rPr lang="en-US" dirty="0"/>
              <a:t> Control Protocol</a:t>
            </a:r>
          </a:p>
          <a:p>
            <a:pPr marL="171450" indent="-171450">
              <a:buFont typeface="Arial" panose="020B0604020202020204" pitchFamily="34" charset="0"/>
              <a:buChar char="•"/>
            </a:pPr>
            <a:r>
              <a:rPr lang="en-US" dirty="0"/>
              <a:t>TLS: Transport Layer Security</a:t>
            </a:r>
          </a:p>
          <a:p>
            <a:pPr marL="171450" indent="-171450">
              <a:buFont typeface="Arial" panose="020B0604020202020204" pitchFamily="34" charset="0"/>
              <a:buChar char="•"/>
            </a:pPr>
            <a:r>
              <a:rPr lang="en-US" dirty="0"/>
              <a:t>UDP: User Datagram Protocol</a:t>
            </a:r>
          </a:p>
        </p:txBody>
      </p:sp>
      <p:sp>
        <p:nvSpPr>
          <p:cNvPr id="4" name="Foliennummernplatzhalter 3"/>
          <p:cNvSpPr>
            <a:spLocks noGrp="1"/>
          </p:cNvSpPr>
          <p:nvPr>
            <p:ph type="sldNum" sz="quarter" idx="5"/>
          </p:nvPr>
        </p:nvSpPr>
        <p:spPr/>
        <p:txBody>
          <a:bodyPr/>
          <a:lstStyle/>
          <a:p>
            <a:pPr rtl="0"/>
            <a:fld id="{22289C57-55D7-40A4-A101-E74FAC7A092B}" type="slidenum">
              <a:rPr lang="de-DE" smtClean="0"/>
              <a:t>4</a:t>
            </a:fld>
            <a:endParaRPr lang="de-DE" dirty="0"/>
          </a:p>
        </p:txBody>
      </p:sp>
    </p:spTree>
    <p:extLst>
      <p:ext uri="{BB962C8B-B14F-4D97-AF65-F5344CB8AC3E}">
        <p14:creationId xmlns:p14="http://schemas.microsoft.com/office/powerpoint/2010/main" val="26887782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indent="-171450">
              <a:buFont typeface="Arial" panose="020B0604020202020204" pitchFamily="34" charset="0"/>
              <a:buChar char="•"/>
            </a:pPr>
            <a:r>
              <a:rPr lang="de-DE" dirty="0"/>
              <a:t>Um zu verstehen warum HTTP/3 gebraucht wird, schauen wir uns kurz die Geschichte an.</a:t>
            </a:r>
          </a:p>
          <a:p>
            <a:pPr marL="171450" indent="-171450">
              <a:buFont typeface="Arial" panose="020B0604020202020204" pitchFamily="34" charset="0"/>
              <a:buChar char="•"/>
            </a:pPr>
            <a:r>
              <a:rPr lang="de-DE" dirty="0"/>
              <a:t>HTTP/1.1 war der erste Standard – für jede Anfrage wurde eine neue TCP-Verbindung aufgebaut. Das war extrem langsam.</a:t>
            </a:r>
          </a:p>
          <a:p>
            <a:pPr marL="171450" indent="-171450">
              <a:buFont typeface="Arial" panose="020B0604020202020204" pitchFamily="34" charset="0"/>
              <a:buChar char="•"/>
            </a:pPr>
            <a:r>
              <a:rPr lang="de-DE" dirty="0"/>
              <a:t>HTTP/2 brachte eine wichtige Verbesserung: Multiplexing. Das bedeutet, mehrere Anfragen können gleichzeitig über eine einzige Verbindung laufen. Aber TCP blieb das Problem.</a:t>
            </a:r>
          </a:p>
          <a:p>
            <a:pPr marL="171450" indent="-171450">
              <a:buFont typeface="Arial" panose="020B0604020202020204" pitchFamily="34" charset="0"/>
              <a:buChar char="•"/>
            </a:pPr>
            <a:r>
              <a:rPr lang="de-DE" dirty="0"/>
              <a:t>Und dann kam HTTP/3 – TCP raus, QUIC rein. Unabhängige Streams, schnellerer Verbindungsaufbau, immer verschlüsselt.</a:t>
            </a:r>
          </a:p>
          <a:p>
            <a:pPr marL="171450" indent="-171450">
              <a:buFont typeface="Arial" panose="020B0604020202020204" pitchFamily="34" charset="0"/>
              <a:buChar char="•"/>
            </a:pPr>
            <a:endParaRPr lang="de-DE" dirty="0"/>
          </a:p>
        </p:txBody>
      </p:sp>
      <p:sp>
        <p:nvSpPr>
          <p:cNvPr id="4" name="Foliennummernplatzhalter 3"/>
          <p:cNvSpPr>
            <a:spLocks noGrp="1"/>
          </p:cNvSpPr>
          <p:nvPr>
            <p:ph type="sldNum" sz="quarter" idx="5"/>
          </p:nvPr>
        </p:nvSpPr>
        <p:spPr/>
        <p:txBody>
          <a:bodyPr/>
          <a:lstStyle/>
          <a:p>
            <a:pPr rtl="0"/>
            <a:fld id="{22289C57-55D7-40A4-A101-E74FAC7A092B}" type="slidenum">
              <a:rPr lang="de-DE" smtClean="0"/>
              <a:t>5</a:t>
            </a:fld>
            <a:endParaRPr lang="de-DE" dirty="0"/>
          </a:p>
        </p:txBody>
      </p:sp>
    </p:spTree>
    <p:extLst>
      <p:ext uri="{BB962C8B-B14F-4D97-AF65-F5344CB8AC3E}">
        <p14:creationId xmlns:p14="http://schemas.microsoft.com/office/powerpoint/2010/main" val="36885245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indent="-171450">
              <a:buFont typeface="Arial" panose="020B0604020202020204" pitchFamily="34" charset="0"/>
              <a:buChar char="•"/>
            </a:pPr>
            <a:r>
              <a:rPr lang="de-DE" dirty="0"/>
              <a:t>Das erste und größte Problem von HTTP/2 ist Head-</a:t>
            </a:r>
            <a:r>
              <a:rPr lang="de-DE" dirty="0" err="1"/>
              <a:t>of</a:t>
            </a:r>
            <a:r>
              <a:rPr lang="de-DE" dirty="0"/>
              <a:t>-Line Blocking.</a:t>
            </a:r>
          </a:p>
          <a:p>
            <a:pPr marL="171450" indent="-171450">
              <a:buFont typeface="Arial" panose="020B0604020202020204" pitchFamily="34" charset="0"/>
              <a:buChar char="•"/>
            </a:pPr>
            <a:r>
              <a:rPr lang="de-DE" dirty="0"/>
              <a:t>Hier lädt man z.B. eine Website</a:t>
            </a:r>
          </a:p>
          <a:p>
            <a:pPr marL="171450" indent="-171450">
              <a:buFont typeface="Arial" panose="020B0604020202020204" pitchFamily="34" charset="0"/>
              <a:buChar char="•"/>
            </a:pPr>
            <a:endParaRPr lang="de-DE" dirty="0"/>
          </a:p>
          <a:p>
            <a:pPr marL="171450" indent="-171450">
              <a:buFont typeface="Arial" panose="020B0604020202020204" pitchFamily="34" charset="0"/>
              <a:buChar char="•"/>
            </a:pPr>
            <a:r>
              <a:rPr lang="de-DE" dirty="0"/>
              <a:t>Links seht ihr HTTP/2 über TCP – drei Streams laufen gleichzeitig: CSS, JavaScript und ein Bild.</a:t>
            </a:r>
          </a:p>
          <a:p>
            <a:pPr marL="171450" indent="-171450">
              <a:buFont typeface="Arial" panose="020B0604020202020204" pitchFamily="34" charset="0"/>
              <a:buChar char="•"/>
            </a:pPr>
            <a:r>
              <a:rPr lang="de-DE" dirty="0"/>
              <a:t>Die grünen Balken zeigen die Daten die bereits empfangen wurden. Die roten Balken zeigen was blockiert ist und wartet.</a:t>
            </a:r>
          </a:p>
          <a:p>
            <a:pPr marL="171450" indent="-171450">
              <a:buFont typeface="Arial" panose="020B0604020202020204" pitchFamily="34" charset="0"/>
              <a:buChar char="•"/>
            </a:pPr>
            <a:r>
              <a:rPr lang="de-DE" dirty="0"/>
              <a:t>Ihr seht: bei CSS ist fast alles angekommen – aber ein Paket fehlt. Und weil TCP alle Pakete in der richtigen Reihenfolge braucht, wartet nicht nur CSS – auch JavaScript und das Bild sind blockiert, obwohl dort gar kein Problem ist. alle drei Streams sind blockiert wegen einem einzigen Problem. .</a:t>
            </a:r>
          </a:p>
          <a:p>
            <a:pPr marL="171450" indent="-171450">
              <a:buFont typeface="Arial" panose="020B0604020202020204" pitchFamily="34" charset="0"/>
              <a:buChar char="•"/>
            </a:pPr>
            <a:r>
              <a:rPr lang="de-DE" dirty="0"/>
              <a:t>Rechts bei HTTP/3 über QUIC ist das anders. CSS und das Bild laufen durch. Nur JavaScript wartet – weil nur dort ein Paket fehlt. Die anderen Streams laufen einfach weiter</a:t>
            </a:r>
          </a:p>
          <a:p>
            <a:pPr marL="171450" indent="-171450">
              <a:buFont typeface="Arial" panose="020B0604020202020204" pitchFamily="34" charset="0"/>
              <a:buChar char="•"/>
            </a:pPr>
            <a:endParaRPr lang="en-US" dirty="0"/>
          </a:p>
        </p:txBody>
      </p:sp>
      <p:sp>
        <p:nvSpPr>
          <p:cNvPr id="4" name="Foliennummernplatzhalter 3"/>
          <p:cNvSpPr>
            <a:spLocks noGrp="1"/>
          </p:cNvSpPr>
          <p:nvPr>
            <p:ph type="sldNum" sz="quarter" idx="5"/>
          </p:nvPr>
        </p:nvSpPr>
        <p:spPr/>
        <p:txBody>
          <a:bodyPr/>
          <a:lstStyle/>
          <a:p>
            <a:pPr rtl="0"/>
            <a:fld id="{22289C57-55D7-40A4-A101-E74FAC7A092B}" type="slidenum">
              <a:rPr lang="de-DE" smtClean="0"/>
              <a:t>6</a:t>
            </a:fld>
            <a:endParaRPr lang="de-DE" dirty="0"/>
          </a:p>
        </p:txBody>
      </p:sp>
    </p:spTree>
    <p:extLst>
      <p:ext uri="{BB962C8B-B14F-4D97-AF65-F5344CB8AC3E}">
        <p14:creationId xmlns:p14="http://schemas.microsoft.com/office/powerpoint/2010/main" val="35880366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indent="-171450">
              <a:buFont typeface="Arial" panose="020B0604020202020204" pitchFamily="34" charset="0"/>
              <a:buChar char="•"/>
            </a:pPr>
            <a:r>
              <a:rPr lang="de-DE" dirty="0"/>
              <a:t>Das zweite Problem ist der langsame Verbindungsaufbau. </a:t>
            </a:r>
          </a:p>
          <a:p>
            <a:pPr marL="171450" indent="-171450">
              <a:buFont typeface="Arial" panose="020B0604020202020204" pitchFamily="34" charset="0"/>
              <a:buChar char="•"/>
            </a:pPr>
            <a:endParaRPr lang="de-DE" dirty="0"/>
          </a:p>
          <a:p>
            <a:pPr marL="171450" indent="-171450">
              <a:buFont typeface="Arial" panose="020B0604020202020204" pitchFamily="34" charset="0"/>
              <a:buChar char="•"/>
            </a:pPr>
            <a:r>
              <a:rPr lang="de-DE" dirty="0"/>
              <a:t>Die Grafik zeigt den Hin-und-Her-Austausch zwischen Browser und Server.</a:t>
            </a:r>
          </a:p>
          <a:p>
            <a:endParaRPr lang="de-DE" dirty="0"/>
          </a:p>
          <a:p>
            <a:pPr marL="171450" indent="-171450">
              <a:buFont typeface="Arial" panose="020B0604020202020204" pitchFamily="34" charset="0"/>
              <a:buChar char="•"/>
            </a:pPr>
            <a:r>
              <a:rPr lang="de-DE" dirty="0"/>
              <a:t>Stellt euch vor, ihr ruft jemanden an, bevor ihr reden könnt, müsst ihr erst dreimal klingeln und warten. Genau so funktioniert HTTP/2.</a:t>
            </a:r>
          </a:p>
          <a:p>
            <a:pPr marL="171450" indent="-171450">
              <a:buFont typeface="Arial" panose="020B0604020202020204" pitchFamily="34" charset="0"/>
              <a:buChar char="•"/>
            </a:pPr>
            <a:r>
              <a:rPr lang="de-DE" dirty="0"/>
              <a:t>RTT 1 ist der TCP-Handshake</a:t>
            </a:r>
            <a:r>
              <a:rPr lang="de-DE"/>
              <a:t>. Erst </a:t>
            </a:r>
            <a:r>
              <a:rPr lang="de-DE" dirty="0"/>
              <a:t>wenn beide bestätigt haben, geht es weiter. Noch keine Daten, nur Verbindungsaufbau.</a:t>
            </a:r>
          </a:p>
          <a:p>
            <a:pPr marL="171450" indent="-171450">
              <a:buFont typeface="Arial" panose="020B0604020202020204" pitchFamily="34" charset="0"/>
              <a:buChar char="•"/>
            </a:pPr>
            <a:r>
              <a:rPr lang="de-DE" dirty="0"/>
              <a:t>RTT 2 ist der TLS-Handshake – jetzt einigen sich Browser und Server auf die Verschlüsselung. Browser fragt: 'Welche Verschlüsselung kannst du?' Server antwortet und schickt sein Zertifikat. Wieder eine ganze Runde – immer noch keine Nutzdaten.</a:t>
            </a:r>
          </a:p>
          <a:p>
            <a:pPr marL="171450" indent="-171450">
              <a:buFont typeface="Arial" panose="020B0604020202020204" pitchFamily="34" charset="0"/>
              <a:buChar char="•"/>
            </a:pPr>
            <a:r>
              <a:rPr lang="de-DE" dirty="0"/>
              <a:t>Und erst bei RTT 3 kommt die eigentliche Anfrage – Browser fragt nach der Webseite, Server schickt die Daten. Drei Runden bis die erste Webseite lädt.</a:t>
            </a:r>
          </a:p>
          <a:p>
            <a:pPr marL="171450" indent="-171450">
              <a:buFont typeface="Arial" panose="020B0604020202020204" pitchFamily="34" charset="0"/>
              <a:buChar char="•"/>
            </a:pPr>
            <a:r>
              <a:rPr lang="de-DE" dirty="0"/>
              <a:t>Bei HTTP/3 kombiniert QUIC den TCP- und TLS-Handshake zu einem einzigen Schritt, nur noch 1 RTT. Und für Server die ihr schon kennt, nutzt HTTP/3 0-RTT: die Daten fließen sofort, ohne Handshake.</a:t>
            </a:r>
          </a:p>
          <a:p>
            <a:pPr marL="171450" lvl="0" indent="-171450">
              <a:buFont typeface="Arial" panose="020B0604020202020204" pitchFamily="34" charset="0"/>
              <a:buChar char="•"/>
            </a:pPr>
            <a:endParaRPr lang="de-DE" dirty="0"/>
          </a:p>
          <a:p>
            <a:pPr marL="171450" lvl="0" indent="-171450">
              <a:buFont typeface="Arial" panose="020B0604020202020204" pitchFamily="34" charset="0"/>
              <a:buChar char="•"/>
            </a:pPr>
            <a:endParaRPr lang="en-US" dirty="0"/>
          </a:p>
        </p:txBody>
      </p:sp>
      <p:sp>
        <p:nvSpPr>
          <p:cNvPr id="4" name="Foliennummernplatzhalter 3"/>
          <p:cNvSpPr>
            <a:spLocks noGrp="1"/>
          </p:cNvSpPr>
          <p:nvPr>
            <p:ph type="sldNum" sz="quarter" idx="5"/>
          </p:nvPr>
        </p:nvSpPr>
        <p:spPr/>
        <p:txBody>
          <a:bodyPr/>
          <a:lstStyle/>
          <a:p>
            <a:pPr rtl="0"/>
            <a:fld id="{22289C57-55D7-40A4-A101-E74FAC7A092B}" type="slidenum">
              <a:rPr lang="de-DE" smtClean="0"/>
              <a:t>7</a:t>
            </a:fld>
            <a:endParaRPr lang="de-DE" dirty="0"/>
          </a:p>
        </p:txBody>
      </p:sp>
    </p:spTree>
    <p:extLst>
      <p:ext uri="{BB962C8B-B14F-4D97-AF65-F5344CB8AC3E}">
        <p14:creationId xmlns:p14="http://schemas.microsoft.com/office/powerpoint/2010/main" val="14910869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indent="-171450">
              <a:buFont typeface="Arial" panose="020B0604020202020204" pitchFamily="34" charset="0"/>
              <a:buChar char="•"/>
            </a:pPr>
            <a:r>
              <a:rPr lang="de-DE" dirty="0"/>
              <a:t>Das dritte Problem betrifft Sicherheit</a:t>
            </a:r>
          </a:p>
          <a:p>
            <a:pPr marL="171450" indent="-171450">
              <a:buFont typeface="Arial" panose="020B0604020202020204" pitchFamily="34" charset="0"/>
              <a:buChar char="•"/>
            </a:pPr>
            <a:r>
              <a:rPr lang="de-DE" dirty="0"/>
              <a:t>TCP ist das Transportprotokoll – es sorgt dafür dass Pakete ankommen.</a:t>
            </a:r>
          </a:p>
          <a:p>
            <a:pPr marL="171450" indent="-171450">
              <a:buFont typeface="Arial" panose="020B0604020202020204" pitchFamily="34" charset="0"/>
              <a:buChar char="•"/>
            </a:pPr>
            <a:r>
              <a:rPr lang="de-DE" dirty="0"/>
              <a:t>TLS ist die Verschlüsselungsschicht darüber.</a:t>
            </a:r>
          </a:p>
          <a:p>
            <a:pPr marL="171450" indent="-171450">
              <a:buFont typeface="Arial" panose="020B0604020202020204" pitchFamily="34" charset="0"/>
              <a:buChar char="•"/>
            </a:pPr>
            <a:endParaRPr lang="de-DE" dirty="0"/>
          </a:p>
          <a:p>
            <a:pPr marL="171450" indent="-171450">
              <a:buFont typeface="Arial" panose="020B0604020202020204" pitchFamily="34" charset="0"/>
              <a:buChar char="•"/>
            </a:pPr>
            <a:endParaRPr lang="de-DE" dirty="0"/>
          </a:p>
          <a:p>
            <a:pPr marL="171450" indent="-171450">
              <a:buFont typeface="Arial" panose="020B0604020202020204" pitchFamily="34" charset="0"/>
              <a:buChar char="•"/>
            </a:pPr>
            <a:r>
              <a:rPr lang="de-DE" dirty="0"/>
              <a:t>Bei HTTP/2 waren TCP und TLS zwei getrennte Schritte, und weil TLS eine optionale Schicht war, konnte ein Server entscheiden ob er verschlüsselt oder nicht.</a:t>
            </a:r>
          </a:p>
          <a:p>
            <a:pPr marL="171450" indent="-171450">
              <a:buFont typeface="Arial" panose="020B0604020202020204" pitchFamily="34" charset="0"/>
              <a:buChar char="•"/>
            </a:pPr>
            <a:r>
              <a:rPr lang="de-DE" dirty="0"/>
              <a:t>Bei HTTP/3 ist das nicht mehr möglich. QUIC wurde von Grund auf mit TLS 1.3 eingebaut, man kann es nicht ohne Verschlüsselung betreiben. Die Verbindung ist immer geschützt.</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de-DE" dirty="0"/>
              <a:t>Und noch ein Punkt: bei HTTP/2 lagen auch Metadaten wie Paketnummern im Klartext. D.h. ein Angreifer kann daraus Rückschlüsse ziehen, zum Beispiel welche App ihr nutzt oder ob ihr gerade ein Video streamt. </a:t>
            </a:r>
          </a:p>
          <a:p>
            <a:pPr marL="171450" indent="-171450">
              <a:buFont typeface="Arial" panose="020B0604020202020204" pitchFamily="34" charset="0"/>
              <a:buChar char="•"/>
            </a:pPr>
            <a:endParaRPr lang="de-DE" dirty="0"/>
          </a:p>
          <a:p>
            <a:pPr marL="171450" indent="-171450">
              <a:buFont typeface="Arial" panose="020B0604020202020204" pitchFamily="34" charset="0"/>
              <a:buChar char="•"/>
            </a:pPr>
            <a:r>
              <a:rPr lang="de-DE" dirty="0"/>
              <a:t>Bei HTTP/3 sind auch diese Metadaten verschlüsselt – ein Angreifer kann daraus nichts mehr lesen oder ableiten.</a:t>
            </a:r>
          </a:p>
        </p:txBody>
      </p:sp>
      <p:sp>
        <p:nvSpPr>
          <p:cNvPr id="4" name="Foliennummernplatzhalter 3"/>
          <p:cNvSpPr>
            <a:spLocks noGrp="1"/>
          </p:cNvSpPr>
          <p:nvPr>
            <p:ph type="sldNum" sz="quarter" idx="5"/>
          </p:nvPr>
        </p:nvSpPr>
        <p:spPr/>
        <p:txBody>
          <a:bodyPr/>
          <a:lstStyle/>
          <a:p>
            <a:pPr rtl="0"/>
            <a:fld id="{22289C57-55D7-40A4-A101-E74FAC7A092B}" type="slidenum">
              <a:rPr lang="de-DE" smtClean="0"/>
              <a:t>8</a:t>
            </a:fld>
            <a:endParaRPr lang="de-DE" dirty="0"/>
          </a:p>
        </p:txBody>
      </p:sp>
    </p:spTree>
    <p:extLst>
      <p:ext uri="{BB962C8B-B14F-4D97-AF65-F5344CB8AC3E}">
        <p14:creationId xmlns:p14="http://schemas.microsoft.com/office/powerpoint/2010/main" val="14978492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indent="-171450">
              <a:buFont typeface="Arial" panose="020B0604020202020204" pitchFamily="34" charset="0"/>
              <a:buChar char="•"/>
            </a:pPr>
            <a:r>
              <a:rPr lang="de-DE" dirty="0"/>
              <a:t>Das vierte Problem betrifft vor allem Mobilnutzer. </a:t>
            </a:r>
          </a:p>
          <a:p>
            <a:pPr marL="171450" indent="-171450">
              <a:buFont typeface="Arial" panose="020B0604020202020204" pitchFamily="34" charset="0"/>
              <a:buChar char="•"/>
            </a:pPr>
            <a:endParaRPr lang="de-DE" dirty="0"/>
          </a:p>
          <a:p>
            <a:r>
              <a:rPr lang="de-DE" dirty="0"/>
              <a:t>Die Grafik zeigt links und rechts je zwei Situationen – oben der Ausgangszustand, unten nach dem Netzwechsel.</a:t>
            </a:r>
          </a:p>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Links bei HTTP/2: oben ist der Browser im WLAN verbunden – die Verbindung läuft über IP-Adresse A. Dann wechselt das Gerät auf LTE – neue IP-Adresse B. Der gestrichelte rote Pfeil zeigt: die Verbindung ist unterbrochen. TCP kennt nur IP-Adressen – wenn die sich ändert, ist die Verbindung weg. -&gt; D.h. Wenn ihr also aus dem WLAN geht und auf LTE wechselt, ändert sich eure IP – und die Verbindung bricht ab. Ihr müsst alles neu aufbauen.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HTTP/3 löst das mit Connection IDs. Statt der IP-Adresse nutzt QUIC eine eindeutige ID für jede Verbindung. Diese ID bleibt beim Netzwechsel erhalten – der Download läuft einfach weiter, ohne Unterbrechung.</a:t>
            </a:r>
          </a:p>
          <a:p>
            <a:endParaRPr lang="de-DE" dirty="0"/>
          </a:p>
          <a:p>
            <a:pPr marL="0" indent="0">
              <a:buFont typeface="Arial" panose="020B0604020202020204" pitchFamily="34" charset="0"/>
              <a:buNone/>
            </a:pPr>
            <a:endParaRPr lang="en-US" dirty="0"/>
          </a:p>
        </p:txBody>
      </p:sp>
      <p:sp>
        <p:nvSpPr>
          <p:cNvPr id="4" name="Foliennummernplatzhalter 3"/>
          <p:cNvSpPr>
            <a:spLocks noGrp="1"/>
          </p:cNvSpPr>
          <p:nvPr>
            <p:ph type="sldNum" sz="quarter" idx="5"/>
          </p:nvPr>
        </p:nvSpPr>
        <p:spPr/>
        <p:txBody>
          <a:bodyPr/>
          <a:lstStyle/>
          <a:p>
            <a:pPr rtl="0"/>
            <a:fld id="{22289C57-55D7-40A4-A101-E74FAC7A092B}" type="slidenum">
              <a:rPr lang="de-DE" smtClean="0"/>
              <a:t>9</a:t>
            </a:fld>
            <a:endParaRPr lang="de-DE" dirty="0"/>
          </a:p>
        </p:txBody>
      </p:sp>
    </p:spTree>
    <p:extLst>
      <p:ext uri="{BB962C8B-B14F-4D97-AF65-F5344CB8AC3E}">
        <p14:creationId xmlns:p14="http://schemas.microsoft.com/office/powerpoint/2010/main" val="11983856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indent="-171450">
              <a:buFont typeface="Arial" panose="020B0604020202020204" pitchFamily="34" charset="0"/>
              <a:buChar char="•"/>
            </a:pPr>
            <a:r>
              <a:rPr lang="de-DE" dirty="0"/>
              <a:t>Neben den Vorteilen gibt es auch aktuelle Grenzen von HTTP/3.</a:t>
            </a:r>
          </a:p>
          <a:p>
            <a:pPr marL="171450" indent="-171450">
              <a:buFont typeface="Arial" panose="020B0604020202020204" pitchFamily="34" charset="0"/>
              <a:buChar char="•"/>
            </a:pPr>
            <a:endParaRPr lang="en-US" dirty="0"/>
          </a:p>
          <a:p>
            <a:endParaRPr lang="en-US" dirty="0"/>
          </a:p>
          <a:p>
            <a:pPr marL="171450" indent="-171450">
              <a:buFont typeface="Arial" panose="020B0604020202020204" pitchFamily="34" charset="0"/>
              <a:buChar char="•"/>
            </a:pPr>
            <a:r>
              <a:rPr lang="de-DE" dirty="0"/>
              <a:t>Erstens: HTTP/3 läuft über UDP – und viele Firewalls blockieren UDP, weil es keine feste Verbindung aufbaut wie TCP. Deshalb blockieren viele Unternehmen UDP aus Sicherheitsgründen. HTTP/3 erkennt das automatisch und fällt auf HTTP/2 zurück – der Nutzer merkt nichts.</a:t>
            </a:r>
          </a:p>
          <a:p>
            <a:pPr marL="171450" indent="-171450">
              <a:buFont typeface="Arial" panose="020B0604020202020204" pitchFamily="34" charset="0"/>
              <a:buChar char="•"/>
            </a:pPr>
            <a:endParaRPr lang="de-DE" dirty="0"/>
          </a:p>
          <a:p>
            <a:pPr marL="171450" indent="-171450">
              <a:buFont typeface="Arial" panose="020B0604020202020204" pitchFamily="34" charset="0"/>
              <a:buChar char="•"/>
            </a:pPr>
            <a:r>
              <a:rPr lang="de-DE" dirty="0"/>
              <a:t>Zweitens: QUIC läuft nicht direkt im Betriebssystem wie TCP, sondern eine Ebene höher, User Space. Das bedeutet mehr Zwischenschritte bei der Verarbeitung. Dazu kommt: QUIC verschlüsselt jedes Paket einzeln, das kostet extra Rechenleistung. Auf stabilen Netzen wo TCP keine Probleme hat, fällt das ins Gewicht, HTTP/3 kann dort etwas langsamer sein.</a:t>
            </a:r>
          </a:p>
          <a:p>
            <a:pPr marL="171450" indent="-171450">
              <a:buFont typeface="Arial" panose="020B0604020202020204" pitchFamily="34" charset="0"/>
              <a:buChar char="•"/>
            </a:pPr>
            <a:endParaRPr lang="de-DE" dirty="0"/>
          </a:p>
          <a:p>
            <a:pPr marL="171450" indent="-171450">
              <a:buFont typeface="Arial" panose="020B0604020202020204" pitchFamily="34" charset="0"/>
              <a:buChar char="•"/>
            </a:pPr>
            <a:r>
              <a:rPr lang="de-DE" dirty="0"/>
              <a:t>Drittens: QUIC verschlüsselt auch Metadaten. Das schützt den Nutzer, aber Provider hat Problem. Sie nutzen diese Metadaten um Netzwerkprobleme zu erkennen, Angriffe zu filtern und den Traffic zu steuern. Wenn das verschlüsselt ist, können sie ihren eigenen Netzwerkverkehr schlechter analysieren.</a:t>
            </a:r>
          </a:p>
          <a:p>
            <a:pPr marL="171450" indent="-171450">
              <a:buFont typeface="Arial" panose="020B0604020202020204" pitchFamily="34" charset="0"/>
              <a:buChar char="•"/>
            </a:pPr>
            <a:endParaRPr lang="de-DE"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dirty="0"/>
              <a:t>Und viertens: HTTP/3 wurde erst 2022 standardisiert. Große Anbieter wie Google und Cloudflare unterstützen es bereits, aber viele kleinere Server und ältere Infrastrukturen noch nicht.</a:t>
            </a:r>
          </a:p>
          <a:p>
            <a:pPr marL="171450" indent="-171450">
              <a:buFont typeface="Arial" panose="020B0604020202020204" pitchFamily="34" charset="0"/>
              <a:buChar char="•"/>
            </a:pPr>
            <a:endParaRPr lang="en-US" dirty="0"/>
          </a:p>
        </p:txBody>
      </p:sp>
      <p:sp>
        <p:nvSpPr>
          <p:cNvPr id="4" name="Foliennummernplatzhalter 3"/>
          <p:cNvSpPr>
            <a:spLocks noGrp="1"/>
          </p:cNvSpPr>
          <p:nvPr>
            <p:ph type="sldNum" sz="quarter" idx="5"/>
          </p:nvPr>
        </p:nvSpPr>
        <p:spPr/>
        <p:txBody>
          <a:bodyPr/>
          <a:lstStyle/>
          <a:p>
            <a:pPr rtl="0"/>
            <a:fld id="{22289C57-55D7-40A4-A101-E74FAC7A092B}" type="slidenum">
              <a:rPr lang="de-DE" smtClean="0"/>
              <a:t>10</a:t>
            </a:fld>
            <a:endParaRPr lang="de-DE" dirty="0"/>
          </a:p>
        </p:txBody>
      </p:sp>
    </p:spTree>
    <p:extLst>
      <p:ext uri="{BB962C8B-B14F-4D97-AF65-F5344CB8AC3E}">
        <p14:creationId xmlns:p14="http://schemas.microsoft.com/office/powerpoint/2010/main" val="8129092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41918" y="3329790"/>
            <a:ext cx="4941771" cy="3200400"/>
          </a:xfrm>
        </p:spPr>
        <p:txBody>
          <a:bodyPr rtlCol="0" anchor="ctr">
            <a:noAutofit/>
          </a:bodyPr>
          <a:lstStyle>
            <a:lvl1pPr algn="l">
              <a:defRPr lang="de-DE" sz="3600" spc="150" baseline="0"/>
            </a:lvl1pPr>
          </a:lstStyle>
          <a:p>
            <a:pPr rtl="0"/>
            <a:r>
              <a:rPr lang="de-DE"/>
              <a:t>Titel durch Klicken hinzuzufügen</a:t>
            </a:r>
          </a:p>
        </p:txBody>
      </p:sp>
      <p:pic>
        <p:nvPicPr>
          <p:cNvPr id="8" name="Grafik 7">
            <a:extLst>
              <a:ext uri="{FF2B5EF4-FFF2-40B4-BE49-F238E27FC236}">
                <a16:creationId xmlns:a16="http://schemas.microsoft.com/office/drawing/2014/main" id="{A04F1E16-9A84-4D0E-9706-79C396AF6AE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1776826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tx1"/>
        </a:solidFill>
        <a:effectLst/>
      </p:bgPr>
    </p:bg>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D514C6BF-376E-43E8-881D-2E767426990A}"/>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28341" b="23071"/>
          <a:stretch/>
        </p:blipFill>
        <p:spPr>
          <a:xfrm>
            <a:off x="4229100" y="0"/>
            <a:ext cx="7962901" cy="6858000"/>
          </a:xfrm>
          <a:prstGeom prst="rect">
            <a:avLst/>
          </a:prstGeom>
        </p:spPr>
      </p:pic>
      <p:sp>
        <p:nvSpPr>
          <p:cNvPr id="2" name="Titel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500" y="1020445"/>
            <a:ext cx="2895600" cy="1325563"/>
          </a:xfrm>
        </p:spPr>
        <p:txBody>
          <a:bodyPr rtlCol="0" anchor="b">
            <a:normAutofit/>
          </a:bodyPr>
          <a:lstStyle>
            <a:lvl1pPr>
              <a:defRPr lang="de-DE" sz="2800" spc="150" baseline="0">
                <a:solidFill>
                  <a:schemeClr val="bg1"/>
                </a:solidFill>
              </a:defRPr>
            </a:lvl1pPr>
          </a:lstStyle>
          <a:p>
            <a:pPr rtl="0"/>
            <a:r>
              <a:rPr lang="de-DE"/>
              <a:t>Titel durch Klicken hinzuzufügen</a:t>
            </a:r>
          </a:p>
        </p:txBody>
      </p:sp>
      <p:sp>
        <p:nvSpPr>
          <p:cNvPr id="3" name="Inhaltsplatzhalter 2">
            <a:extLst>
              <a:ext uri="{FF2B5EF4-FFF2-40B4-BE49-F238E27FC236}">
                <a16:creationId xmlns:a16="http://schemas.microsoft.com/office/drawing/2014/main" id="{2DA41CE6-5A88-4C5C-B2A4-6A5D2153B16F}"/>
              </a:ext>
            </a:extLst>
          </p:cNvPr>
          <p:cNvSpPr>
            <a:spLocks noGrp="1"/>
          </p:cNvSpPr>
          <p:nvPr>
            <p:ph idx="1" hasCustomPrompt="1"/>
          </p:nvPr>
        </p:nvSpPr>
        <p:spPr>
          <a:xfrm>
            <a:off x="1333500" y="2674013"/>
            <a:ext cx="2895600" cy="3269589"/>
          </a:xfrm>
        </p:spPr>
        <p:txBody>
          <a:bodyPr rtlCol="0">
            <a:normAutofit/>
          </a:bodyPr>
          <a:lstStyle>
            <a:lvl1pPr marL="0" indent="0">
              <a:lnSpc>
                <a:spcPct val="140000"/>
              </a:lnSpc>
              <a:spcBef>
                <a:spcPts val="1000"/>
              </a:spcBef>
              <a:buNone/>
              <a:defRPr lang="de-DE" sz="1800">
                <a:solidFill>
                  <a:schemeClr val="bg1"/>
                </a:solidFill>
              </a:defRPr>
            </a:lvl1pPr>
            <a:lvl2pPr marL="457200" indent="0">
              <a:lnSpc>
                <a:spcPct val="140000"/>
              </a:lnSpc>
              <a:spcBef>
                <a:spcPts val="1000"/>
              </a:spcBef>
              <a:buNone/>
              <a:defRPr lang="de-DE" sz="1800">
                <a:solidFill>
                  <a:schemeClr val="bg1"/>
                </a:solidFill>
              </a:defRPr>
            </a:lvl2pPr>
            <a:lvl3pPr marL="914400" indent="0">
              <a:lnSpc>
                <a:spcPct val="140000"/>
              </a:lnSpc>
              <a:spcBef>
                <a:spcPts val="1000"/>
              </a:spcBef>
              <a:buNone/>
              <a:defRPr lang="de-DE" sz="1800">
                <a:solidFill>
                  <a:schemeClr val="bg1"/>
                </a:solidFill>
              </a:defRPr>
            </a:lvl3pPr>
            <a:lvl4pPr marL="1371600" indent="0">
              <a:lnSpc>
                <a:spcPct val="140000"/>
              </a:lnSpc>
              <a:spcBef>
                <a:spcPts val="1000"/>
              </a:spcBef>
              <a:buNone/>
              <a:defRPr lang="de-DE" sz="1800">
                <a:solidFill>
                  <a:schemeClr val="bg1"/>
                </a:solidFill>
              </a:defRPr>
            </a:lvl4pPr>
            <a:lvl5pPr marL="1828800" indent="0">
              <a:lnSpc>
                <a:spcPct val="140000"/>
              </a:lnSpc>
              <a:spcBef>
                <a:spcPts val="1000"/>
              </a:spcBef>
              <a:buNone/>
              <a:defRPr lang="de-DE" sz="1800">
                <a:solidFill>
                  <a:schemeClr val="bg1"/>
                </a:solidFill>
              </a:defRPr>
            </a:lvl5pPr>
          </a:lstStyle>
          <a:p>
            <a:pPr lvl="0" rtl="0"/>
            <a:r>
              <a:rPr lang="de-DE"/>
              <a:t>Klicken, um Inhalt hinzuzufügen</a:t>
            </a:r>
          </a:p>
          <a:p>
            <a:pPr lvl="1" rtl="0"/>
            <a:r>
              <a:rPr lang="de-DE"/>
              <a:t>Zweite Ebene</a:t>
            </a:r>
          </a:p>
          <a:p>
            <a:pPr lvl="2" rtl="0"/>
            <a:r>
              <a:rPr lang="de-DE"/>
              <a:t>Dritte Ebene</a:t>
            </a:r>
          </a:p>
          <a:p>
            <a:pPr lvl="3" rtl="0"/>
            <a:r>
              <a:rPr lang="de-DE"/>
              <a:t>Vierte Ebene</a:t>
            </a:r>
          </a:p>
          <a:p>
            <a:pPr lvl="4" rtl="0"/>
            <a:r>
              <a:rPr lang="de-DE"/>
              <a:t>Fünfte Ebene</a:t>
            </a:r>
          </a:p>
        </p:txBody>
      </p:sp>
      <p:sp>
        <p:nvSpPr>
          <p:cNvPr id="5" name="Fußzeilenplatzhalter 4">
            <a:extLst>
              <a:ext uri="{FF2B5EF4-FFF2-40B4-BE49-F238E27FC236}">
                <a16:creationId xmlns:a16="http://schemas.microsoft.com/office/drawing/2014/main" id="{7727F11D-8AF8-44D6-A48B-D8C7779B8B08}"/>
              </a:ext>
            </a:extLst>
          </p:cNvPr>
          <p:cNvSpPr>
            <a:spLocks noGrp="1"/>
          </p:cNvSpPr>
          <p:nvPr>
            <p:ph type="ftr" sz="quarter" idx="11"/>
          </p:nvPr>
        </p:nvSpPr>
        <p:spPr>
          <a:xfrm>
            <a:off x="1333500" y="6356349"/>
            <a:ext cx="3819228" cy="365125"/>
          </a:xfrm>
        </p:spPr>
        <p:txBody>
          <a:bodyPr rtlCol="0"/>
          <a:lstStyle>
            <a:lvl1pPr algn="l">
              <a:defRPr lang="de-DE" sz="900"/>
            </a:lvl1pPr>
          </a:lstStyle>
          <a:p>
            <a:pPr rtl="0"/>
            <a:r>
              <a:rPr lang="de-DE"/>
              <a:t>PRÄSENTATIONSTITEL</a:t>
            </a:r>
          </a:p>
        </p:txBody>
      </p:sp>
      <p:sp>
        <p:nvSpPr>
          <p:cNvPr id="6" name="Foliennummernplatzhalter 5">
            <a:extLst>
              <a:ext uri="{FF2B5EF4-FFF2-40B4-BE49-F238E27FC236}">
                <a16:creationId xmlns:a16="http://schemas.microsoft.com/office/drawing/2014/main" id="{658C0879-6B0F-4AF6-A997-EC61DA8964AE}"/>
              </a:ext>
            </a:extLst>
          </p:cNvPr>
          <p:cNvSpPr>
            <a:spLocks noGrp="1"/>
          </p:cNvSpPr>
          <p:nvPr>
            <p:ph type="sldNum" sz="quarter" idx="12"/>
          </p:nvPr>
        </p:nvSpPr>
        <p:spPr>
          <a:xfrm>
            <a:off x="10373350" y="6356349"/>
            <a:ext cx="987552" cy="365125"/>
          </a:xfrm>
        </p:spPr>
        <p:txBody>
          <a:bodyPr rtlCol="0"/>
          <a:lstStyle>
            <a:lvl1pPr>
              <a:defRPr lang="de-DE" sz="900"/>
            </a:lvl1pPr>
          </a:lstStyle>
          <a:p>
            <a:pPr rtl="0"/>
            <a:fld id="{A49DFD55-3C28-40EF-9E31-A92D2E4017FF}" type="slidenum">
              <a:rPr lang="de-DE" smtClean="0"/>
              <a:pPr/>
              <a:t>‹Nr.›</a:t>
            </a:fld>
            <a:endParaRPr lang="de-DE" dirty="0"/>
          </a:p>
        </p:txBody>
      </p:sp>
    </p:spTree>
    <p:extLst>
      <p:ext uri="{BB962C8B-B14F-4D97-AF65-F5344CB8AC3E}">
        <p14:creationId xmlns:p14="http://schemas.microsoft.com/office/powerpoint/2010/main" val="982124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bschnittsumbruch 1">
    <p:bg>
      <p:bgPr>
        <a:solidFill>
          <a:schemeClr val="accent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018"/>
            <a:ext cx="4179570" cy="3377354"/>
          </a:xfrm>
        </p:spPr>
        <p:txBody>
          <a:bodyPr rtlCol="0" anchor="b">
            <a:noAutofit/>
          </a:bodyPr>
          <a:lstStyle>
            <a:lvl1pPr algn="l">
              <a:defRPr lang="de-DE" sz="3600" spc="150" baseline="0">
                <a:solidFill>
                  <a:schemeClr val="tx1"/>
                </a:solidFill>
              </a:defRPr>
            </a:lvl1pPr>
          </a:lstStyle>
          <a:p>
            <a:pPr rtl="0"/>
            <a:r>
              <a:rPr lang="de-DE"/>
              <a:t>Titel durch Klicken hinzuzufügen</a:t>
            </a:r>
          </a:p>
        </p:txBody>
      </p:sp>
      <p:grpSp>
        <p:nvGrpSpPr>
          <p:cNvPr id="4" name="Gruppieren 3">
            <a:extLst>
              <a:ext uri="{FF2B5EF4-FFF2-40B4-BE49-F238E27FC236}">
                <a16:creationId xmlns:a16="http://schemas.microsoft.com/office/drawing/2014/main" id="{4A96E214-6A61-C8A7-B1DB-C8C260C13441}"/>
              </a:ext>
              <a:ext uri="{C183D7F6-B498-43B3-948B-1728B52AA6E4}">
                <adec:decorative xmlns:adec="http://schemas.microsoft.com/office/drawing/2017/decorative" val="1"/>
              </a:ext>
            </a:extLst>
          </p:cNvPr>
          <p:cNvGrpSpPr/>
          <p:nvPr userDrawn="1"/>
        </p:nvGrpSpPr>
        <p:grpSpPr>
          <a:xfrm>
            <a:off x="0" y="0"/>
            <a:ext cx="6557818" cy="6858000"/>
            <a:chOff x="0" y="0"/>
            <a:chExt cx="4762501" cy="5186363"/>
          </a:xfrm>
        </p:grpSpPr>
        <p:cxnSp>
          <p:nvCxnSpPr>
            <p:cNvPr id="5" name="Gerader Verbinder 4">
              <a:extLst>
                <a:ext uri="{FF2B5EF4-FFF2-40B4-BE49-F238E27FC236}">
                  <a16:creationId xmlns:a16="http://schemas.microsoft.com/office/drawing/2014/main" id="{A18BC1BC-99D6-D9F4-19F9-AAE722E2AE61}"/>
                </a:ext>
              </a:extLst>
            </p:cNvPr>
            <p:cNvCxnSpPr>
              <a:cxnSpLocks/>
            </p:cNvCxnSpPr>
            <p:nvPr userDrawn="1"/>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Gerader Verbinder 5">
              <a:extLst>
                <a:ext uri="{FF2B5EF4-FFF2-40B4-BE49-F238E27FC236}">
                  <a16:creationId xmlns:a16="http://schemas.microsoft.com/office/drawing/2014/main" id="{6816F797-248B-2C75-29B9-DB65A809D47B}"/>
                </a:ext>
              </a:extLst>
            </p:cNvPr>
            <p:cNvCxnSpPr>
              <a:cxnSpLocks/>
            </p:cNvCxnSpPr>
            <p:nvPr userDrawn="1"/>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82501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bschnittsumbruch 2">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680"/>
            <a:ext cx="4179570" cy="3376691"/>
          </a:xfrm>
        </p:spPr>
        <p:txBody>
          <a:bodyPr rtlCol="0" anchor="b">
            <a:noAutofit/>
          </a:bodyPr>
          <a:lstStyle>
            <a:lvl1pPr algn="l">
              <a:defRPr lang="de-DE" sz="3600" spc="150" baseline="0">
                <a:solidFill>
                  <a:schemeClr val="bg1"/>
                </a:solidFill>
              </a:defRPr>
            </a:lvl1pPr>
          </a:lstStyle>
          <a:p>
            <a:pPr rtl="0"/>
            <a:r>
              <a:rPr lang="de-DE"/>
              <a:t>Titel durch Klicken hinzuzufügen</a:t>
            </a:r>
          </a:p>
        </p:txBody>
      </p:sp>
      <p:cxnSp>
        <p:nvCxnSpPr>
          <p:cNvPr id="7" name="Gerader Verbinder 6">
            <a:extLst>
              <a:ext uri="{FF2B5EF4-FFF2-40B4-BE49-F238E27FC236}">
                <a16:creationId xmlns:a16="http://schemas.microsoft.com/office/drawing/2014/main" id="{5D8E94DD-0F7B-3F92-58EA-5F06D557BF40}"/>
              </a:ext>
              <a:ext uri="{C183D7F6-B498-43B3-948B-1728B52AA6E4}">
                <adec:decorative xmlns:adec="http://schemas.microsoft.com/office/drawing/2017/decorative" val="1"/>
              </a:ext>
            </a:extLst>
          </p:cNvPr>
          <p:cNvCxnSpPr>
            <a:cxnSpLocks/>
          </p:cNvCxnSpPr>
          <p:nvPr userDrawn="1"/>
        </p:nvCxnSpPr>
        <p:spPr>
          <a:xfrm>
            <a:off x="3990667" y="0"/>
            <a:ext cx="1126278" cy="251229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Bildplatzhalter 8">
            <a:extLst>
              <a:ext uri="{FF2B5EF4-FFF2-40B4-BE49-F238E27FC236}">
                <a16:creationId xmlns:a16="http://schemas.microsoft.com/office/drawing/2014/main" id="{419F5397-34DB-BC88-ADF5-AA470A06FE50}"/>
              </a:ext>
            </a:extLst>
          </p:cNvPr>
          <p:cNvSpPr>
            <a:spLocks noGrp="1"/>
          </p:cNvSpPr>
          <p:nvPr>
            <p:ph type="pic" sz="quarter" idx="10"/>
          </p:nvPr>
        </p:nvSpPr>
        <p:spPr>
          <a:xfrm>
            <a:off x="0" y="-5080"/>
            <a:ext cx="6576291" cy="6872605"/>
          </a:xfrm>
          <a:custGeom>
            <a:avLst/>
            <a:gdLst>
              <a:gd name="connsiteX0" fmla="*/ 0 w 6576291"/>
              <a:gd name="connsiteY0" fmla="*/ 0 h 6867525"/>
              <a:gd name="connsiteX1" fmla="*/ 6576291 w 6576291"/>
              <a:gd name="connsiteY1" fmla="*/ 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044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 name="connsiteX0" fmla="*/ 0 w 6576291"/>
              <a:gd name="connsiteY0" fmla="*/ 0 h 6867525"/>
              <a:gd name="connsiteX1" fmla="*/ 3624811 w 6576291"/>
              <a:gd name="connsiteY1" fmla="*/ 1016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298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6291" h="6872605">
                <a:moveTo>
                  <a:pt x="0" y="5080"/>
                </a:moveTo>
                <a:lnTo>
                  <a:pt x="3629891" y="0"/>
                </a:lnTo>
                <a:lnTo>
                  <a:pt x="6576291" y="6872605"/>
                </a:lnTo>
                <a:lnTo>
                  <a:pt x="0" y="6872605"/>
                </a:lnTo>
                <a:lnTo>
                  <a:pt x="0" y="5080"/>
                </a:lnTo>
                <a:close/>
              </a:path>
            </a:pathLst>
          </a:custGeom>
        </p:spPr>
        <p:txBody>
          <a:bodyPr lIns="182880" tIns="182880" bIns="91440" rtlCol="0">
            <a:normAutofit/>
          </a:bodyPr>
          <a:lstStyle>
            <a:lvl1pPr marL="0" indent="0">
              <a:buNone/>
              <a:defRPr lang="de-DE" sz="2000">
                <a:solidFill>
                  <a:schemeClr val="bg1"/>
                </a:solidFill>
              </a:defRPr>
            </a:lvl1pPr>
          </a:lstStyle>
          <a:p>
            <a:pPr rtl="0"/>
            <a:r>
              <a:rPr lang="de-DE"/>
              <a:t>Bild durch Klicken auf Symbol hinzufügen</a:t>
            </a:r>
            <a:endParaRPr lang="de-DE" dirty="0"/>
          </a:p>
        </p:txBody>
      </p:sp>
    </p:spTree>
    <p:extLst>
      <p:ext uri="{BB962C8B-B14F-4D97-AF65-F5344CB8AC3E}">
        <p14:creationId xmlns:p14="http://schemas.microsoft.com/office/powerpoint/2010/main" val="3754018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inführu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3A3821F-4537-4AE7-8829-C2E3AE60F6E1}"/>
              </a:ext>
            </a:extLst>
          </p:cNvPr>
          <p:cNvSpPr>
            <a:spLocks noGrp="1"/>
          </p:cNvSpPr>
          <p:nvPr>
            <p:ph type="title" hasCustomPrompt="1"/>
          </p:nvPr>
        </p:nvSpPr>
        <p:spPr>
          <a:xfrm>
            <a:off x="1322318" y="268360"/>
            <a:ext cx="7288282" cy="2121177"/>
          </a:xfrm>
        </p:spPr>
        <p:txBody>
          <a:bodyPr rtlCol="0" anchor="b">
            <a:normAutofit/>
          </a:bodyPr>
          <a:lstStyle>
            <a:lvl1pPr>
              <a:defRPr lang="de-DE" sz="2800" kern="1200" spc="150" baseline="0" dirty="0">
                <a:solidFill>
                  <a:schemeClr val="tx1"/>
                </a:solidFill>
                <a:latin typeface="+mj-lt"/>
                <a:ea typeface="+mj-ea"/>
                <a:cs typeface="+mj-cs"/>
              </a:defRPr>
            </a:lvl1pPr>
          </a:lstStyle>
          <a:p>
            <a:pPr rtl="0"/>
            <a:r>
              <a:rPr lang="de-DE"/>
              <a:t>Titel durch Klicken hinzuzufügen</a:t>
            </a:r>
          </a:p>
        </p:txBody>
      </p:sp>
      <p:sp>
        <p:nvSpPr>
          <p:cNvPr id="3" name="Inhaltsplatzhalter 3">
            <a:extLst>
              <a:ext uri="{FF2B5EF4-FFF2-40B4-BE49-F238E27FC236}">
                <a16:creationId xmlns:a16="http://schemas.microsoft.com/office/drawing/2014/main" id="{EAC9D25F-5B3D-F5B2-5D02-C6BC6AA8987B}"/>
              </a:ext>
            </a:extLst>
          </p:cNvPr>
          <p:cNvSpPr>
            <a:spLocks noGrp="1"/>
          </p:cNvSpPr>
          <p:nvPr>
            <p:ph sz="half" idx="2" hasCustomPrompt="1"/>
          </p:nvPr>
        </p:nvSpPr>
        <p:spPr>
          <a:xfrm>
            <a:off x="1322388" y="2763078"/>
            <a:ext cx="7288212" cy="3407051"/>
          </a:xfrm>
        </p:spPr>
        <p:txBody>
          <a:bodyPr rtlCol="0">
            <a:normAutofit/>
          </a:bodyPr>
          <a:lstStyle>
            <a:lvl1pPr marL="0" indent="0">
              <a:lnSpc>
                <a:spcPct val="100000"/>
              </a:lnSpc>
              <a:buFont typeface="Arial" panose="020B0604020202020204" pitchFamily="34" charset="0"/>
              <a:buNone/>
              <a:defRPr lang="de-DE" sz="1800" b="1" spc="50" baseline="0"/>
            </a:lvl1pPr>
            <a:lvl2pPr marL="283464" indent="-285750">
              <a:lnSpc>
                <a:spcPct val="100000"/>
              </a:lnSpc>
              <a:spcBef>
                <a:spcPts val="1000"/>
              </a:spcBef>
              <a:buFont typeface="Arial" panose="020B0604020202020204" pitchFamily="34" charset="0"/>
              <a:buChar char="•"/>
              <a:defRPr lang="de-DE" sz="1800" spc="50" baseline="0"/>
            </a:lvl2pPr>
            <a:lvl3pPr marL="566928" indent="-285750">
              <a:lnSpc>
                <a:spcPct val="100000"/>
              </a:lnSpc>
              <a:spcBef>
                <a:spcPts val="1000"/>
              </a:spcBef>
              <a:buFont typeface="Arial" panose="020B0604020202020204" pitchFamily="34" charset="0"/>
              <a:buChar char="•"/>
              <a:defRPr lang="de-DE" sz="1800" spc="50" baseline="0"/>
            </a:lvl3pPr>
            <a:lvl4pPr marL="859536" indent="-285750">
              <a:lnSpc>
                <a:spcPct val="100000"/>
              </a:lnSpc>
              <a:spcBef>
                <a:spcPts val="1000"/>
              </a:spcBef>
              <a:buFont typeface="Arial" panose="020B0604020202020204" pitchFamily="34" charset="0"/>
              <a:buChar char="•"/>
              <a:defRPr lang="de-DE" sz="1800" spc="50" baseline="0"/>
            </a:lvl4pPr>
            <a:lvl5pPr marL="1143000" indent="-285750">
              <a:lnSpc>
                <a:spcPct val="100000"/>
              </a:lnSpc>
              <a:spcBef>
                <a:spcPts val="1000"/>
              </a:spcBef>
              <a:buFont typeface="Arial" panose="020B0604020202020204" pitchFamily="34" charset="0"/>
              <a:buChar char="•"/>
              <a:defRPr lang="de-DE" sz="1800" spc="50" baseline="0"/>
            </a:lvl5pPr>
          </a:lstStyle>
          <a:p>
            <a:pPr lvl="0" rtl="0"/>
            <a:r>
              <a:rPr lang="de-DE"/>
              <a:t>Klicken, um Inhalt hinzuzufügen</a:t>
            </a:r>
          </a:p>
          <a:p>
            <a:pPr lvl="1" rtl="0"/>
            <a:r>
              <a:rPr lang="de-DE"/>
              <a:t>Zweite Ebene</a:t>
            </a:r>
          </a:p>
          <a:p>
            <a:pPr lvl="2" rtl="0"/>
            <a:r>
              <a:rPr lang="de-DE"/>
              <a:t>Dritte Ebene</a:t>
            </a:r>
          </a:p>
          <a:p>
            <a:pPr lvl="3" rtl="0"/>
            <a:r>
              <a:rPr lang="de-DE"/>
              <a:t>Vierte Ebene</a:t>
            </a:r>
          </a:p>
          <a:p>
            <a:pPr lvl="4" rtl="0"/>
            <a:r>
              <a:rPr lang="de-DE"/>
              <a:t>Fünfte Ebene</a:t>
            </a:r>
          </a:p>
        </p:txBody>
      </p:sp>
      <p:grpSp>
        <p:nvGrpSpPr>
          <p:cNvPr id="9" name="Gruppieren 8">
            <a:extLst>
              <a:ext uri="{FF2B5EF4-FFF2-40B4-BE49-F238E27FC236}">
                <a16:creationId xmlns:a16="http://schemas.microsoft.com/office/drawing/2014/main" id="{18E16CF1-2502-F2F0-2C27-2DD7979033E2}"/>
              </a:ext>
              <a:ext uri="{C183D7F6-B498-43B3-948B-1728B52AA6E4}">
                <adec:decorative xmlns:adec="http://schemas.microsoft.com/office/drawing/2017/decorative" val="1"/>
              </a:ext>
            </a:extLst>
          </p:cNvPr>
          <p:cNvGrpSpPr/>
          <p:nvPr userDrawn="1"/>
        </p:nvGrpSpPr>
        <p:grpSpPr>
          <a:xfrm>
            <a:off x="9096374" y="-25401"/>
            <a:ext cx="3095625" cy="6883401"/>
            <a:chOff x="9096375" y="-25401"/>
            <a:chExt cx="3095625" cy="6883401"/>
          </a:xfrm>
        </p:grpSpPr>
        <p:cxnSp>
          <p:nvCxnSpPr>
            <p:cNvPr id="10" name="Gerader Verbinder 9">
              <a:extLst>
                <a:ext uri="{FF2B5EF4-FFF2-40B4-BE49-F238E27FC236}">
                  <a16:creationId xmlns:a16="http://schemas.microsoft.com/office/drawing/2014/main" id="{6322A6FB-333C-65AE-23D8-08BCEA174D43}"/>
                </a:ext>
              </a:extLst>
            </p:cNvPr>
            <p:cNvCxnSpPr/>
            <p:nvPr userDrawn="1"/>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Gerader Verbinder 10">
              <a:extLst>
                <a:ext uri="{FF2B5EF4-FFF2-40B4-BE49-F238E27FC236}">
                  <a16:creationId xmlns:a16="http://schemas.microsoft.com/office/drawing/2014/main" id="{162BB247-4598-A983-DEBF-6F042C1DB0BC}"/>
                </a:ext>
              </a:extLst>
            </p:cNvPr>
            <p:cNvCxnSpPr>
              <a:cxnSpLocks/>
            </p:cNvCxnSpPr>
            <p:nvPr userDrawn="1"/>
          </p:nvCxnSpPr>
          <p:spPr>
            <a:xfrm flipH="1">
              <a:off x="9381744" y="-25401"/>
              <a:ext cx="2810256" cy="68834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 name="Gerader Verbinder 11">
            <a:extLst>
              <a:ext uri="{FF2B5EF4-FFF2-40B4-BE49-F238E27FC236}">
                <a16:creationId xmlns:a16="http://schemas.microsoft.com/office/drawing/2014/main" id="{34E84FEE-D475-A71D-7996-5925602ECF9A}"/>
              </a:ext>
              <a:ext uri="{C183D7F6-B498-43B3-948B-1728B52AA6E4}">
                <adec:decorative xmlns:adec="http://schemas.microsoft.com/office/drawing/2017/decorative" val="1"/>
              </a:ext>
            </a:extLst>
          </p:cNvPr>
          <p:cNvCxnSpPr>
            <a:cxnSpLocks/>
          </p:cNvCxnSpPr>
          <p:nvPr userDrawn="1"/>
        </p:nvCxnSpPr>
        <p:spPr>
          <a:xfrm rot="10800000" flipH="1">
            <a:off x="-1" y="-25403"/>
            <a:ext cx="1210573" cy="2048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ußzeilenplatzhalter 4">
            <a:extLst>
              <a:ext uri="{FF2B5EF4-FFF2-40B4-BE49-F238E27FC236}">
                <a16:creationId xmlns:a16="http://schemas.microsoft.com/office/drawing/2014/main" id="{7459776D-4049-CB00-C321-0627C169BC51}"/>
              </a:ext>
            </a:extLst>
          </p:cNvPr>
          <p:cNvSpPr>
            <a:spLocks noGrp="1"/>
          </p:cNvSpPr>
          <p:nvPr>
            <p:ph type="ftr" sz="quarter" idx="11"/>
          </p:nvPr>
        </p:nvSpPr>
        <p:spPr>
          <a:xfrm>
            <a:off x="1333500" y="6356349"/>
            <a:ext cx="3819228" cy="365125"/>
          </a:xfrm>
        </p:spPr>
        <p:txBody>
          <a:bodyPr rtlCol="0"/>
          <a:lstStyle>
            <a:lvl1pPr algn="l">
              <a:defRPr lang="de-DE" sz="900"/>
            </a:lvl1pPr>
          </a:lstStyle>
          <a:p>
            <a:pPr rtl="0"/>
            <a:r>
              <a:rPr lang="de-DE"/>
              <a:t>PRÄSENTATIONSTITEL</a:t>
            </a:r>
          </a:p>
        </p:txBody>
      </p:sp>
      <p:sp>
        <p:nvSpPr>
          <p:cNvPr id="16" name="Foliennummernplatzhalter 5">
            <a:extLst>
              <a:ext uri="{FF2B5EF4-FFF2-40B4-BE49-F238E27FC236}">
                <a16:creationId xmlns:a16="http://schemas.microsoft.com/office/drawing/2014/main" id="{EDE114AF-34C6-A062-7340-858BC27DA264}"/>
              </a:ext>
            </a:extLst>
          </p:cNvPr>
          <p:cNvSpPr>
            <a:spLocks noGrp="1"/>
          </p:cNvSpPr>
          <p:nvPr>
            <p:ph type="sldNum" sz="quarter" idx="12"/>
          </p:nvPr>
        </p:nvSpPr>
        <p:spPr>
          <a:xfrm>
            <a:off x="10373350" y="6356349"/>
            <a:ext cx="987552" cy="365125"/>
          </a:xfrm>
        </p:spPr>
        <p:txBody>
          <a:bodyPr rtlCol="0"/>
          <a:lstStyle>
            <a:lvl1pPr>
              <a:defRPr lang="de-DE" sz="900"/>
            </a:lvl1pPr>
          </a:lstStyle>
          <a:p>
            <a:pPr rtl="0"/>
            <a:fld id="{A49DFD55-3C28-40EF-9E31-A92D2E4017FF}" type="slidenum">
              <a:rPr lang="de-DE" smtClean="0"/>
              <a:pPr/>
              <a:t>‹Nr.›</a:t>
            </a:fld>
            <a:endParaRPr lang="de-DE" dirty="0"/>
          </a:p>
        </p:txBody>
      </p:sp>
    </p:spTree>
    <p:extLst>
      <p:ext uri="{BB962C8B-B14F-4D97-AF65-F5344CB8AC3E}">
        <p14:creationId xmlns:p14="http://schemas.microsoft.com/office/powerpoint/2010/main" val="4249735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bschnittsumbruch 3">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06400"/>
            <a:ext cx="4179570" cy="3457971"/>
          </a:xfrm>
        </p:spPr>
        <p:txBody>
          <a:bodyPr rtlCol="0" anchor="b">
            <a:noAutofit/>
          </a:bodyPr>
          <a:lstStyle>
            <a:lvl1pPr algn="l">
              <a:defRPr lang="de-DE" sz="3600" spc="150" baseline="0">
                <a:solidFill>
                  <a:schemeClr val="bg1"/>
                </a:solidFill>
              </a:defRPr>
            </a:lvl1pPr>
          </a:lstStyle>
          <a:p>
            <a:pPr rtl="0"/>
            <a:r>
              <a:rPr lang="de-DE"/>
              <a:t>Titel durch Klicken hinzuzufügen</a:t>
            </a:r>
          </a:p>
        </p:txBody>
      </p:sp>
      <p:pic>
        <p:nvPicPr>
          <p:cNvPr id="4" name="Grafik 3">
            <a:extLst>
              <a:ext uri="{FF2B5EF4-FFF2-40B4-BE49-F238E27FC236}">
                <a16:creationId xmlns:a16="http://schemas.microsoft.com/office/drawing/2014/main" id="{5E045004-3604-59DC-13E0-7A0B2DF78C4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440329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Zwei Inhalte 1">
    <p:bg>
      <p:bgPr>
        <a:solidFill>
          <a:schemeClr val="accent1"/>
        </a:solidFill>
        <a:effectLst/>
      </p:bgPr>
    </p:bg>
    <p:spTree>
      <p:nvGrpSpPr>
        <p:cNvPr id="1" name=""/>
        <p:cNvGrpSpPr/>
        <p:nvPr/>
      </p:nvGrpSpPr>
      <p:grpSpPr>
        <a:xfrm>
          <a:off x="0" y="0"/>
          <a:ext cx="0" cy="0"/>
          <a:chOff x="0" y="0"/>
          <a:chExt cx="0" cy="0"/>
        </a:xfrm>
      </p:grpSpPr>
      <p:pic>
        <p:nvPicPr>
          <p:cNvPr id="10" name="Grafik 9">
            <a:extLst>
              <a:ext uri="{FF2B5EF4-FFF2-40B4-BE49-F238E27FC236}">
                <a16:creationId xmlns:a16="http://schemas.microsoft.com/office/drawing/2014/main" id="{955F7B05-9431-1FBA-415D-6CF2DF562B97}"/>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093633" cy="3912394"/>
          </a:xfrm>
          <a:prstGeom prst="rect">
            <a:avLst/>
          </a:prstGeom>
        </p:spPr>
      </p:pic>
      <p:sp>
        <p:nvSpPr>
          <p:cNvPr id="2" name="Titel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568961"/>
            <a:ext cx="8420100" cy="1780860"/>
          </a:xfrm>
        </p:spPr>
        <p:txBody>
          <a:bodyPr rtlCol="0" anchor="b">
            <a:normAutofit/>
          </a:bodyPr>
          <a:lstStyle>
            <a:lvl1pPr>
              <a:defRPr lang="de-DE" sz="2800" kern="1200" spc="150" baseline="0" dirty="0">
                <a:solidFill>
                  <a:schemeClr val="tx1"/>
                </a:solidFill>
                <a:latin typeface="+mj-lt"/>
                <a:ea typeface="+mj-ea"/>
                <a:cs typeface="+mj-cs"/>
              </a:defRPr>
            </a:lvl1pPr>
          </a:lstStyle>
          <a:p>
            <a:pPr rtl="0"/>
            <a:r>
              <a:rPr lang="de-DE"/>
              <a:t>Titel durch Klicken hinzuzufügen</a:t>
            </a:r>
          </a:p>
        </p:txBody>
      </p:sp>
      <p:sp>
        <p:nvSpPr>
          <p:cNvPr id="3" name="Textplatzhalt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97255"/>
            <a:ext cx="3924300" cy="464499"/>
          </a:xfrm>
        </p:spPr>
        <p:txBody>
          <a:bodyPr rtlCol="0" anchor="t">
            <a:normAutofit/>
          </a:bodyPr>
          <a:lstStyle>
            <a:lvl1pPr marL="0" indent="0">
              <a:buNone/>
              <a:defRPr lang="de-DE" sz="1800" b="1" kern="1200" spc="50" baseline="0" dirty="0" smtClean="0">
                <a:solidFill>
                  <a:schemeClr val="tx1"/>
                </a:solidFill>
                <a:latin typeface="+mj-lt"/>
                <a:ea typeface="+mj-ea"/>
                <a:cs typeface="+mj-cs"/>
              </a:defRPr>
            </a:lvl1pPr>
            <a:lvl2pPr marL="457200" indent="0">
              <a:buNone/>
              <a:defRPr lang="de-DE" sz="2000" b="1"/>
            </a:lvl2pPr>
            <a:lvl3pPr marL="914400" indent="0">
              <a:buNone/>
              <a:defRPr lang="de-DE" sz="1800" b="1"/>
            </a:lvl3pPr>
            <a:lvl4pPr marL="1371600" indent="0">
              <a:buNone/>
              <a:defRPr lang="de-DE" sz="1600" b="1"/>
            </a:lvl4pPr>
            <a:lvl5pPr marL="1828800" indent="0">
              <a:buNone/>
              <a:defRPr lang="de-DE" sz="1600" b="1"/>
            </a:lvl5pPr>
            <a:lvl6pPr marL="2286000" indent="0">
              <a:buNone/>
              <a:defRPr lang="de-DE" sz="1600" b="1"/>
            </a:lvl6pPr>
            <a:lvl7pPr marL="2743200" indent="0">
              <a:buNone/>
              <a:defRPr lang="de-DE" sz="1600" b="1"/>
            </a:lvl7pPr>
            <a:lvl8pPr marL="3200400" indent="0">
              <a:buNone/>
              <a:defRPr lang="de-DE" sz="1600" b="1"/>
            </a:lvl8pPr>
            <a:lvl9pPr marL="3657600" indent="0">
              <a:buNone/>
              <a:defRPr lang="de-DE" sz="1600" b="1"/>
            </a:lvl9pPr>
          </a:lstStyle>
          <a:p>
            <a:pPr lvl="0" rtl="0"/>
            <a:r>
              <a:rPr lang="de-DE"/>
              <a:t>Klicken Sie, um Text hinzuzufügen.</a:t>
            </a:r>
          </a:p>
        </p:txBody>
      </p:sp>
      <p:sp>
        <p:nvSpPr>
          <p:cNvPr id="7" name="Inhaltsplatzhalter 3">
            <a:extLst>
              <a:ext uri="{FF2B5EF4-FFF2-40B4-BE49-F238E27FC236}">
                <a16:creationId xmlns:a16="http://schemas.microsoft.com/office/drawing/2014/main" id="{07FF22E3-5928-787E-B062-FA18127D3BD9}"/>
              </a:ext>
            </a:extLst>
          </p:cNvPr>
          <p:cNvSpPr>
            <a:spLocks noGrp="1"/>
          </p:cNvSpPr>
          <p:nvPr>
            <p:ph sz="half" idx="13" hasCustomPrompt="1"/>
          </p:nvPr>
        </p:nvSpPr>
        <p:spPr>
          <a:xfrm>
            <a:off x="2933700" y="3251596"/>
            <a:ext cx="3943627" cy="3234264"/>
          </a:xfrm>
        </p:spPr>
        <p:txBody>
          <a:bodyPr tIns="0" rtlCol="0">
            <a:normAutofit/>
          </a:bodyPr>
          <a:lstStyle>
            <a:lvl1pPr marL="0" indent="0">
              <a:lnSpc>
                <a:spcPct val="100000"/>
              </a:lnSpc>
              <a:buFont typeface="Arial" panose="020B0604020202020204" pitchFamily="34" charset="0"/>
              <a:buNone/>
              <a:defRPr lang="de-DE" sz="1800" b="0" spc="50" baseline="0"/>
            </a:lvl1pPr>
            <a:lvl2pPr marL="283464" indent="-285750">
              <a:lnSpc>
                <a:spcPct val="100000"/>
              </a:lnSpc>
              <a:spcBef>
                <a:spcPts val="1000"/>
              </a:spcBef>
              <a:buFont typeface="Arial" panose="020B0604020202020204" pitchFamily="34" charset="0"/>
              <a:buChar char="•"/>
              <a:defRPr lang="de-DE" sz="1800" spc="50" baseline="0"/>
            </a:lvl2pPr>
            <a:lvl3pPr marL="566928" indent="-285750">
              <a:lnSpc>
                <a:spcPct val="100000"/>
              </a:lnSpc>
              <a:spcBef>
                <a:spcPts val="1000"/>
              </a:spcBef>
              <a:buFont typeface="Arial" panose="020B0604020202020204" pitchFamily="34" charset="0"/>
              <a:buChar char="•"/>
              <a:defRPr lang="de-DE" sz="1800" spc="50" baseline="0"/>
            </a:lvl3pPr>
            <a:lvl4pPr marL="859536" indent="-285750">
              <a:lnSpc>
                <a:spcPct val="100000"/>
              </a:lnSpc>
              <a:spcBef>
                <a:spcPts val="1000"/>
              </a:spcBef>
              <a:buFont typeface="Arial" panose="020B0604020202020204" pitchFamily="34" charset="0"/>
              <a:buChar char="•"/>
              <a:defRPr lang="de-DE" sz="1800" spc="50" baseline="0"/>
            </a:lvl4pPr>
            <a:lvl5pPr marL="1143000" indent="-285750">
              <a:lnSpc>
                <a:spcPct val="100000"/>
              </a:lnSpc>
              <a:spcBef>
                <a:spcPts val="1000"/>
              </a:spcBef>
              <a:buFont typeface="Arial" panose="020B0604020202020204" pitchFamily="34" charset="0"/>
              <a:buChar char="•"/>
              <a:defRPr lang="de-DE" sz="1800" spc="50" baseline="0"/>
            </a:lvl5pPr>
          </a:lstStyle>
          <a:p>
            <a:pPr lvl="0" rtl="0"/>
            <a:r>
              <a:rPr lang="de-DE"/>
              <a:t>Klicken, um Inhalt hinzuzufügen</a:t>
            </a:r>
          </a:p>
          <a:p>
            <a:pPr lvl="1" rtl="0"/>
            <a:r>
              <a:rPr lang="de-DE"/>
              <a:t>Zweite Ebene</a:t>
            </a:r>
          </a:p>
          <a:p>
            <a:pPr lvl="2" rtl="0"/>
            <a:r>
              <a:rPr lang="de-DE"/>
              <a:t>Dritte Ebene</a:t>
            </a:r>
          </a:p>
          <a:p>
            <a:pPr lvl="3" rtl="0"/>
            <a:r>
              <a:rPr lang="de-DE"/>
              <a:t>Vierte Ebene</a:t>
            </a:r>
          </a:p>
          <a:p>
            <a:pPr lvl="4" rtl="0"/>
            <a:r>
              <a:rPr lang="de-DE"/>
              <a:t>Fünfte Ebene</a:t>
            </a:r>
          </a:p>
        </p:txBody>
      </p:sp>
      <p:sp>
        <p:nvSpPr>
          <p:cNvPr id="5" name="Textplatzhalt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97255"/>
            <a:ext cx="3943627" cy="464499"/>
          </a:xfrm>
        </p:spPr>
        <p:txBody>
          <a:bodyPr rtlCol="0" anchor="t">
            <a:normAutofit/>
          </a:bodyPr>
          <a:lstStyle>
            <a:lvl1pPr marL="0" indent="0">
              <a:buNone/>
              <a:defRPr lang="de-DE" sz="1800" b="1" kern="1200" spc="50" baseline="0" dirty="0" smtClean="0">
                <a:solidFill>
                  <a:schemeClr val="tx1"/>
                </a:solidFill>
                <a:latin typeface="+mj-lt"/>
                <a:ea typeface="+mj-ea"/>
                <a:cs typeface="+mj-cs"/>
              </a:defRPr>
            </a:lvl1pPr>
            <a:lvl2pPr marL="457200" indent="0">
              <a:buNone/>
              <a:defRPr lang="de-DE" sz="2000" b="1"/>
            </a:lvl2pPr>
            <a:lvl3pPr marL="914400" indent="0">
              <a:buNone/>
              <a:defRPr lang="de-DE" sz="1800" b="1"/>
            </a:lvl3pPr>
            <a:lvl4pPr marL="1371600" indent="0">
              <a:buNone/>
              <a:defRPr lang="de-DE" sz="1600" b="1"/>
            </a:lvl4pPr>
            <a:lvl5pPr marL="1828800" indent="0">
              <a:buNone/>
              <a:defRPr lang="de-DE" sz="1600" b="1"/>
            </a:lvl5pPr>
            <a:lvl6pPr marL="2286000" indent="0">
              <a:buNone/>
              <a:defRPr lang="de-DE" sz="1600" b="1"/>
            </a:lvl6pPr>
            <a:lvl7pPr marL="2743200" indent="0">
              <a:buNone/>
              <a:defRPr lang="de-DE" sz="1600" b="1"/>
            </a:lvl7pPr>
            <a:lvl8pPr marL="3200400" indent="0">
              <a:buNone/>
              <a:defRPr lang="de-DE" sz="1600" b="1"/>
            </a:lvl8pPr>
            <a:lvl9pPr marL="3657600" indent="0">
              <a:buNone/>
              <a:defRPr lang="de-DE" sz="1600" b="1"/>
            </a:lvl9pPr>
          </a:lstStyle>
          <a:p>
            <a:pPr lvl="0" rtl="0"/>
            <a:r>
              <a:rPr lang="de-DE"/>
              <a:t>Klicken Sie, um Text hinzuzufügen.</a:t>
            </a:r>
          </a:p>
        </p:txBody>
      </p:sp>
      <p:sp>
        <p:nvSpPr>
          <p:cNvPr id="9" name="Inhaltsplatzhalter 3">
            <a:extLst>
              <a:ext uri="{FF2B5EF4-FFF2-40B4-BE49-F238E27FC236}">
                <a16:creationId xmlns:a16="http://schemas.microsoft.com/office/drawing/2014/main" id="{178E4D0B-96F1-45F3-6B2A-5FA31A37257F}"/>
              </a:ext>
            </a:extLst>
          </p:cNvPr>
          <p:cNvSpPr>
            <a:spLocks noGrp="1"/>
          </p:cNvSpPr>
          <p:nvPr>
            <p:ph sz="half" idx="14" hasCustomPrompt="1"/>
          </p:nvPr>
        </p:nvSpPr>
        <p:spPr>
          <a:xfrm>
            <a:off x="7410173" y="3251595"/>
            <a:ext cx="3943627" cy="3234264"/>
          </a:xfrm>
        </p:spPr>
        <p:txBody>
          <a:bodyPr tIns="0" rtlCol="0">
            <a:normAutofit/>
          </a:bodyPr>
          <a:lstStyle>
            <a:lvl1pPr marL="0" indent="0">
              <a:lnSpc>
                <a:spcPct val="100000"/>
              </a:lnSpc>
              <a:buFont typeface="Arial" panose="020B0604020202020204" pitchFamily="34" charset="0"/>
              <a:buNone/>
              <a:defRPr lang="de-DE" sz="1800" b="0" spc="50" baseline="0"/>
            </a:lvl1pPr>
            <a:lvl2pPr marL="283464" indent="-285750">
              <a:lnSpc>
                <a:spcPct val="100000"/>
              </a:lnSpc>
              <a:spcBef>
                <a:spcPts val="1000"/>
              </a:spcBef>
              <a:buFont typeface="Arial" panose="020B0604020202020204" pitchFamily="34" charset="0"/>
              <a:buChar char="•"/>
              <a:defRPr lang="de-DE" sz="1800" spc="50" baseline="0"/>
            </a:lvl2pPr>
            <a:lvl3pPr marL="566928" indent="-285750">
              <a:lnSpc>
                <a:spcPct val="100000"/>
              </a:lnSpc>
              <a:spcBef>
                <a:spcPts val="1000"/>
              </a:spcBef>
              <a:buFont typeface="Arial" panose="020B0604020202020204" pitchFamily="34" charset="0"/>
              <a:buChar char="•"/>
              <a:defRPr lang="de-DE" sz="1800" spc="50" baseline="0"/>
            </a:lvl3pPr>
            <a:lvl4pPr marL="859536" indent="-285750">
              <a:lnSpc>
                <a:spcPct val="100000"/>
              </a:lnSpc>
              <a:spcBef>
                <a:spcPts val="1000"/>
              </a:spcBef>
              <a:buFont typeface="Arial" panose="020B0604020202020204" pitchFamily="34" charset="0"/>
              <a:buChar char="•"/>
              <a:defRPr lang="de-DE" sz="1800" spc="50" baseline="0"/>
            </a:lvl4pPr>
            <a:lvl5pPr marL="1143000" indent="-285750">
              <a:lnSpc>
                <a:spcPct val="100000"/>
              </a:lnSpc>
              <a:spcBef>
                <a:spcPts val="1000"/>
              </a:spcBef>
              <a:buFont typeface="Arial" panose="020B0604020202020204" pitchFamily="34" charset="0"/>
              <a:buChar char="•"/>
              <a:defRPr lang="de-DE" sz="1800" spc="50" baseline="0"/>
            </a:lvl5pPr>
          </a:lstStyle>
          <a:p>
            <a:pPr lvl="0" rtl="0"/>
            <a:r>
              <a:rPr lang="de-DE"/>
              <a:t>Klicken, um Inhalt hinzuzufügen</a:t>
            </a:r>
          </a:p>
          <a:p>
            <a:pPr lvl="1" rtl="0"/>
            <a:r>
              <a:rPr lang="de-DE"/>
              <a:t>Zweite Ebene</a:t>
            </a:r>
          </a:p>
          <a:p>
            <a:pPr lvl="2" rtl="0"/>
            <a:r>
              <a:rPr lang="de-DE"/>
              <a:t>Dritte Ebene</a:t>
            </a:r>
          </a:p>
          <a:p>
            <a:pPr lvl="3" rtl="0"/>
            <a:r>
              <a:rPr lang="de-DE"/>
              <a:t>Vierte Ebene</a:t>
            </a:r>
          </a:p>
          <a:p>
            <a:pPr lvl="4" rtl="0"/>
            <a:r>
              <a:rPr lang="de-DE"/>
              <a:t>Fünfte Ebene</a:t>
            </a:r>
          </a:p>
        </p:txBody>
      </p:sp>
      <p:sp>
        <p:nvSpPr>
          <p:cNvPr id="13" name="Fußzeilenplatzhalter 4">
            <a:extLst>
              <a:ext uri="{FF2B5EF4-FFF2-40B4-BE49-F238E27FC236}">
                <a16:creationId xmlns:a16="http://schemas.microsoft.com/office/drawing/2014/main" id="{5F41582C-9AD2-F126-40F3-D43E77D158C8}"/>
              </a:ext>
            </a:extLst>
          </p:cNvPr>
          <p:cNvSpPr>
            <a:spLocks noGrp="1"/>
          </p:cNvSpPr>
          <p:nvPr>
            <p:ph type="ftr" sz="quarter" idx="11"/>
          </p:nvPr>
        </p:nvSpPr>
        <p:spPr>
          <a:xfrm>
            <a:off x="2969260" y="6356349"/>
            <a:ext cx="3819228" cy="365125"/>
          </a:xfrm>
        </p:spPr>
        <p:txBody>
          <a:bodyPr rtlCol="0"/>
          <a:lstStyle>
            <a:lvl1pPr algn="l">
              <a:defRPr lang="de-DE" sz="900"/>
            </a:lvl1pPr>
          </a:lstStyle>
          <a:p>
            <a:pPr rtl="0"/>
            <a:r>
              <a:rPr lang="de-DE"/>
              <a:t>PRÄSENTATIONSTITEL</a:t>
            </a:r>
          </a:p>
        </p:txBody>
      </p:sp>
      <p:sp>
        <p:nvSpPr>
          <p:cNvPr id="14" name="Foliennummernplatzhalter 5">
            <a:extLst>
              <a:ext uri="{FF2B5EF4-FFF2-40B4-BE49-F238E27FC236}">
                <a16:creationId xmlns:a16="http://schemas.microsoft.com/office/drawing/2014/main" id="{341F76B1-7BEF-7A88-1394-1164BFF082E5}"/>
              </a:ext>
            </a:extLst>
          </p:cNvPr>
          <p:cNvSpPr>
            <a:spLocks noGrp="1"/>
          </p:cNvSpPr>
          <p:nvPr>
            <p:ph type="sldNum" sz="quarter" idx="12"/>
          </p:nvPr>
        </p:nvSpPr>
        <p:spPr>
          <a:xfrm>
            <a:off x="10373350" y="6356349"/>
            <a:ext cx="987552" cy="365125"/>
          </a:xfrm>
        </p:spPr>
        <p:txBody>
          <a:bodyPr rtlCol="0"/>
          <a:lstStyle>
            <a:lvl1pPr>
              <a:defRPr lang="de-DE" sz="900"/>
            </a:lvl1pPr>
          </a:lstStyle>
          <a:p>
            <a:pPr rtl="0"/>
            <a:fld id="{A49DFD55-3C28-40EF-9E31-A92D2E4017FF}" type="slidenum">
              <a:rPr lang="de-DE" smtClean="0"/>
              <a:pPr/>
              <a:t>‹Nr.›</a:t>
            </a:fld>
            <a:endParaRPr lang="de-DE" dirty="0"/>
          </a:p>
        </p:txBody>
      </p:sp>
    </p:spTree>
    <p:extLst>
      <p:ext uri="{BB962C8B-B14F-4D97-AF65-F5344CB8AC3E}">
        <p14:creationId xmlns:p14="http://schemas.microsoft.com/office/powerpoint/2010/main" val="284012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Zwei Inhalte 2">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CF3B5C-31C4-46BA-9FAD-72DF917A84DA}"/>
              </a:ext>
            </a:extLst>
          </p:cNvPr>
          <p:cNvSpPr>
            <a:spLocks noGrp="1"/>
          </p:cNvSpPr>
          <p:nvPr>
            <p:ph type="title" hasCustomPrompt="1"/>
          </p:nvPr>
        </p:nvSpPr>
        <p:spPr>
          <a:xfrm>
            <a:off x="1341120" y="558801"/>
            <a:ext cx="9953308" cy="1780860"/>
          </a:xfrm>
        </p:spPr>
        <p:txBody>
          <a:bodyPr rtlCol="0" anchor="b">
            <a:normAutofit/>
          </a:bodyPr>
          <a:lstStyle>
            <a:lvl1pPr>
              <a:defRPr lang="de-DE" sz="2800" kern="1200" spc="150" baseline="0" dirty="0">
                <a:solidFill>
                  <a:schemeClr val="tx1"/>
                </a:solidFill>
                <a:latin typeface="+mj-lt"/>
                <a:ea typeface="+mj-ea"/>
                <a:cs typeface="+mj-cs"/>
              </a:defRPr>
            </a:lvl1pPr>
          </a:lstStyle>
          <a:p>
            <a:pPr rtl="0"/>
            <a:r>
              <a:rPr lang="de-DE"/>
              <a:t>Titel durch Klicken hinzuzufügen</a:t>
            </a:r>
          </a:p>
        </p:txBody>
      </p:sp>
      <p:grpSp>
        <p:nvGrpSpPr>
          <p:cNvPr id="10" name="Gruppieren 9">
            <a:extLst>
              <a:ext uri="{FF2B5EF4-FFF2-40B4-BE49-F238E27FC236}">
                <a16:creationId xmlns:a16="http://schemas.microsoft.com/office/drawing/2014/main" id="{6A217F83-0BDB-C70B-29FE-2651DE191533}"/>
              </a:ext>
              <a:ext uri="{C183D7F6-B498-43B3-948B-1728B52AA6E4}">
                <adec:decorative xmlns:adec="http://schemas.microsoft.com/office/drawing/2017/decorative" val="1"/>
              </a:ext>
            </a:extLst>
          </p:cNvPr>
          <p:cNvGrpSpPr/>
          <p:nvPr userDrawn="1"/>
        </p:nvGrpSpPr>
        <p:grpSpPr>
          <a:xfrm>
            <a:off x="4429817" y="0"/>
            <a:ext cx="7762183" cy="2754814"/>
            <a:chOff x="7334250" y="0"/>
            <a:chExt cx="4857750" cy="1724025"/>
          </a:xfrm>
        </p:grpSpPr>
        <p:cxnSp>
          <p:nvCxnSpPr>
            <p:cNvPr id="11" name="Gerader Verbinder 10">
              <a:extLst>
                <a:ext uri="{FF2B5EF4-FFF2-40B4-BE49-F238E27FC236}">
                  <a16:creationId xmlns:a16="http://schemas.microsoft.com/office/drawing/2014/main" id="{E0C62368-3F79-C078-7086-B23D2F5A09F8}"/>
                </a:ext>
              </a:extLst>
            </p:cNvPr>
            <p:cNvCxnSpPr/>
            <p:nvPr userDrawn="1"/>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Gerader Verbinder 11">
              <a:extLst>
                <a:ext uri="{FF2B5EF4-FFF2-40B4-BE49-F238E27FC236}">
                  <a16:creationId xmlns:a16="http://schemas.microsoft.com/office/drawing/2014/main" id="{609BDD71-BF2E-BDB0-A625-D8371AEA1CAB}"/>
                </a:ext>
              </a:extLst>
            </p:cNvPr>
            <p:cNvCxnSpPr>
              <a:cxnSpLocks/>
            </p:cNvCxnSpPr>
            <p:nvPr userDrawn="1"/>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 name="Textplatzhalter 2">
            <a:extLst>
              <a:ext uri="{FF2B5EF4-FFF2-40B4-BE49-F238E27FC236}">
                <a16:creationId xmlns:a16="http://schemas.microsoft.com/office/drawing/2014/main" id="{83354B96-CD25-BE1C-8CA2-3825F820B759}"/>
              </a:ext>
            </a:extLst>
          </p:cNvPr>
          <p:cNvSpPr>
            <a:spLocks noGrp="1"/>
          </p:cNvSpPr>
          <p:nvPr>
            <p:ph type="body" idx="1" hasCustomPrompt="1"/>
          </p:nvPr>
        </p:nvSpPr>
        <p:spPr>
          <a:xfrm>
            <a:off x="1341120" y="2960877"/>
            <a:ext cx="2722880" cy="351284"/>
          </a:xfrm>
        </p:spPr>
        <p:txBody>
          <a:bodyPr rtlCol="0" anchor="t">
            <a:normAutofit/>
          </a:bodyPr>
          <a:lstStyle>
            <a:lvl1pPr marL="0" indent="0">
              <a:buNone/>
              <a:defRPr lang="de-DE" sz="1800" b="1" kern="1200" spc="50" baseline="0" dirty="0" smtClean="0">
                <a:solidFill>
                  <a:schemeClr val="tx1"/>
                </a:solidFill>
                <a:latin typeface="+mj-lt"/>
                <a:ea typeface="+mj-ea"/>
                <a:cs typeface="+mj-cs"/>
              </a:defRPr>
            </a:lvl1pPr>
            <a:lvl2pPr marL="457200" indent="0">
              <a:buNone/>
              <a:defRPr lang="de-DE" sz="2000" b="1"/>
            </a:lvl2pPr>
            <a:lvl3pPr marL="914400" indent="0">
              <a:buNone/>
              <a:defRPr lang="de-DE" sz="1800" b="1"/>
            </a:lvl3pPr>
            <a:lvl4pPr marL="1371600" indent="0">
              <a:buNone/>
              <a:defRPr lang="de-DE" sz="1600" b="1"/>
            </a:lvl4pPr>
            <a:lvl5pPr marL="1828800" indent="0">
              <a:buNone/>
              <a:defRPr lang="de-DE" sz="1600" b="1"/>
            </a:lvl5pPr>
            <a:lvl6pPr marL="2286000" indent="0">
              <a:buNone/>
              <a:defRPr lang="de-DE" sz="1600" b="1"/>
            </a:lvl6pPr>
            <a:lvl7pPr marL="2743200" indent="0">
              <a:buNone/>
              <a:defRPr lang="de-DE" sz="1600" b="1"/>
            </a:lvl7pPr>
            <a:lvl8pPr marL="3200400" indent="0">
              <a:buNone/>
              <a:defRPr lang="de-DE" sz="1600" b="1"/>
            </a:lvl8pPr>
            <a:lvl9pPr marL="3657600" indent="0">
              <a:buNone/>
              <a:defRPr lang="de-DE" sz="1600" b="1"/>
            </a:lvl9pPr>
          </a:lstStyle>
          <a:p>
            <a:pPr lvl="0" rtl="0"/>
            <a:r>
              <a:rPr lang="de-DE"/>
              <a:t>Klicken Sie, um Text hinzuzufügen.</a:t>
            </a:r>
          </a:p>
        </p:txBody>
      </p:sp>
      <p:sp>
        <p:nvSpPr>
          <p:cNvPr id="5" name="Inhaltsplatzhalter 3">
            <a:extLst>
              <a:ext uri="{FF2B5EF4-FFF2-40B4-BE49-F238E27FC236}">
                <a16:creationId xmlns:a16="http://schemas.microsoft.com/office/drawing/2014/main" id="{CDD81865-54C7-7674-4B2E-041D05C1D146}"/>
              </a:ext>
            </a:extLst>
          </p:cNvPr>
          <p:cNvSpPr>
            <a:spLocks noGrp="1"/>
          </p:cNvSpPr>
          <p:nvPr>
            <p:ph sz="half" idx="15" hasCustomPrompt="1"/>
          </p:nvPr>
        </p:nvSpPr>
        <p:spPr>
          <a:xfrm>
            <a:off x="1341120" y="3392035"/>
            <a:ext cx="2722880" cy="2907164"/>
          </a:xfrm>
        </p:spPr>
        <p:txBody>
          <a:bodyPr tIns="0" rtlCol="0">
            <a:normAutofit/>
          </a:bodyPr>
          <a:lstStyle>
            <a:lvl1pPr marL="283464" indent="-283464">
              <a:lnSpc>
                <a:spcPct val="100000"/>
              </a:lnSpc>
              <a:buFont typeface="+mj-lt"/>
              <a:buAutoNum type="arabicPeriod"/>
              <a:defRPr lang="de-DE" sz="1800" b="0" spc="50" baseline="0"/>
            </a:lvl1pPr>
            <a:lvl2pPr marL="566928" indent="-342900">
              <a:lnSpc>
                <a:spcPct val="100000"/>
              </a:lnSpc>
              <a:spcBef>
                <a:spcPts val="1000"/>
              </a:spcBef>
              <a:buFont typeface="+mj-lt"/>
              <a:buAutoNum type="alphaLcPeriod"/>
              <a:defRPr lang="de-DE" sz="1800" spc="50" baseline="0"/>
            </a:lvl2pPr>
            <a:lvl3pPr marL="850392" indent="-342900">
              <a:lnSpc>
                <a:spcPct val="100000"/>
              </a:lnSpc>
              <a:spcBef>
                <a:spcPts val="1000"/>
              </a:spcBef>
              <a:buFont typeface="+mj-lt"/>
              <a:buAutoNum type="arabicParenR"/>
              <a:defRPr lang="de-DE" sz="1800" spc="50" baseline="0"/>
            </a:lvl3pPr>
            <a:lvl4pPr marL="1042416" indent="-342900">
              <a:lnSpc>
                <a:spcPct val="100000"/>
              </a:lnSpc>
              <a:spcBef>
                <a:spcPts val="1000"/>
              </a:spcBef>
              <a:buFont typeface="+mj-lt"/>
              <a:buAutoNum type="alphaLcParenR"/>
              <a:defRPr lang="de-DE" sz="1800" spc="50" baseline="0"/>
            </a:lvl4pPr>
            <a:lvl5pPr marL="1074420" indent="-400050">
              <a:lnSpc>
                <a:spcPct val="100000"/>
              </a:lnSpc>
              <a:spcBef>
                <a:spcPts val="1000"/>
              </a:spcBef>
              <a:buFont typeface="+mj-lt"/>
              <a:buAutoNum type="romanLcPeriod"/>
              <a:defRPr lang="de-DE" sz="1800" spc="50" baseline="0"/>
            </a:lvl5pPr>
          </a:lstStyle>
          <a:p>
            <a:pPr lvl="0" rtl="0"/>
            <a:r>
              <a:rPr lang="de-DE"/>
              <a:t>Klicken, um Inhalt hinzuzufügen</a:t>
            </a:r>
          </a:p>
          <a:p>
            <a:pPr lvl="1" rtl="0"/>
            <a:r>
              <a:rPr lang="de-DE"/>
              <a:t>Zweite Ebene</a:t>
            </a:r>
          </a:p>
          <a:p>
            <a:pPr lvl="2" rtl="0"/>
            <a:r>
              <a:rPr lang="de-DE"/>
              <a:t>Dritte Ebene</a:t>
            </a:r>
          </a:p>
          <a:p>
            <a:pPr lvl="3" rtl="0"/>
            <a:r>
              <a:rPr lang="de-DE"/>
              <a:t>Vierte Ebene</a:t>
            </a:r>
          </a:p>
        </p:txBody>
      </p:sp>
      <p:sp>
        <p:nvSpPr>
          <p:cNvPr id="17" name="Textplatzhalter 2">
            <a:extLst>
              <a:ext uri="{FF2B5EF4-FFF2-40B4-BE49-F238E27FC236}">
                <a16:creationId xmlns:a16="http://schemas.microsoft.com/office/drawing/2014/main" id="{6F39BA57-7F1C-623F-BC7F-B689C5AC33EA}"/>
              </a:ext>
            </a:extLst>
          </p:cNvPr>
          <p:cNvSpPr>
            <a:spLocks noGrp="1"/>
          </p:cNvSpPr>
          <p:nvPr>
            <p:ph type="body" idx="10" hasCustomPrompt="1"/>
          </p:nvPr>
        </p:nvSpPr>
        <p:spPr>
          <a:xfrm>
            <a:off x="4754881" y="2960877"/>
            <a:ext cx="5516880" cy="351284"/>
          </a:xfrm>
        </p:spPr>
        <p:txBody>
          <a:bodyPr rtlCol="0" anchor="t">
            <a:normAutofit/>
          </a:bodyPr>
          <a:lstStyle>
            <a:lvl1pPr marL="0" indent="0">
              <a:buNone/>
              <a:defRPr lang="de-DE" sz="1800" b="1" kern="1200" spc="50" baseline="0" dirty="0" smtClean="0">
                <a:solidFill>
                  <a:schemeClr val="tx1"/>
                </a:solidFill>
                <a:latin typeface="+mj-lt"/>
                <a:ea typeface="+mj-ea"/>
                <a:cs typeface="+mj-cs"/>
              </a:defRPr>
            </a:lvl1pPr>
            <a:lvl2pPr marL="457200" indent="0">
              <a:buNone/>
              <a:defRPr lang="de-DE" sz="2000" b="1"/>
            </a:lvl2pPr>
            <a:lvl3pPr marL="914400" indent="0">
              <a:buNone/>
              <a:defRPr lang="de-DE" sz="1800" b="1"/>
            </a:lvl3pPr>
            <a:lvl4pPr marL="1371600" indent="0">
              <a:buNone/>
              <a:defRPr lang="de-DE" sz="1600" b="1"/>
            </a:lvl4pPr>
            <a:lvl5pPr marL="1828800" indent="0">
              <a:buNone/>
              <a:defRPr lang="de-DE" sz="1600" b="1"/>
            </a:lvl5pPr>
            <a:lvl6pPr marL="2286000" indent="0">
              <a:buNone/>
              <a:defRPr lang="de-DE" sz="1600" b="1"/>
            </a:lvl6pPr>
            <a:lvl7pPr marL="2743200" indent="0">
              <a:buNone/>
              <a:defRPr lang="de-DE" sz="1600" b="1"/>
            </a:lvl7pPr>
            <a:lvl8pPr marL="3200400" indent="0">
              <a:buNone/>
              <a:defRPr lang="de-DE" sz="1600" b="1"/>
            </a:lvl8pPr>
            <a:lvl9pPr marL="3657600" indent="0">
              <a:buNone/>
              <a:defRPr lang="de-DE" sz="1600" b="1"/>
            </a:lvl9pPr>
          </a:lstStyle>
          <a:p>
            <a:pPr lvl="0" rtl="0"/>
            <a:r>
              <a:rPr lang="de-DE"/>
              <a:t>Klicken Sie, um Text hinzuzufügen.</a:t>
            </a:r>
          </a:p>
        </p:txBody>
      </p:sp>
      <p:sp>
        <p:nvSpPr>
          <p:cNvPr id="3" name="Inhaltsplatzhalter 3">
            <a:extLst>
              <a:ext uri="{FF2B5EF4-FFF2-40B4-BE49-F238E27FC236}">
                <a16:creationId xmlns:a16="http://schemas.microsoft.com/office/drawing/2014/main" id="{94BF07A4-5A33-0B3C-A378-AB2435F1D5FF}"/>
              </a:ext>
            </a:extLst>
          </p:cNvPr>
          <p:cNvSpPr>
            <a:spLocks noGrp="1"/>
          </p:cNvSpPr>
          <p:nvPr>
            <p:ph sz="half" idx="14" hasCustomPrompt="1"/>
          </p:nvPr>
        </p:nvSpPr>
        <p:spPr>
          <a:xfrm>
            <a:off x="4754881" y="3324859"/>
            <a:ext cx="5506720" cy="3031489"/>
          </a:xfrm>
        </p:spPr>
        <p:txBody>
          <a:bodyPr tIns="0" rtlCol="0">
            <a:normAutofit/>
          </a:bodyPr>
          <a:lstStyle>
            <a:lvl1pPr marL="0" indent="0">
              <a:lnSpc>
                <a:spcPct val="100000"/>
              </a:lnSpc>
              <a:buFont typeface="Arial" panose="020B0604020202020204" pitchFamily="34" charset="0"/>
              <a:buNone/>
              <a:defRPr lang="de-DE" sz="1800" b="0" spc="50" baseline="0"/>
            </a:lvl1pPr>
            <a:lvl2pPr marL="283464" indent="-285750">
              <a:lnSpc>
                <a:spcPct val="100000"/>
              </a:lnSpc>
              <a:spcBef>
                <a:spcPts val="1000"/>
              </a:spcBef>
              <a:buFont typeface="Arial" panose="020B0604020202020204" pitchFamily="34" charset="0"/>
              <a:buChar char="•"/>
              <a:defRPr lang="de-DE" sz="1800" spc="50" baseline="0"/>
            </a:lvl2pPr>
            <a:lvl3pPr marL="566928" indent="-285750">
              <a:lnSpc>
                <a:spcPct val="100000"/>
              </a:lnSpc>
              <a:spcBef>
                <a:spcPts val="1000"/>
              </a:spcBef>
              <a:buFont typeface="Arial" panose="020B0604020202020204" pitchFamily="34" charset="0"/>
              <a:buChar char="•"/>
              <a:defRPr lang="de-DE" sz="1800" spc="50" baseline="0"/>
            </a:lvl3pPr>
            <a:lvl4pPr marL="859536" indent="-285750">
              <a:lnSpc>
                <a:spcPct val="100000"/>
              </a:lnSpc>
              <a:spcBef>
                <a:spcPts val="1000"/>
              </a:spcBef>
              <a:buFont typeface="Arial" panose="020B0604020202020204" pitchFamily="34" charset="0"/>
              <a:buChar char="•"/>
              <a:defRPr lang="de-DE" sz="1800" spc="50" baseline="0"/>
            </a:lvl4pPr>
            <a:lvl5pPr marL="1143000" indent="-285750">
              <a:lnSpc>
                <a:spcPct val="100000"/>
              </a:lnSpc>
              <a:spcBef>
                <a:spcPts val="1000"/>
              </a:spcBef>
              <a:buFont typeface="Arial" panose="020B0604020202020204" pitchFamily="34" charset="0"/>
              <a:buChar char="•"/>
              <a:defRPr lang="de-DE" sz="1800" spc="50" baseline="0"/>
            </a:lvl5pPr>
          </a:lstStyle>
          <a:p>
            <a:pPr lvl="0" rtl="0"/>
            <a:r>
              <a:rPr lang="de-DE"/>
              <a:t>Klicken, um Inhalt hinzuzufügen</a:t>
            </a:r>
          </a:p>
          <a:p>
            <a:pPr lvl="1" rtl="0"/>
            <a:r>
              <a:rPr lang="de-DE"/>
              <a:t>Zweite Ebene</a:t>
            </a:r>
          </a:p>
          <a:p>
            <a:pPr lvl="2" rtl="0"/>
            <a:r>
              <a:rPr lang="de-DE"/>
              <a:t>Dritte Ebene</a:t>
            </a:r>
          </a:p>
          <a:p>
            <a:pPr lvl="3" rtl="0"/>
            <a:r>
              <a:rPr lang="de-DE"/>
              <a:t>Vierte Ebene</a:t>
            </a:r>
          </a:p>
          <a:p>
            <a:pPr lvl="4" rtl="0"/>
            <a:r>
              <a:rPr lang="de-DE"/>
              <a:t>Fünfte Ebene</a:t>
            </a:r>
          </a:p>
        </p:txBody>
      </p:sp>
      <p:sp>
        <p:nvSpPr>
          <p:cNvPr id="19" name="Fußzeilenplatzhalter 4">
            <a:extLst>
              <a:ext uri="{FF2B5EF4-FFF2-40B4-BE49-F238E27FC236}">
                <a16:creationId xmlns:a16="http://schemas.microsoft.com/office/drawing/2014/main" id="{63DC63A6-41FE-6C2D-9A53-0AE4A6DBF39B}"/>
              </a:ext>
            </a:extLst>
          </p:cNvPr>
          <p:cNvSpPr>
            <a:spLocks noGrp="1"/>
          </p:cNvSpPr>
          <p:nvPr>
            <p:ph type="ftr" sz="quarter" idx="12"/>
          </p:nvPr>
        </p:nvSpPr>
        <p:spPr>
          <a:xfrm>
            <a:off x="1333500" y="6356349"/>
            <a:ext cx="3819228" cy="365125"/>
          </a:xfrm>
        </p:spPr>
        <p:txBody>
          <a:bodyPr rtlCol="0"/>
          <a:lstStyle>
            <a:lvl1pPr algn="l">
              <a:defRPr lang="de-DE" sz="900"/>
            </a:lvl1pPr>
          </a:lstStyle>
          <a:p>
            <a:pPr rtl="0"/>
            <a:r>
              <a:rPr lang="de-DE"/>
              <a:t>PRÄSENTATIONSTITEL</a:t>
            </a:r>
          </a:p>
        </p:txBody>
      </p:sp>
      <p:sp>
        <p:nvSpPr>
          <p:cNvPr id="20" name="Foliennummernplatzhalter 5">
            <a:extLst>
              <a:ext uri="{FF2B5EF4-FFF2-40B4-BE49-F238E27FC236}">
                <a16:creationId xmlns:a16="http://schemas.microsoft.com/office/drawing/2014/main" id="{0B5130EC-B05B-5489-FBEC-DBEB6D1E737D}"/>
              </a:ext>
            </a:extLst>
          </p:cNvPr>
          <p:cNvSpPr>
            <a:spLocks noGrp="1"/>
          </p:cNvSpPr>
          <p:nvPr>
            <p:ph type="sldNum" sz="quarter" idx="13"/>
          </p:nvPr>
        </p:nvSpPr>
        <p:spPr>
          <a:xfrm>
            <a:off x="10373350" y="6356349"/>
            <a:ext cx="987552" cy="365125"/>
          </a:xfrm>
        </p:spPr>
        <p:txBody>
          <a:bodyPr rtlCol="0"/>
          <a:lstStyle>
            <a:lvl1pPr>
              <a:defRPr lang="de-DE" sz="900"/>
            </a:lvl1pPr>
          </a:lstStyle>
          <a:p>
            <a:pPr rtl="0"/>
            <a:fld id="{A49DFD55-3C28-40EF-9E31-A92D2E4017FF}" type="slidenum">
              <a:rPr lang="de-DE" smtClean="0"/>
              <a:pPr/>
              <a:t>‹Nr.›</a:t>
            </a:fld>
            <a:endParaRPr lang="de-DE" dirty="0"/>
          </a:p>
        </p:txBody>
      </p:sp>
    </p:spTree>
    <p:extLst>
      <p:ext uri="{BB962C8B-B14F-4D97-AF65-F5344CB8AC3E}">
        <p14:creationId xmlns:p14="http://schemas.microsoft.com/office/powerpoint/2010/main" val="2112085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Zusammenfassung">
    <p:spTree>
      <p:nvGrpSpPr>
        <p:cNvPr id="1" name=""/>
        <p:cNvGrpSpPr/>
        <p:nvPr/>
      </p:nvGrpSpPr>
      <p:grpSpPr>
        <a:xfrm>
          <a:off x="0" y="0"/>
          <a:ext cx="0" cy="0"/>
          <a:chOff x="0" y="0"/>
          <a:chExt cx="0" cy="0"/>
        </a:xfrm>
      </p:grpSpPr>
      <p:cxnSp>
        <p:nvCxnSpPr>
          <p:cNvPr id="11" name="Gerader Verbinder 10">
            <a:extLst>
              <a:ext uri="{FF2B5EF4-FFF2-40B4-BE49-F238E27FC236}">
                <a16:creationId xmlns:a16="http://schemas.microsoft.com/office/drawing/2014/main" id="{3B2CC92D-F90A-CB67-4860-D6939AC29566}"/>
              </a:ext>
              <a:ext uri="{C183D7F6-B498-43B3-948B-1728B52AA6E4}">
                <adec:decorative xmlns:adec="http://schemas.microsoft.com/office/drawing/2017/decorative" val="1"/>
              </a:ext>
            </a:extLst>
          </p:cNvPr>
          <p:cNvCxnSpPr>
            <a:cxnSpLocks/>
          </p:cNvCxnSpPr>
          <p:nvPr userDrawn="1"/>
        </p:nvCxnSpPr>
        <p:spPr>
          <a:xfrm flipH="1" flipV="1">
            <a:off x="3094182" y="0"/>
            <a:ext cx="1745673" cy="38977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4" y="1671639"/>
            <a:ext cx="5884027" cy="1204912"/>
          </a:xfrm>
        </p:spPr>
        <p:txBody>
          <a:bodyPr rtlCol="0" anchor="b">
            <a:normAutofit/>
          </a:bodyPr>
          <a:lstStyle>
            <a:lvl1pPr>
              <a:defRPr lang="de-DE" sz="2800" kern="1200" spc="150" baseline="0" dirty="0">
                <a:solidFill>
                  <a:schemeClr val="tx1"/>
                </a:solidFill>
                <a:latin typeface="+mj-lt"/>
                <a:ea typeface="+mj-ea"/>
                <a:cs typeface="+mj-cs"/>
              </a:defRPr>
            </a:lvl1pPr>
          </a:lstStyle>
          <a:p>
            <a:pPr rtl="0"/>
            <a:r>
              <a:rPr lang="de-DE"/>
              <a:t>Titel durch Klicken hinzuzufügen</a:t>
            </a:r>
          </a:p>
        </p:txBody>
      </p:sp>
      <p:sp>
        <p:nvSpPr>
          <p:cNvPr id="13" name="Bildplatzhalter 12">
            <a:extLst>
              <a:ext uri="{FF2B5EF4-FFF2-40B4-BE49-F238E27FC236}">
                <a16:creationId xmlns:a16="http://schemas.microsoft.com/office/drawing/2014/main" id="{4C376638-5C5B-8E5B-0C26-8F63B98EA417}"/>
              </a:ext>
            </a:extLst>
          </p:cNvPr>
          <p:cNvSpPr>
            <a:spLocks noGrp="1"/>
          </p:cNvSpPr>
          <p:nvPr>
            <p:ph type="pic" sz="quarter" idx="13"/>
          </p:nvPr>
        </p:nvSpPr>
        <p:spPr>
          <a:xfrm>
            <a:off x="-28230" y="-9144"/>
            <a:ext cx="5481955" cy="6876288"/>
          </a:xfrm>
          <a:custGeom>
            <a:avLst/>
            <a:gdLst>
              <a:gd name="connsiteX0" fmla="*/ 0 w 5476875"/>
              <a:gd name="connsiteY0" fmla="*/ 0 h 6858000"/>
              <a:gd name="connsiteX1" fmla="*/ 547687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0 w 5476875"/>
              <a:gd name="connsiteY0" fmla="*/ 0 h 6858000"/>
              <a:gd name="connsiteX1" fmla="*/ 252031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5080 w 5481955"/>
              <a:gd name="connsiteY0" fmla="*/ 0 h 6858000"/>
              <a:gd name="connsiteX1" fmla="*/ 2525395 w 5481955"/>
              <a:gd name="connsiteY1" fmla="*/ 0 h 6858000"/>
              <a:gd name="connsiteX2" fmla="*/ 5481955 w 5481955"/>
              <a:gd name="connsiteY2" fmla="*/ 6858000 h 6858000"/>
              <a:gd name="connsiteX3" fmla="*/ 5080 w 5481955"/>
              <a:gd name="connsiteY3" fmla="*/ 6858000 h 6858000"/>
              <a:gd name="connsiteX4" fmla="*/ 0 w 5481955"/>
              <a:gd name="connsiteY4" fmla="*/ 4805680 h 6858000"/>
              <a:gd name="connsiteX5" fmla="*/ 5080 w 5481955"/>
              <a:gd name="connsiteY5" fmla="*/ 0 h 685800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81955" h="6863080">
                <a:moveTo>
                  <a:pt x="5080" y="0"/>
                </a:moveTo>
                <a:lnTo>
                  <a:pt x="2525395" y="0"/>
                </a:lnTo>
                <a:lnTo>
                  <a:pt x="5481955" y="6858000"/>
                </a:lnTo>
                <a:lnTo>
                  <a:pt x="899160" y="6863080"/>
                </a:lnTo>
                <a:cubicBezTo>
                  <a:pt x="506307" y="5933440"/>
                  <a:pt x="413173" y="5720080"/>
                  <a:pt x="0" y="4759960"/>
                </a:cubicBezTo>
                <a:cubicBezTo>
                  <a:pt x="1693" y="3158067"/>
                  <a:pt x="3387" y="1601893"/>
                  <a:pt x="5080" y="0"/>
                </a:cubicBezTo>
                <a:close/>
              </a:path>
            </a:pathLst>
          </a:custGeom>
        </p:spPr>
        <p:txBody>
          <a:bodyPr lIns="274320" tIns="91440" bIns="91440" rtlCol="0">
            <a:normAutofit/>
          </a:bodyPr>
          <a:lstStyle>
            <a:lvl1pPr marL="0" indent="0" algn="l">
              <a:buNone/>
              <a:defRPr lang="de-DE" sz="2000">
                <a:solidFill>
                  <a:schemeClr val="tx1"/>
                </a:solidFill>
              </a:defRPr>
            </a:lvl1pPr>
          </a:lstStyle>
          <a:p>
            <a:pPr rtl="0"/>
            <a:r>
              <a:rPr lang="de-DE"/>
              <a:t>Bild durch Klicken auf Symbol hinzufügen</a:t>
            </a:r>
            <a:endParaRPr lang="de-DE" dirty="0"/>
          </a:p>
        </p:txBody>
      </p:sp>
      <p:sp>
        <p:nvSpPr>
          <p:cNvPr id="4" name="Fußzeilenplatzhalter 4">
            <a:extLst>
              <a:ext uri="{FF2B5EF4-FFF2-40B4-BE49-F238E27FC236}">
                <a16:creationId xmlns:a16="http://schemas.microsoft.com/office/drawing/2014/main" id="{04569D00-2037-2A8D-943B-22FAC1C0B690}"/>
              </a:ext>
            </a:extLst>
          </p:cNvPr>
          <p:cNvSpPr>
            <a:spLocks noGrp="1"/>
          </p:cNvSpPr>
          <p:nvPr>
            <p:ph type="ftr" sz="quarter" idx="11"/>
          </p:nvPr>
        </p:nvSpPr>
        <p:spPr>
          <a:xfrm>
            <a:off x="825500" y="6356349"/>
            <a:ext cx="3819228" cy="365125"/>
          </a:xfrm>
        </p:spPr>
        <p:txBody>
          <a:bodyPr rtlCol="0"/>
          <a:lstStyle>
            <a:lvl1pPr algn="l">
              <a:defRPr lang="de-DE" sz="900"/>
            </a:lvl1pPr>
          </a:lstStyle>
          <a:p>
            <a:pPr rtl="0"/>
            <a:r>
              <a:rPr lang="de-DE"/>
              <a:t>PRÄSENTATIONSTITEL</a:t>
            </a:r>
          </a:p>
        </p:txBody>
      </p:sp>
      <p:sp>
        <p:nvSpPr>
          <p:cNvPr id="5" name="Foliennummernplatzhalter 5">
            <a:extLst>
              <a:ext uri="{FF2B5EF4-FFF2-40B4-BE49-F238E27FC236}">
                <a16:creationId xmlns:a16="http://schemas.microsoft.com/office/drawing/2014/main" id="{75967A9D-0B53-4F3F-0872-495C23A33235}"/>
              </a:ext>
            </a:extLst>
          </p:cNvPr>
          <p:cNvSpPr>
            <a:spLocks noGrp="1"/>
          </p:cNvSpPr>
          <p:nvPr>
            <p:ph type="sldNum" sz="quarter" idx="12"/>
          </p:nvPr>
        </p:nvSpPr>
        <p:spPr>
          <a:xfrm>
            <a:off x="10373350" y="6356349"/>
            <a:ext cx="987552" cy="365125"/>
          </a:xfrm>
        </p:spPr>
        <p:txBody>
          <a:bodyPr rtlCol="0"/>
          <a:lstStyle>
            <a:lvl1pPr>
              <a:defRPr lang="de-DE" sz="900"/>
            </a:lvl1pPr>
          </a:lstStyle>
          <a:p>
            <a:pPr rtl="0"/>
            <a:fld id="{A49DFD55-3C28-40EF-9E31-A92D2E4017FF}" type="slidenum">
              <a:rPr lang="de-DE" smtClean="0"/>
              <a:pPr/>
              <a:t>‹Nr.›</a:t>
            </a:fld>
            <a:endParaRPr lang="de-DE" dirty="0"/>
          </a:p>
        </p:txBody>
      </p:sp>
      <p:sp>
        <p:nvSpPr>
          <p:cNvPr id="8" name="Inhaltsplatzhalter 3">
            <a:extLst>
              <a:ext uri="{FF2B5EF4-FFF2-40B4-BE49-F238E27FC236}">
                <a16:creationId xmlns:a16="http://schemas.microsoft.com/office/drawing/2014/main" id="{643B0E9A-A777-8745-6A36-0A79CB5E036B}"/>
              </a:ext>
            </a:extLst>
          </p:cNvPr>
          <p:cNvSpPr>
            <a:spLocks noGrp="1"/>
          </p:cNvSpPr>
          <p:nvPr>
            <p:ph sz="half" idx="14" hasCustomPrompt="1"/>
          </p:nvPr>
        </p:nvSpPr>
        <p:spPr>
          <a:xfrm>
            <a:off x="5453725" y="3660774"/>
            <a:ext cx="5907176" cy="2536826"/>
          </a:xfrm>
        </p:spPr>
        <p:txBody>
          <a:bodyPr tIns="0" rtlCol="0">
            <a:normAutofit/>
          </a:bodyPr>
          <a:lstStyle>
            <a:lvl1pPr marL="0" indent="0">
              <a:lnSpc>
                <a:spcPct val="100000"/>
              </a:lnSpc>
              <a:buFont typeface="Arial" panose="020B0604020202020204" pitchFamily="34" charset="0"/>
              <a:buNone/>
              <a:defRPr lang="de-DE" sz="1800" b="0" spc="50" baseline="0"/>
            </a:lvl1pPr>
            <a:lvl2pPr marL="283464" indent="-285750">
              <a:lnSpc>
                <a:spcPct val="100000"/>
              </a:lnSpc>
              <a:spcBef>
                <a:spcPts val="1000"/>
              </a:spcBef>
              <a:buFont typeface="Arial" panose="020B0604020202020204" pitchFamily="34" charset="0"/>
              <a:buChar char="•"/>
              <a:defRPr lang="de-DE" sz="1800" spc="50" baseline="0"/>
            </a:lvl2pPr>
            <a:lvl3pPr marL="566928" indent="-285750">
              <a:lnSpc>
                <a:spcPct val="100000"/>
              </a:lnSpc>
              <a:spcBef>
                <a:spcPts val="1000"/>
              </a:spcBef>
              <a:buFont typeface="Arial" panose="020B0604020202020204" pitchFamily="34" charset="0"/>
              <a:buChar char="•"/>
              <a:defRPr lang="de-DE" sz="1800" spc="50" baseline="0"/>
            </a:lvl3pPr>
            <a:lvl4pPr marL="859536" indent="-285750">
              <a:lnSpc>
                <a:spcPct val="100000"/>
              </a:lnSpc>
              <a:spcBef>
                <a:spcPts val="1000"/>
              </a:spcBef>
              <a:buFont typeface="Arial" panose="020B0604020202020204" pitchFamily="34" charset="0"/>
              <a:buChar char="•"/>
              <a:defRPr lang="de-DE" sz="1800" spc="50" baseline="0"/>
            </a:lvl4pPr>
            <a:lvl5pPr marL="1152144" indent="-285750">
              <a:lnSpc>
                <a:spcPct val="100000"/>
              </a:lnSpc>
              <a:spcBef>
                <a:spcPts val="1000"/>
              </a:spcBef>
              <a:buFont typeface="Arial" panose="020B0604020202020204" pitchFamily="34" charset="0"/>
              <a:buChar char="•"/>
              <a:defRPr lang="de-DE" sz="1800" spc="50" baseline="0"/>
            </a:lvl5pPr>
          </a:lstStyle>
          <a:p>
            <a:pPr lvl="0" rtl="0"/>
            <a:r>
              <a:rPr lang="de-DE"/>
              <a:t>Klicken, um Inhalt hinzuzufügen</a:t>
            </a:r>
          </a:p>
          <a:p>
            <a:pPr lvl="1" rtl="0"/>
            <a:r>
              <a:rPr lang="de-DE"/>
              <a:t>Zweite Ebene</a:t>
            </a:r>
          </a:p>
          <a:p>
            <a:pPr lvl="2" rtl="0"/>
            <a:r>
              <a:rPr lang="de-DE"/>
              <a:t>Dritte Ebene</a:t>
            </a:r>
          </a:p>
          <a:p>
            <a:pPr lvl="3" rtl="0"/>
            <a:r>
              <a:rPr lang="de-DE"/>
              <a:t>Vierte Ebene</a:t>
            </a:r>
          </a:p>
          <a:p>
            <a:pPr lvl="4" rtl="0"/>
            <a:r>
              <a:rPr lang="de-DE"/>
              <a:t>Fünfte Ebene</a:t>
            </a:r>
          </a:p>
        </p:txBody>
      </p:sp>
    </p:spTree>
    <p:extLst>
      <p:ext uri="{BB962C8B-B14F-4D97-AF65-F5344CB8AC3E}">
        <p14:creationId xmlns:p14="http://schemas.microsoft.com/office/powerpoint/2010/main" val="917780591"/>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elle 1">
    <p:bg>
      <p:bgRef idx="1001">
        <a:schemeClr val="bg1"/>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1" y="895350"/>
            <a:ext cx="3247662" cy="1917700"/>
          </a:xfrm>
        </p:spPr>
        <p:txBody>
          <a:bodyPr rtlCol="0">
            <a:normAutofit/>
          </a:bodyPr>
          <a:lstStyle>
            <a:lvl1pPr algn="l">
              <a:defRPr lang="de-DE" sz="2400" kern="1200" spc="150" baseline="0" dirty="0">
                <a:solidFill>
                  <a:schemeClr val="tx1"/>
                </a:solidFill>
                <a:latin typeface="+mj-lt"/>
                <a:ea typeface="+mj-ea"/>
                <a:cs typeface="+mj-cs"/>
              </a:defRPr>
            </a:lvl1pPr>
          </a:lstStyle>
          <a:p>
            <a:pPr rtl="0"/>
            <a:r>
              <a:rPr lang="de-DE"/>
              <a:t>Titel durch Klicken hinzuzufügen</a:t>
            </a:r>
          </a:p>
        </p:txBody>
      </p:sp>
      <p:sp>
        <p:nvSpPr>
          <p:cNvPr id="3" name="Inhaltsplatzhalter 3">
            <a:extLst>
              <a:ext uri="{FF2B5EF4-FFF2-40B4-BE49-F238E27FC236}">
                <a16:creationId xmlns:a16="http://schemas.microsoft.com/office/drawing/2014/main" id="{A14C3057-3BCC-F9A2-98D8-17DDB36F1823}"/>
              </a:ext>
            </a:extLst>
          </p:cNvPr>
          <p:cNvSpPr>
            <a:spLocks noGrp="1"/>
          </p:cNvSpPr>
          <p:nvPr>
            <p:ph sz="half" idx="16" hasCustomPrompt="1"/>
          </p:nvPr>
        </p:nvSpPr>
        <p:spPr>
          <a:xfrm>
            <a:off x="838200" y="2813049"/>
            <a:ext cx="3247662" cy="3238499"/>
          </a:xfrm>
        </p:spPr>
        <p:txBody>
          <a:bodyPr tIns="0" rtlCol="0">
            <a:normAutofit/>
          </a:bodyPr>
          <a:lstStyle>
            <a:lvl1pPr marL="0" indent="0">
              <a:lnSpc>
                <a:spcPct val="100000"/>
              </a:lnSpc>
              <a:buFont typeface="Arial" panose="020B0604020202020204" pitchFamily="34" charset="0"/>
              <a:buNone/>
              <a:defRPr lang="de-DE" sz="1800" b="0" spc="50" baseline="0"/>
            </a:lvl1pPr>
            <a:lvl2pPr marL="283464" indent="-285750">
              <a:lnSpc>
                <a:spcPct val="100000"/>
              </a:lnSpc>
              <a:spcBef>
                <a:spcPts val="1000"/>
              </a:spcBef>
              <a:buFont typeface="Arial" panose="020B0604020202020204" pitchFamily="34" charset="0"/>
              <a:buChar char="•"/>
              <a:defRPr lang="de-DE" sz="1800" spc="50" baseline="0"/>
            </a:lvl2pPr>
            <a:lvl3pPr marL="566928" indent="-285750">
              <a:lnSpc>
                <a:spcPct val="100000"/>
              </a:lnSpc>
              <a:spcBef>
                <a:spcPts val="1000"/>
              </a:spcBef>
              <a:buFont typeface="Arial" panose="020B0604020202020204" pitchFamily="34" charset="0"/>
              <a:buChar char="•"/>
              <a:defRPr lang="de-DE" sz="1800" spc="50" baseline="0"/>
            </a:lvl3pPr>
            <a:lvl4pPr marL="859536" indent="-285750">
              <a:lnSpc>
                <a:spcPct val="100000"/>
              </a:lnSpc>
              <a:spcBef>
                <a:spcPts val="1000"/>
              </a:spcBef>
              <a:buFont typeface="Arial" panose="020B0604020202020204" pitchFamily="34" charset="0"/>
              <a:buChar char="•"/>
              <a:defRPr lang="de-DE" sz="1800" spc="50" baseline="0"/>
            </a:lvl4pPr>
            <a:lvl5pPr marL="1152144" indent="-285750">
              <a:lnSpc>
                <a:spcPct val="100000"/>
              </a:lnSpc>
              <a:spcBef>
                <a:spcPts val="1000"/>
              </a:spcBef>
              <a:buFont typeface="Arial" panose="020B0604020202020204" pitchFamily="34" charset="0"/>
              <a:buChar char="•"/>
              <a:defRPr lang="de-DE" sz="1800" spc="50" baseline="0"/>
            </a:lvl5pPr>
          </a:lstStyle>
          <a:p>
            <a:pPr lvl="0" rtl="0"/>
            <a:r>
              <a:rPr lang="de-DE"/>
              <a:t>Klicken, um Inhalt hinzuzufügen</a:t>
            </a:r>
          </a:p>
          <a:p>
            <a:pPr lvl="1" rtl="0"/>
            <a:r>
              <a:rPr lang="de-DE"/>
              <a:t>Zweite Ebene</a:t>
            </a:r>
          </a:p>
          <a:p>
            <a:pPr lvl="2" rtl="0"/>
            <a:r>
              <a:rPr lang="de-DE"/>
              <a:t>Dritte Ebene</a:t>
            </a:r>
          </a:p>
          <a:p>
            <a:pPr lvl="3" rtl="0"/>
            <a:r>
              <a:rPr lang="de-DE"/>
              <a:t>Vierte Ebene</a:t>
            </a:r>
          </a:p>
          <a:p>
            <a:pPr lvl="4" rtl="0"/>
            <a:r>
              <a:rPr lang="de-DE"/>
              <a:t>Fünfte Ebene</a:t>
            </a:r>
          </a:p>
        </p:txBody>
      </p:sp>
      <p:sp>
        <p:nvSpPr>
          <p:cNvPr id="8" name="Tabellenplatzhalter 7">
            <a:extLst>
              <a:ext uri="{FF2B5EF4-FFF2-40B4-BE49-F238E27FC236}">
                <a16:creationId xmlns:a16="http://schemas.microsoft.com/office/drawing/2014/main" id="{C3975522-461E-4D79-B5B9-BF9471B54688}"/>
              </a:ext>
            </a:extLst>
          </p:cNvPr>
          <p:cNvSpPr>
            <a:spLocks noGrp="1"/>
          </p:cNvSpPr>
          <p:nvPr>
            <p:ph type="tbl" sz="quarter" idx="14"/>
          </p:nvPr>
        </p:nvSpPr>
        <p:spPr>
          <a:xfrm>
            <a:off x="4216396" y="895927"/>
            <a:ext cx="7137404" cy="5115889"/>
          </a:xfrm>
        </p:spPr>
        <p:txBody>
          <a:bodyPr rtlCol="0">
            <a:normAutofit/>
          </a:bodyPr>
          <a:lstStyle>
            <a:lvl1pPr marL="0" indent="0" algn="ctr">
              <a:buNone/>
              <a:defRPr lang="de-DE" sz="2000"/>
            </a:lvl1pPr>
          </a:lstStyle>
          <a:p>
            <a:pPr rtl="0"/>
            <a:r>
              <a:rPr lang="de-DE"/>
              <a:t>Tabelle durch Klicken auf Symbol hinzufügen</a:t>
            </a:r>
            <a:endParaRPr lang="de-DE" dirty="0"/>
          </a:p>
        </p:txBody>
      </p:sp>
      <p:sp>
        <p:nvSpPr>
          <p:cNvPr id="10" name="Fußzeilenplatzhalter 4">
            <a:extLst>
              <a:ext uri="{FF2B5EF4-FFF2-40B4-BE49-F238E27FC236}">
                <a16:creationId xmlns:a16="http://schemas.microsoft.com/office/drawing/2014/main" id="{5F91997C-538B-C8B9-14D7-31A1932F69C3}"/>
              </a:ext>
            </a:extLst>
          </p:cNvPr>
          <p:cNvSpPr>
            <a:spLocks noGrp="1"/>
          </p:cNvSpPr>
          <p:nvPr>
            <p:ph type="ftr" sz="quarter" idx="11"/>
          </p:nvPr>
        </p:nvSpPr>
        <p:spPr>
          <a:xfrm>
            <a:off x="731615" y="6356349"/>
            <a:ext cx="3819228" cy="365125"/>
          </a:xfrm>
        </p:spPr>
        <p:txBody>
          <a:bodyPr rtlCol="0"/>
          <a:lstStyle>
            <a:lvl1pPr algn="l">
              <a:defRPr lang="de-DE" sz="900"/>
            </a:lvl1pPr>
          </a:lstStyle>
          <a:p>
            <a:pPr rtl="0"/>
            <a:r>
              <a:rPr lang="de-DE"/>
              <a:t>PRÄSENTATIONSTITEL</a:t>
            </a:r>
          </a:p>
        </p:txBody>
      </p:sp>
      <p:sp>
        <p:nvSpPr>
          <p:cNvPr id="11" name="Foliennummernplatzhalter 5">
            <a:extLst>
              <a:ext uri="{FF2B5EF4-FFF2-40B4-BE49-F238E27FC236}">
                <a16:creationId xmlns:a16="http://schemas.microsoft.com/office/drawing/2014/main" id="{1F777EF4-982E-9337-7E82-31DC723C1273}"/>
              </a:ext>
            </a:extLst>
          </p:cNvPr>
          <p:cNvSpPr>
            <a:spLocks noGrp="1"/>
          </p:cNvSpPr>
          <p:nvPr>
            <p:ph type="sldNum" sz="quarter" idx="12"/>
          </p:nvPr>
        </p:nvSpPr>
        <p:spPr>
          <a:xfrm>
            <a:off x="10373350" y="6356349"/>
            <a:ext cx="987552" cy="365125"/>
          </a:xfrm>
        </p:spPr>
        <p:txBody>
          <a:bodyPr rtlCol="0"/>
          <a:lstStyle>
            <a:lvl1pPr>
              <a:defRPr lang="de-DE" sz="900"/>
            </a:lvl1pPr>
          </a:lstStyle>
          <a:p>
            <a:pPr rtl="0"/>
            <a:fld id="{A49DFD55-3C28-40EF-9E31-A92D2E4017FF}" type="slidenum">
              <a:rPr lang="de-DE" smtClean="0"/>
              <a:pPr/>
              <a:t>‹Nr.›</a:t>
            </a:fld>
            <a:endParaRPr lang="de-DE" dirty="0"/>
          </a:p>
        </p:txBody>
      </p:sp>
      <p:grpSp>
        <p:nvGrpSpPr>
          <p:cNvPr id="14" name="Gruppieren 13">
            <a:extLst>
              <a:ext uri="{FF2B5EF4-FFF2-40B4-BE49-F238E27FC236}">
                <a16:creationId xmlns:a16="http://schemas.microsoft.com/office/drawing/2014/main" id="{E34303BA-AFB6-0E22-486F-785994E3B7B1}"/>
              </a:ext>
              <a:ext uri="{C183D7F6-B498-43B3-948B-1728B52AA6E4}">
                <adec:decorative xmlns:adec="http://schemas.microsoft.com/office/drawing/2017/decorative" val="1"/>
              </a:ext>
            </a:extLst>
          </p:cNvPr>
          <p:cNvGrpSpPr/>
          <p:nvPr userDrawn="1"/>
        </p:nvGrpSpPr>
        <p:grpSpPr>
          <a:xfrm>
            <a:off x="0" y="0"/>
            <a:ext cx="2327564" cy="1505528"/>
            <a:chOff x="0" y="0"/>
            <a:chExt cx="2238376" cy="3105150"/>
          </a:xfrm>
        </p:grpSpPr>
        <p:cxnSp>
          <p:nvCxnSpPr>
            <p:cNvPr id="15" name="Gerader Verbinder 14">
              <a:extLst>
                <a:ext uri="{FF2B5EF4-FFF2-40B4-BE49-F238E27FC236}">
                  <a16:creationId xmlns:a16="http://schemas.microsoft.com/office/drawing/2014/main" id="{F66E3A08-02EB-7B54-5089-E7A7F19FD725}"/>
                </a:ext>
              </a:extLst>
            </p:cNvPr>
            <p:cNvCxnSpPr>
              <a:cxnSpLocks/>
            </p:cNvCxnSpPr>
            <p:nvPr userDrawn="1"/>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814F9BE5-00B2-ADDF-771C-AB098B36C820}"/>
                </a:ext>
              </a:extLst>
            </p:cNvPr>
            <p:cNvCxnSpPr>
              <a:cxnSpLocks/>
            </p:cNvCxnSpPr>
            <p:nvPr userDrawn="1"/>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28081630"/>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Zwei Inhalte">
    <p:bg>
      <p:bgPr>
        <a:solidFill>
          <a:schemeClr val="accent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CF3B5C-31C4-46BA-9FAD-72DF917A84DA}"/>
              </a:ext>
            </a:extLst>
          </p:cNvPr>
          <p:cNvSpPr>
            <a:spLocks noGrp="1"/>
          </p:cNvSpPr>
          <p:nvPr>
            <p:ph type="title" hasCustomPrompt="1"/>
          </p:nvPr>
        </p:nvSpPr>
        <p:spPr>
          <a:xfrm>
            <a:off x="838200" y="337192"/>
            <a:ext cx="5655197" cy="1997867"/>
          </a:xfrm>
        </p:spPr>
        <p:txBody>
          <a:bodyPr rtlCol="0" anchor="b">
            <a:normAutofit/>
          </a:bodyPr>
          <a:lstStyle>
            <a:lvl1pPr>
              <a:defRPr lang="de-DE" sz="2800" kern="1200" spc="150" baseline="0" dirty="0">
                <a:solidFill>
                  <a:schemeClr val="tx1"/>
                </a:solidFill>
                <a:latin typeface="+mj-lt"/>
                <a:ea typeface="+mj-ea"/>
                <a:cs typeface="+mj-cs"/>
              </a:defRPr>
            </a:lvl1pPr>
          </a:lstStyle>
          <a:p>
            <a:pPr rtl="0"/>
            <a:r>
              <a:rPr lang="de-DE"/>
              <a:t>Titel durch Klicken hinzuzufügen</a:t>
            </a:r>
          </a:p>
        </p:txBody>
      </p:sp>
      <p:sp>
        <p:nvSpPr>
          <p:cNvPr id="3" name="Textplatzhalt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2705177"/>
            <a:ext cx="5733772" cy="448990"/>
          </a:xfrm>
        </p:spPr>
        <p:txBody>
          <a:bodyPr rtlCol="0" anchor="ctr">
            <a:noAutofit/>
          </a:bodyPr>
          <a:lstStyle>
            <a:lvl1pPr marL="0" indent="0">
              <a:buNone/>
              <a:defRPr lang="de-DE" sz="1800" b="1" kern="1200" spc="50" baseline="0" dirty="0" smtClean="0">
                <a:solidFill>
                  <a:schemeClr val="tx1"/>
                </a:solidFill>
                <a:latin typeface="+mj-lt"/>
                <a:ea typeface="+mj-ea"/>
                <a:cs typeface="+mj-cs"/>
              </a:defRPr>
            </a:lvl1pPr>
            <a:lvl2pPr marL="457200" indent="0">
              <a:buNone/>
              <a:defRPr lang="de-DE" sz="2000" b="1"/>
            </a:lvl2pPr>
            <a:lvl3pPr marL="914400" indent="0">
              <a:buNone/>
              <a:defRPr lang="de-DE" sz="1800" b="1"/>
            </a:lvl3pPr>
            <a:lvl4pPr marL="1371600" indent="0">
              <a:buNone/>
              <a:defRPr lang="de-DE" sz="1600" b="1"/>
            </a:lvl4pPr>
            <a:lvl5pPr marL="1828800" indent="0">
              <a:buNone/>
              <a:defRPr lang="de-DE" sz="1600" b="1"/>
            </a:lvl5pPr>
            <a:lvl6pPr marL="2286000" indent="0">
              <a:buNone/>
              <a:defRPr lang="de-DE" sz="1600" b="1"/>
            </a:lvl6pPr>
            <a:lvl7pPr marL="2743200" indent="0">
              <a:buNone/>
              <a:defRPr lang="de-DE" sz="1600" b="1"/>
            </a:lvl7pPr>
            <a:lvl8pPr marL="3200400" indent="0">
              <a:buNone/>
              <a:defRPr lang="de-DE" sz="1600" b="1"/>
            </a:lvl8pPr>
            <a:lvl9pPr marL="3657600" indent="0">
              <a:buNone/>
              <a:defRPr lang="de-DE" sz="1600" b="1"/>
            </a:lvl9pPr>
          </a:lstStyle>
          <a:p>
            <a:pPr lvl="0" rtl="0"/>
            <a:r>
              <a:rPr lang="de-DE"/>
              <a:t>Klicken Sie, um Text hinzuzufügen.</a:t>
            </a:r>
          </a:p>
        </p:txBody>
      </p:sp>
      <p:sp>
        <p:nvSpPr>
          <p:cNvPr id="4" name="Inhaltsplatzhalter 3">
            <a:extLst>
              <a:ext uri="{FF2B5EF4-FFF2-40B4-BE49-F238E27FC236}">
                <a16:creationId xmlns:a16="http://schemas.microsoft.com/office/drawing/2014/main" id="{AC9B20CF-6B91-4562-B799-0ABDAEBC0D2A}"/>
              </a:ext>
            </a:extLst>
          </p:cNvPr>
          <p:cNvSpPr>
            <a:spLocks noGrp="1"/>
          </p:cNvSpPr>
          <p:nvPr>
            <p:ph sz="half" idx="2" hasCustomPrompt="1"/>
          </p:nvPr>
        </p:nvSpPr>
        <p:spPr>
          <a:xfrm>
            <a:off x="838199" y="3154166"/>
            <a:ext cx="5733773" cy="3032733"/>
          </a:xfrm>
        </p:spPr>
        <p:txBody>
          <a:bodyPr rtlCol="0">
            <a:normAutofit/>
          </a:bodyPr>
          <a:lstStyle>
            <a:lvl1pPr marL="285750" indent="-285750">
              <a:lnSpc>
                <a:spcPct val="100000"/>
              </a:lnSpc>
              <a:buFont typeface="Arial" panose="020B0604020202020204" pitchFamily="34" charset="0"/>
              <a:buChar char="•"/>
              <a:defRPr lang="de-DE" sz="1800" spc="50" baseline="0"/>
            </a:lvl1pPr>
            <a:lvl2pPr marL="742950" indent="-285750">
              <a:lnSpc>
                <a:spcPct val="100000"/>
              </a:lnSpc>
              <a:buFont typeface="Arial" panose="020B0604020202020204" pitchFamily="34" charset="0"/>
              <a:buChar char="•"/>
              <a:defRPr lang="de-DE" sz="1800" spc="50" baseline="0"/>
            </a:lvl2pPr>
            <a:lvl3pPr marL="1200150" indent="-285750">
              <a:lnSpc>
                <a:spcPct val="100000"/>
              </a:lnSpc>
              <a:buFont typeface="Arial" panose="020B0604020202020204" pitchFamily="34" charset="0"/>
              <a:buChar char="•"/>
              <a:defRPr lang="de-DE" sz="1800" spc="50" baseline="0"/>
            </a:lvl3pPr>
            <a:lvl4pPr marL="1657350" indent="-285750">
              <a:lnSpc>
                <a:spcPct val="100000"/>
              </a:lnSpc>
              <a:buFont typeface="Arial" panose="020B0604020202020204" pitchFamily="34" charset="0"/>
              <a:buChar char="•"/>
              <a:defRPr lang="de-DE" sz="1800" spc="50" baseline="0"/>
            </a:lvl4pPr>
            <a:lvl5pPr marL="2114550" indent="-285750">
              <a:lnSpc>
                <a:spcPct val="100000"/>
              </a:lnSpc>
              <a:buFont typeface="Arial" panose="020B0604020202020204" pitchFamily="34" charset="0"/>
              <a:buChar char="•"/>
              <a:defRPr lang="de-DE" sz="1800" spc="50" baseline="0"/>
            </a:lvl5pPr>
          </a:lstStyle>
          <a:p>
            <a:pPr lvl="0" rtl="0"/>
            <a:r>
              <a:rPr lang="de-DE"/>
              <a:t>Klicken, um Inhalt hinzuzufügen</a:t>
            </a:r>
          </a:p>
          <a:p>
            <a:pPr lvl="1" rtl="0"/>
            <a:r>
              <a:rPr lang="de-DE"/>
              <a:t>Zweite Ebene</a:t>
            </a:r>
          </a:p>
          <a:p>
            <a:pPr lvl="2" rtl="0"/>
            <a:r>
              <a:rPr lang="de-DE"/>
              <a:t>Dritte Ebene</a:t>
            </a:r>
          </a:p>
          <a:p>
            <a:pPr lvl="3" rtl="0"/>
            <a:r>
              <a:rPr lang="de-DE"/>
              <a:t>Vierte Ebene</a:t>
            </a:r>
          </a:p>
          <a:p>
            <a:pPr lvl="4" rtl="0"/>
            <a:r>
              <a:rPr lang="de-DE"/>
              <a:t>Fünfte Ebene</a:t>
            </a:r>
          </a:p>
        </p:txBody>
      </p:sp>
      <p:sp>
        <p:nvSpPr>
          <p:cNvPr id="5" name="Textplatzhalt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887108" y="2705177"/>
            <a:ext cx="3943627" cy="448989"/>
          </a:xfrm>
        </p:spPr>
        <p:txBody>
          <a:bodyPr rtlCol="0" anchor="ctr">
            <a:noAutofit/>
          </a:bodyPr>
          <a:lstStyle>
            <a:lvl1pPr marL="0" indent="0">
              <a:buNone/>
              <a:defRPr lang="de-DE" sz="1800" b="1" kern="1200" spc="50" baseline="0" dirty="0" smtClean="0">
                <a:solidFill>
                  <a:schemeClr val="tx1"/>
                </a:solidFill>
                <a:latin typeface="+mj-lt"/>
                <a:ea typeface="+mj-ea"/>
                <a:cs typeface="+mj-cs"/>
              </a:defRPr>
            </a:lvl1pPr>
            <a:lvl2pPr marL="457200" indent="0">
              <a:buNone/>
              <a:defRPr lang="de-DE" sz="2000" b="1"/>
            </a:lvl2pPr>
            <a:lvl3pPr marL="914400" indent="0">
              <a:buNone/>
              <a:defRPr lang="de-DE" sz="1800" b="1"/>
            </a:lvl3pPr>
            <a:lvl4pPr marL="1371600" indent="0">
              <a:buNone/>
              <a:defRPr lang="de-DE" sz="1600" b="1"/>
            </a:lvl4pPr>
            <a:lvl5pPr marL="1828800" indent="0">
              <a:buNone/>
              <a:defRPr lang="de-DE" sz="1600" b="1"/>
            </a:lvl5pPr>
            <a:lvl6pPr marL="2286000" indent="0">
              <a:buNone/>
              <a:defRPr lang="de-DE" sz="1600" b="1"/>
            </a:lvl6pPr>
            <a:lvl7pPr marL="2743200" indent="0">
              <a:buNone/>
              <a:defRPr lang="de-DE" sz="1600" b="1"/>
            </a:lvl7pPr>
            <a:lvl8pPr marL="3200400" indent="0">
              <a:buNone/>
              <a:defRPr lang="de-DE" sz="1600" b="1"/>
            </a:lvl8pPr>
            <a:lvl9pPr marL="3657600" indent="0">
              <a:buNone/>
              <a:defRPr lang="de-DE" sz="1600" b="1"/>
            </a:lvl9pPr>
          </a:lstStyle>
          <a:p>
            <a:pPr lvl="0" rtl="0"/>
            <a:r>
              <a:rPr lang="de-DE"/>
              <a:t>Klicken Sie, um Text hinzuzufügen.</a:t>
            </a:r>
          </a:p>
        </p:txBody>
      </p:sp>
      <p:sp>
        <p:nvSpPr>
          <p:cNvPr id="7" name="Inhaltsplatzhalter 3">
            <a:extLst>
              <a:ext uri="{FF2B5EF4-FFF2-40B4-BE49-F238E27FC236}">
                <a16:creationId xmlns:a16="http://schemas.microsoft.com/office/drawing/2014/main" id="{0120DFF5-B64A-9744-4500-1D7BBA19BF1C}"/>
              </a:ext>
            </a:extLst>
          </p:cNvPr>
          <p:cNvSpPr>
            <a:spLocks noGrp="1"/>
          </p:cNvSpPr>
          <p:nvPr>
            <p:ph sz="half" idx="14" hasCustomPrompt="1"/>
          </p:nvPr>
        </p:nvSpPr>
        <p:spPr>
          <a:xfrm>
            <a:off x="7887107" y="3164867"/>
            <a:ext cx="3943627" cy="3032733"/>
          </a:xfrm>
        </p:spPr>
        <p:txBody>
          <a:bodyPr tIns="0" rtlCol="0">
            <a:normAutofit/>
          </a:bodyPr>
          <a:lstStyle>
            <a:lvl1pPr marL="0" indent="0">
              <a:lnSpc>
                <a:spcPct val="100000"/>
              </a:lnSpc>
              <a:buFont typeface="Arial" panose="020B0604020202020204" pitchFamily="34" charset="0"/>
              <a:buNone/>
              <a:defRPr lang="de-DE" sz="1800" b="0" spc="50" baseline="0"/>
            </a:lvl1pPr>
            <a:lvl2pPr marL="283464" indent="-285750">
              <a:lnSpc>
                <a:spcPct val="100000"/>
              </a:lnSpc>
              <a:spcBef>
                <a:spcPts val="1000"/>
              </a:spcBef>
              <a:buFont typeface="Arial" panose="020B0604020202020204" pitchFamily="34" charset="0"/>
              <a:buChar char="•"/>
              <a:defRPr lang="de-DE" sz="1800" spc="50" baseline="0"/>
            </a:lvl2pPr>
            <a:lvl3pPr marL="566928" indent="-285750">
              <a:lnSpc>
                <a:spcPct val="100000"/>
              </a:lnSpc>
              <a:spcBef>
                <a:spcPts val="1000"/>
              </a:spcBef>
              <a:buFont typeface="Arial" panose="020B0604020202020204" pitchFamily="34" charset="0"/>
              <a:buChar char="•"/>
              <a:defRPr lang="de-DE" sz="1800" spc="50" baseline="0"/>
            </a:lvl3pPr>
            <a:lvl4pPr marL="859536" indent="-285750">
              <a:lnSpc>
                <a:spcPct val="100000"/>
              </a:lnSpc>
              <a:spcBef>
                <a:spcPts val="1000"/>
              </a:spcBef>
              <a:buFont typeface="Arial" panose="020B0604020202020204" pitchFamily="34" charset="0"/>
              <a:buChar char="•"/>
              <a:defRPr lang="de-DE" sz="1800" spc="50" baseline="0"/>
            </a:lvl4pPr>
            <a:lvl5pPr marL="1152144" indent="-285750">
              <a:lnSpc>
                <a:spcPct val="100000"/>
              </a:lnSpc>
              <a:spcBef>
                <a:spcPts val="1000"/>
              </a:spcBef>
              <a:buFont typeface="Arial" panose="020B0604020202020204" pitchFamily="34" charset="0"/>
              <a:buChar char="•"/>
              <a:defRPr lang="de-DE" sz="1800" spc="50" baseline="0"/>
            </a:lvl5pPr>
          </a:lstStyle>
          <a:p>
            <a:pPr lvl="0" rtl="0"/>
            <a:r>
              <a:rPr lang="de-DE"/>
              <a:t>Klicken, um Inhalt hinzuzufügen</a:t>
            </a:r>
          </a:p>
          <a:p>
            <a:pPr lvl="1" rtl="0"/>
            <a:r>
              <a:rPr lang="de-DE"/>
              <a:t>Zweite Ebene</a:t>
            </a:r>
          </a:p>
          <a:p>
            <a:pPr lvl="2" rtl="0"/>
            <a:r>
              <a:rPr lang="de-DE"/>
              <a:t>Dritte Ebene</a:t>
            </a:r>
          </a:p>
          <a:p>
            <a:pPr lvl="3" rtl="0"/>
            <a:r>
              <a:rPr lang="de-DE"/>
              <a:t>Vierte Ebene</a:t>
            </a:r>
          </a:p>
          <a:p>
            <a:pPr lvl="4" rtl="0"/>
            <a:r>
              <a:rPr lang="de-DE"/>
              <a:t>Fünfte Ebene</a:t>
            </a:r>
          </a:p>
        </p:txBody>
      </p:sp>
      <p:sp>
        <p:nvSpPr>
          <p:cNvPr id="8" name="Fußzeilenplatzhalter 7">
            <a:extLst>
              <a:ext uri="{FF2B5EF4-FFF2-40B4-BE49-F238E27FC236}">
                <a16:creationId xmlns:a16="http://schemas.microsoft.com/office/drawing/2014/main" id="{CBE560E3-F935-488F-8F0E-191D7B6B54B8}"/>
              </a:ext>
            </a:extLst>
          </p:cNvPr>
          <p:cNvSpPr>
            <a:spLocks noGrp="1"/>
          </p:cNvSpPr>
          <p:nvPr>
            <p:ph type="ftr" sz="quarter" idx="11"/>
          </p:nvPr>
        </p:nvSpPr>
        <p:spPr>
          <a:xfrm>
            <a:off x="843986" y="6356350"/>
            <a:ext cx="4114800" cy="365125"/>
          </a:xfrm>
        </p:spPr>
        <p:txBody>
          <a:bodyPr rtlCol="0"/>
          <a:lstStyle>
            <a:lvl1pPr algn="l">
              <a:defRPr lang="de-DE" sz="900"/>
            </a:lvl1pPr>
          </a:lstStyle>
          <a:p>
            <a:pPr rtl="0"/>
            <a:r>
              <a:rPr lang="de-DE"/>
              <a:t>PRÄSENTATIONSTITEL</a:t>
            </a:r>
          </a:p>
        </p:txBody>
      </p:sp>
      <p:sp>
        <p:nvSpPr>
          <p:cNvPr id="9" name="Foliennummernplatzhalt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lang="de-DE" sz="900"/>
            </a:lvl1pPr>
          </a:lstStyle>
          <a:p>
            <a:pPr rtl="0"/>
            <a:fld id="{A49DFD55-3C28-40EF-9E31-A92D2E4017FF}" type="slidenum">
              <a:rPr lang="de-DE" smtClean="0"/>
              <a:pPr/>
              <a:t>‹Nr.›</a:t>
            </a:fld>
            <a:endParaRPr lang="de-DE" dirty="0"/>
          </a:p>
        </p:txBody>
      </p:sp>
      <p:pic>
        <p:nvPicPr>
          <p:cNvPr id="13" name="Grafik 12">
            <a:extLst>
              <a:ext uri="{FF2B5EF4-FFF2-40B4-BE49-F238E27FC236}">
                <a16:creationId xmlns:a16="http://schemas.microsoft.com/office/drawing/2014/main" id="{E0588715-35AD-8BE1-A5FC-E28BDD3854A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645" t="319" r="28732" b="73496"/>
          <a:stretch/>
        </p:blipFill>
        <p:spPr>
          <a:xfrm rot="10800000" flipH="1">
            <a:off x="6308436" y="-11"/>
            <a:ext cx="5883564" cy="2366424"/>
          </a:xfrm>
          <a:prstGeom prst="rect">
            <a:avLst/>
          </a:prstGeom>
        </p:spPr>
      </p:pic>
    </p:spTree>
    <p:extLst>
      <p:ext uri="{BB962C8B-B14F-4D97-AF65-F5344CB8AC3E}">
        <p14:creationId xmlns:p14="http://schemas.microsoft.com/office/powerpoint/2010/main" val="24324519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elle 2">
    <p:bg>
      <p:bgRef idx="1001">
        <a:schemeClr val="bg1"/>
      </p:bgRef>
    </p:bg>
    <p:spTree>
      <p:nvGrpSpPr>
        <p:cNvPr id="1" name=""/>
        <p:cNvGrpSpPr/>
        <p:nvPr/>
      </p:nvGrpSpPr>
      <p:grpSpPr>
        <a:xfrm>
          <a:off x="0" y="0"/>
          <a:ext cx="0" cy="0"/>
          <a:chOff x="0" y="0"/>
          <a:chExt cx="0" cy="0"/>
        </a:xfrm>
      </p:grpSpPr>
      <p:grpSp>
        <p:nvGrpSpPr>
          <p:cNvPr id="10" name="Gruppieren 9">
            <a:extLst>
              <a:ext uri="{FF2B5EF4-FFF2-40B4-BE49-F238E27FC236}">
                <a16:creationId xmlns:a16="http://schemas.microsoft.com/office/drawing/2014/main" id="{544E9C70-0200-3C21-7766-CB9EA5FBFA88}"/>
              </a:ext>
              <a:ext uri="{C183D7F6-B498-43B3-948B-1728B52AA6E4}">
                <adec:decorative xmlns:adec="http://schemas.microsoft.com/office/drawing/2017/decorative" val="1"/>
              </a:ext>
            </a:extLst>
          </p:cNvPr>
          <p:cNvGrpSpPr/>
          <p:nvPr userDrawn="1"/>
        </p:nvGrpSpPr>
        <p:grpSpPr>
          <a:xfrm>
            <a:off x="0" y="0"/>
            <a:ext cx="2590800" cy="1027906"/>
            <a:chOff x="0" y="0"/>
            <a:chExt cx="2590800" cy="1027906"/>
          </a:xfrm>
        </p:grpSpPr>
        <p:cxnSp>
          <p:nvCxnSpPr>
            <p:cNvPr id="11" name="Gerader Verbinder 10">
              <a:extLst>
                <a:ext uri="{FF2B5EF4-FFF2-40B4-BE49-F238E27FC236}">
                  <a16:creationId xmlns:a16="http://schemas.microsoft.com/office/drawing/2014/main" id="{1D5E4B16-2071-DEE9-BE53-F35AFBEFCA57}"/>
                </a:ext>
              </a:extLst>
            </p:cNvPr>
            <p:cNvCxnSpPr>
              <a:cxnSpLocks/>
            </p:cNvCxnSpPr>
            <p:nvPr userDrawn="1"/>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Gerader Verbinder 11">
              <a:extLst>
                <a:ext uri="{FF2B5EF4-FFF2-40B4-BE49-F238E27FC236}">
                  <a16:creationId xmlns:a16="http://schemas.microsoft.com/office/drawing/2014/main" id="{1CB2B071-0355-D550-18A8-9D515CA16987}"/>
                </a:ext>
              </a:extLst>
            </p:cNvPr>
            <p:cNvCxnSpPr>
              <a:cxnSpLocks/>
            </p:cNvCxnSpPr>
            <p:nvPr userDrawn="1"/>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el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0" y="353550"/>
            <a:ext cx="10515600" cy="1325563"/>
          </a:xfrm>
        </p:spPr>
        <p:txBody>
          <a:bodyPr rtlCol="0" anchor="b">
            <a:normAutofit/>
          </a:bodyPr>
          <a:lstStyle>
            <a:lvl1pPr algn="ctr">
              <a:defRPr lang="de-DE" sz="2800" kern="1200" spc="150" baseline="0" dirty="0">
                <a:solidFill>
                  <a:schemeClr val="tx1"/>
                </a:solidFill>
                <a:latin typeface="+mj-lt"/>
                <a:ea typeface="+mj-ea"/>
                <a:cs typeface="+mj-cs"/>
              </a:defRPr>
            </a:lvl1pPr>
          </a:lstStyle>
          <a:p>
            <a:pPr rtl="0"/>
            <a:r>
              <a:rPr lang="de-DE"/>
              <a:t>Titel durch Klicken hinzuzufügen</a:t>
            </a:r>
          </a:p>
        </p:txBody>
      </p:sp>
      <p:sp>
        <p:nvSpPr>
          <p:cNvPr id="8" name="Tabellenplatzhalter 7">
            <a:extLst>
              <a:ext uri="{FF2B5EF4-FFF2-40B4-BE49-F238E27FC236}">
                <a16:creationId xmlns:a16="http://schemas.microsoft.com/office/drawing/2014/main" id="{C3975522-461E-4D79-B5B9-BF9471B54688}"/>
              </a:ext>
            </a:extLst>
          </p:cNvPr>
          <p:cNvSpPr>
            <a:spLocks noGrp="1"/>
          </p:cNvSpPr>
          <p:nvPr>
            <p:ph type="tbl" sz="quarter" idx="14"/>
          </p:nvPr>
        </p:nvSpPr>
        <p:spPr>
          <a:xfrm>
            <a:off x="838200" y="2111381"/>
            <a:ext cx="10515600" cy="3570963"/>
          </a:xfrm>
        </p:spPr>
        <p:txBody>
          <a:bodyPr rtlCol="0">
            <a:normAutofit/>
          </a:bodyPr>
          <a:lstStyle>
            <a:lvl1pPr marL="0" indent="0" algn="ctr">
              <a:buNone/>
              <a:defRPr lang="de-DE" sz="2000"/>
            </a:lvl1pPr>
          </a:lstStyle>
          <a:p>
            <a:pPr rtl="0"/>
            <a:r>
              <a:rPr lang="de-DE"/>
              <a:t>Tabelle durch Klicken auf Symbol hinzufügen</a:t>
            </a:r>
            <a:endParaRPr lang="de-DE" dirty="0"/>
          </a:p>
        </p:txBody>
      </p:sp>
      <p:sp>
        <p:nvSpPr>
          <p:cNvPr id="6" name="Fußzeilenplatzhalter 4">
            <a:extLst>
              <a:ext uri="{FF2B5EF4-FFF2-40B4-BE49-F238E27FC236}">
                <a16:creationId xmlns:a16="http://schemas.microsoft.com/office/drawing/2014/main" id="{BFB554B2-4C33-2975-9F27-94B8AE71DF13}"/>
              </a:ext>
            </a:extLst>
          </p:cNvPr>
          <p:cNvSpPr>
            <a:spLocks noGrp="1"/>
          </p:cNvSpPr>
          <p:nvPr>
            <p:ph type="ftr" sz="quarter" idx="11"/>
          </p:nvPr>
        </p:nvSpPr>
        <p:spPr>
          <a:xfrm>
            <a:off x="838200" y="6356349"/>
            <a:ext cx="3819228" cy="365125"/>
          </a:xfrm>
        </p:spPr>
        <p:txBody>
          <a:bodyPr rtlCol="0"/>
          <a:lstStyle>
            <a:lvl1pPr algn="l">
              <a:defRPr lang="de-DE" sz="900"/>
            </a:lvl1pPr>
          </a:lstStyle>
          <a:p>
            <a:pPr rtl="0"/>
            <a:r>
              <a:rPr lang="de-DE"/>
              <a:t>PRÄSENTATIONSTITEL</a:t>
            </a:r>
          </a:p>
        </p:txBody>
      </p:sp>
      <p:sp>
        <p:nvSpPr>
          <p:cNvPr id="7" name="Foliennummernplatzhalter 5">
            <a:extLst>
              <a:ext uri="{FF2B5EF4-FFF2-40B4-BE49-F238E27FC236}">
                <a16:creationId xmlns:a16="http://schemas.microsoft.com/office/drawing/2014/main" id="{503C6776-E983-2BA3-1054-75996FE0FD22}"/>
              </a:ext>
            </a:extLst>
          </p:cNvPr>
          <p:cNvSpPr>
            <a:spLocks noGrp="1"/>
          </p:cNvSpPr>
          <p:nvPr>
            <p:ph type="sldNum" sz="quarter" idx="12"/>
          </p:nvPr>
        </p:nvSpPr>
        <p:spPr>
          <a:xfrm>
            <a:off x="10373350" y="6356349"/>
            <a:ext cx="987552" cy="365125"/>
          </a:xfrm>
        </p:spPr>
        <p:txBody>
          <a:bodyPr rtlCol="0"/>
          <a:lstStyle>
            <a:lvl1pPr>
              <a:defRPr lang="de-DE" sz="900"/>
            </a:lvl1pPr>
          </a:lstStyle>
          <a:p>
            <a:pPr rtl="0"/>
            <a:fld id="{A49DFD55-3C28-40EF-9E31-A92D2E4017FF}" type="slidenum">
              <a:rPr lang="de-DE" smtClean="0"/>
              <a:pPr/>
              <a:t>‹Nr.›</a:t>
            </a:fld>
            <a:endParaRPr lang="de-DE" dirty="0"/>
          </a:p>
        </p:txBody>
      </p:sp>
    </p:spTree>
    <p:extLst>
      <p:ext uri="{BB962C8B-B14F-4D97-AF65-F5344CB8AC3E}">
        <p14:creationId xmlns:p14="http://schemas.microsoft.com/office/powerpoint/2010/main" val="337068003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Schlussbemerkung">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rtlCol="0" anchor="b">
            <a:noAutofit/>
          </a:bodyPr>
          <a:lstStyle>
            <a:lvl1pPr algn="l">
              <a:defRPr lang="de-DE" sz="3600" spc="150" baseline="0">
                <a:solidFill>
                  <a:schemeClr val="bg1"/>
                </a:solidFill>
              </a:defRPr>
            </a:lvl1pPr>
          </a:lstStyle>
          <a:p>
            <a:pPr rtl="0"/>
            <a:r>
              <a:rPr lang="de-DE"/>
              <a:t>KLICKEN SIE, um einen Titel hinzuzufügen.</a:t>
            </a:r>
          </a:p>
        </p:txBody>
      </p:sp>
      <p:sp>
        <p:nvSpPr>
          <p:cNvPr id="3" name="Untertitel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4267200" y="3238103"/>
            <a:ext cx="4179570" cy="2850181"/>
          </a:xfrm>
        </p:spPr>
        <p:txBody>
          <a:bodyPr rtlCol="0">
            <a:normAutofit/>
          </a:bodyPr>
          <a:lstStyle>
            <a:lvl1pPr marL="0" indent="0" algn="l">
              <a:lnSpc>
                <a:spcPct val="150000"/>
              </a:lnSpc>
              <a:buNone/>
              <a:defRPr lang="de-DE" sz="1800" spc="50" baseline="0">
                <a:solidFill>
                  <a:schemeClr val="bg1"/>
                </a:solidFill>
              </a:defRPr>
            </a:lvl1pPr>
            <a:lvl2pPr marL="457200" indent="0" algn="ctr">
              <a:buNone/>
              <a:defRPr lang="de-DE" sz="2000"/>
            </a:lvl2pPr>
            <a:lvl3pPr marL="914400" indent="0" algn="ctr">
              <a:buNone/>
              <a:defRPr lang="de-DE" sz="1800"/>
            </a:lvl3pPr>
            <a:lvl4pPr marL="1371600" indent="0" algn="ctr">
              <a:buNone/>
              <a:defRPr lang="de-DE" sz="1600"/>
            </a:lvl4pPr>
            <a:lvl5pPr marL="1828800" indent="0" algn="ctr">
              <a:buNone/>
              <a:defRPr lang="de-DE" sz="1600"/>
            </a:lvl5pPr>
            <a:lvl6pPr marL="2286000" indent="0" algn="ctr">
              <a:buNone/>
              <a:defRPr lang="de-DE" sz="1600"/>
            </a:lvl6pPr>
            <a:lvl7pPr marL="2743200" indent="0" algn="ctr">
              <a:buNone/>
              <a:defRPr lang="de-DE" sz="1600"/>
            </a:lvl7pPr>
            <a:lvl8pPr marL="3200400" indent="0" algn="ctr">
              <a:buNone/>
              <a:defRPr lang="de-DE" sz="1600"/>
            </a:lvl8pPr>
            <a:lvl9pPr marL="3657600" indent="0" algn="ctr">
              <a:buNone/>
              <a:defRPr lang="de-DE" sz="1600"/>
            </a:lvl9pPr>
          </a:lstStyle>
          <a:p>
            <a:pPr rtl="0"/>
            <a:r>
              <a:rPr lang="de-DE"/>
              <a:t>Untertitel durch Klicken hinzufügen</a:t>
            </a:r>
          </a:p>
        </p:txBody>
      </p:sp>
      <p:pic>
        <p:nvPicPr>
          <p:cNvPr id="6" name="Grafik 5">
            <a:extLst>
              <a:ext uri="{FF2B5EF4-FFF2-40B4-BE49-F238E27FC236}">
                <a16:creationId xmlns:a16="http://schemas.microsoft.com/office/drawing/2014/main" id="{ED3361C9-310A-4255-A94E-B77588962DA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10" name="Fußzeilenplatzhalter 7">
            <a:extLst>
              <a:ext uri="{FF2B5EF4-FFF2-40B4-BE49-F238E27FC236}">
                <a16:creationId xmlns:a16="http://schemas.microsoft.com/office/drawing/2014/main" id="{6026D44C-0B39-4DE1-A0FC-5615DDAAE3CE}"/>
              </a:ext>
            </a:extLst>
          </p:cNvPr>
          <p:cNvSpPr>
            <a:spLocks noGrp="1"/>
          </p:cNvSpPr>
          <p:nvPr>
            <p:ph type="ftr" sz="quarter" idx="11"/>
          </p:nvPr>
        </p:nvSpPr>
        <p:spPr>
          <a:xfrm>
            <a:off x="4267200" y="6356350"/>
            <a:ext cx="4179570" cy="365125"/>
          </a:xfrm>
        </p:spPr>
        <p:txBody>
          <a:bodyPr rtlCol="0"/>
          <a:lstStyle>
            <a:lvl1pPr algn="l">
              <a:defRPr lang="de-DE" sz="900"/>
            </a:lvl1pPr>
          </a:lstStyle>
          <a:p>
            <a:pPr rtl="0"/>
            <a:r>
              <a:rPr lang="de-DE"/>
              <a:t>PRÄSENTATIONSTITEL</a:t>
            </a:r>
          </a:p>
        </p:txBody>
      </p:sp>
      <p:sp>
        <p:nvSpPr>
          <p:cNvPr id="11" name="Foliennummernplatzhalt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rtlCol="0"/>
          <a:lstStyle>
            <a:lvl1pPr>
              <a:defRPr lang="de-DE" sz="900"/>
            </a:lvl1pPr>
          </a:lstStyle>
          <a:p>
            <a:pPr rtl="0"/>
            <a:fld id="{A49DFD55-3C28-40EF-9E31-A92D2E4017FF}" type="slidenum">
              <a:rPr lang="de-DE" smtClean="0"/>
              <a:pPr/>
              <a:t>‹Nr.›</a:t>
            </a:fld>
            <a:endParaRPr lang="de-DE" dirty="0"/>
          </a:p>
        </p:txBody>
      </p:sp>
    </p:spTree>
    <p:extLst>
      <p:ext uri="{BB962C8B-B14F-4D97-AF65-F5344CB8AC3E}">
        <p14:creationId xmlns:p14="http://schemas.microsoft.com/office/powerpoint/2010/main" val="1291140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defPPr>
              <a:defRPr lang="de-DE"/>
            </a:defPPr>
          </a:lstStyle>
          <a:p>
            <a:pPr rtl="0"/>
            <a:r>
              <a:rPr lang="de-DE"/>
              <a:t>Titelmasterformat durch Klicken bearbeiten</a:t>
            </a:r>
          </a:p>
        </p:txBody>
      </p:sp>
      <p:sp>
        <p:nvSpPr>
          <p:cNvPr id="3" name="Textplatzhalt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defPPr>
              <a:defRPr lang="de-DE"/>
            </a:defPPr>
          </a:lstStyle>
          <a:p>
            <a:pPr lvl="0" rtl="0"/>
            <a:r>
              <a:rPr lang="de-DE"/>
              <a:t>Textmasterformat durch Klicken bearbeiten</a:t>
            </a:r>
          </a:p>
          <a:p>
            <a:pPr lvl="1" rtl="0"/>
            <a:r>
              <a:rPr lang="de-DE"/>
              <a:t>Zweite Ebene</a:t>
            </a:r>
          </a:p>
          <a:p>
            <a:pPr lvl="2" rtl="0"/>
            <a:r>
              <a:rPr lang="de-DE"/>
              <a:t>Dritte Ebene</a:t>
            </a:r>
          </a:p>
          <a:p>
            <a:pPr lvl="3" rtl="0"/>
            <a:r>
              <a:rPr lang="de-DE"/>
              <a:t>Vierte Ebene</a:t>
            </a:r>
          </a:p>
          <a:p>
            <a:pPr lvl="4" rtl="0"/>
            <a:r>
              <a:rPr lang="de-DE"/>
              <a:t>Fünfte Ebene</a:t>
            </a:r>
          </a:p>
        </p:txBody>
      </p:sp>
      <p:sp>
        <p:nvSpPr>
          <p:cNvPr id="4" name="Datumsplatzhalt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lang="de-DE" sz="1200">
                <a:solidFill>
                  <a:schemeClr val="tx1">
                    <a:tint val="75000"/>
                  </a:schemeClr>
                </a:solidFill>
              </a:defRPr>
            </a:lvl1pPr>
          </a:lstStyle>
          <a:p>
            <a:pPr rtl="0"/>
            <a:endParaRPr lang="de-DE" dirty="0"/>
          </a:p>
        </p:txBody>
      </p:sp>
      <p:sp>
        <p:nvSpPr>
          <p:cNvPr id="5" name="Fußzeilenplatzhalt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de-DE" sz="1200">
                <a:solidFill>
                  <a:schemeClr val="tx1">
                    <a:tint val="75000"/>
                  </a:schemeClr>
                </a:solidFill>
              </a:defRPr>
            </a:lvl1pPr>
          </a:lstStyle>
          <a:p>
            <a:pPr rtl="0"/>
            <a:r>
              <a:rPr lang="de-DE"/>
              <a:t>PRÄSENTATIONSTITEL</a:t>
            </a:r>
          </a:p>
        </p:txBody>
      </p:sp>
      <p:sp>
        <p:nvSpPr>
          <p:cNvPr id="6" name="Foliennummernplatzhalt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lang="de-DE" sz="1200">
                <a:solidFill>
                  <a:schemeClr val="tx1">
                    <a:tint val="75000"/>
                  </a:schemeClr>
                </a:solidFill>
              </a:defRPr>
            </a:lvl1pPr>
          </a:lstStyle>
          <a:p>
            <a:pPr rtl="0"/>
            <a:fld id="{A49DFD55-3C28-40EF-9E31-A92D2E4017FF}" type="slidenum">
              <a:rPr lang="de-DE" smtClean="0"/>
              <a:t>‹Nr.›</a:t>
            </a:fld>
            <a:endParaRPr lang="de-DE" dirty="0"/>
          </a:p>
        </p:txBody>
      </p:sp>
      <p:sp>
        <p:nvSpPr>
          <p:cNvPr id="8" name="Textfeld 7">
            <a:extLst>
              <a:ext uri="{FF2B5EF4-FFF2-40B4-BE49-F238E27FC236}">
                <a16:creationId xmlns:a16="http://schemas.microsoft.com/office/drawing/2014/main" id="{51ACA92D-1584-61F3-1BB8-21F2794797EC}"/>
              </a:ext>
            </a:extLst>
          </p:cNvPr>
          <p:cNvSpPr txBox="1"/>
          <p:nvPr userDrawn="1">
            <p:extLst>
              <p:ext uri="{1162E1C5-73C7-4A58-AE30-91384D911F3F}">
                <p184:classification xmlns:p184="http://schemas.microsoft.com/office/powerpoint/2018/4/main" val="ftr"/>
              </p:ext>
            </p:extLst>
          </p:nvPr>
        </p:nvSpPr>
        <p:spPr>
          <a:xfrm>
            <a:off x="5871337" y="6672580"/>
            <a:ext cx="469900" cy="121920"/>
          </a:xfrm>
          <a:prstGeom prst="rect">
            <a:avLst/>
          </a:prstGeom>
        </p:spPr>
        <p:txBody>
          <a:bodyPr horzOverflow="overflow" lIns="0" tIns="0" rIns="0" bIns="0">
            <a:spAutoFit/>
          </a:bodyPr>
          <a:lstStyle/>
          <a:p>
            <a:pPr algn="l"/>
            <a:r>
              <a:rPr lang="en-US" sz="800">
                <a:solidFill>
                  <a:srgbClr val="000000">
                    <a:alpha val="50000"/>
                  </a:srgbClr>
                </a:solidFill>
                <a:latin typeface="Aptos" panose="020B0004020202020204" pitchFamily="34" charset="0"/>
              </a:rPr>
              <a:t>INTERNAL</a:t>
            </a:r>
          </a:p>
        </p:txBody>
      </p:sp>
    </p:spTree>
    <p:extLst>
      <p:ext uri="{BB962C8B-B14F-4D97-AF65-F5344CB8AC3E}">
        <p14:creationId xmlns:p14="http://schemas.microsoft.com/office/powerpoint/2010/main" val="2319061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9" r:id="rId3"/>
    <p:sldLayoutId id="2147483670" r:id="rId4"/>
    <p:sldLayoutId id="2147483651" r:id="rId5"/>
    <p:sldLayoutId id="2147483671" r:id="rId6"/>
    <p:sldLayoutId id="2147483672" r:id="rId7"/>
    <p:sldLayoutId id="2147483673" r:id="rId8"/>
    <p:sldLayoutId id="2147483664" r:id="rId9"/>
    <p:sldLayoutId id="2147483674" r:id="rId10"/>
    <p:sldLayoutId id="2147483653" r:id="rId11"/>
    <p:sldLayoutId id="2147483667" r:id="rId12"/>
    <p:sldLayoutId id="2147483665" r:id="rId13"/>
  </p:sldLayoutIdLst>
  <p:hf hdr="0" ftr="0" dt="0"/>
  <p:txStyles>
    <p:titleStyle>
      <a:lvl1pPr algn="l" defTabSz="914400" rtl="0" eaLnBrk="1" latinLnBrk="0" hangingPunct="1">
        <a:lnSpc>
          <a:spcPct val="90000"/>
        </a:lnSpc>
        <a:spcBef>
          <a:spcPct val="0"/>
        </a:spcBef>
        <a:buNone/>
        <a:defRPr lang="de-DE"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de-DE"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de-DE"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de-DE"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9pPr>
    </p:bodyStyle>
    <p:otherStyle>
      <a:defPPr>
        <a:defRPr lang="de-DE"/>
      </a:defPPr>
      <a:lvl1pPr marL="0" algn="l" defTabSz="914400" rtl="0" eaLnBrk="1" latinLnBrk="0" hangingPunct="1">
        <a:defRPr lang="de-DE" sz="1800" kern="1200">
          <a:solidFill>
            <a:schemeClr val="tx1"/>
          </a:solidFill>
          <a:latin typeface="+mn-lt"/>
          <a:ea typeface="+mn-ea"/>
          <a:cs typeface="+mn-cs"/>
        </a:defRPr>
      </a:lvl1pPr>
      <a:lvl2pPr marL="457200" algn="l" defTabSz="914400" rtl="0" eaLnBrk="1" latinLnBrk="0" hangingPunct="1">
        <a:defRPr lang="de-DE" sz="1800" kern="1200">
          <a:solidFill>
            <a:schemeClr val="tx1"/>
          </a:solidFill>
          <a:latin typeface="+mn-lt"/>
          <a:ea typeface="+mn-ea"/>
          <a:cs typeface="+mn-cs"/>
        </a:defRPr>
      </a:lvl2pPr>
      <a:lvl3pPr marL="914400" algn="l" defTabSz="914400" rtl="0" eaLnBrk="1" latinLnBrk="0" hangingPunct="1">
        <a:defRPr lang="de-DE" sz="1800" kern="1200">
          <a:solidFill>
            <a:schemeClr val="tx1"/>
          </a:solidFill>
          <a:latin typeface="+mn-lt"/>
          <a:ea typeface="+mn-ea"/>
          <a:cs typeface="+mn-cs"/>
        </a:defRPr>
      </a:lvl3pPr>
      <a:lvl4pPr marL="1371600" algn="l" defTabSz="914400" rtl="0" eaLnBrk="1" latinLnBrk="0" hangingPunct="1">
        <a:defRPr lang="de-DE" sz="1800" kern="1200">
          <a:solidFill>
            <a:schemeClr val="tx1"/>
          </a:solidFill>
          <a:latin typeface="+mn-lt"/>
          <a:ea typeface="+mn-ea"/>
          <a:cs typeface="+mn-cs"/>
        </a:defRPr>
      </a:lvl4pPr>
      <a:lvl5pPr marL="1828800" algn="l" defTabSz="914400" rtl="0" eaLnBrk="1" latinLnBrk="0" hangingPunct="1">
        <a:defRPr lang="de-DE" sz="1800" kern="1200">
          <a:solidFill>
            <a:schemeClr val="tx1"/>
          </a:solidFill>
          <a:latin typeface="+mn-lt"/>
          <a:ea typeface="+mn-ea"/>
          <a:cs typeface="+mn-cs"/>
        </a:defRPr>
      </a:lvl5pPr>
      <a:lvl6pPr marL="2286000" algn="l" defTabSz="914400" rtl="0" eaLnBrk="1" latinLnBrk="0" hangingPunct="1">
        <a:defRPr lang="de-DE" sz="1800" kern="1200">
          <a:solidFill>
            <a:schemeClr val="tx1"/>
          </a:solidFill>
          <a:latin typeface="+mn-lt"/>
          <a:ea typeface="+mn-ea"/>
          <a:cs typeface="+mn-cs"/>
        </a:defRPr>
      </a:lvl6pPr>
      <a:lvl7pPr marL="2743200" algn="l" defTabSz="914400" rtl="0" eaLnBrk="1" latinLnBrk="0" hangingPunct="1">
        <a:defRPr lang="de-DE" sz="1800" kern="1200">
          <a:solidFill>
            <a:schemeClr val="tx1"/>
          </a:solidFill>
          <a:latin typeface="+mn-lt"/>
          <a:ea typeface="+mn-ea"/>
          <a:cs typeface="+mn-cs"/>
        </a:defRPr>
      </a:lvl7pPr>
      <a:lvl8pPr marL="3200400" algn="l" defTabSz="914400" rtl="0" eaLnBrk="1" latinLnBrk="0" hangingPunct="1">
        <a:defRPr lang="de-DE" sz="1800" kern="1200">
          <a:solidFill>
            <a:schemeClr val="tx1"/>
          </a:solidFill>
          <a:latin typeface="+mn-lt"/>
          <a:ea typeface="+mn-ea"/>
          <a:cs typeface="+mn-cs"/>
        </a:defRPr>
      </a:lvl8pPr>
      <a:lvl9pPr marL="3657600" algn="l" defTabSz="914400" rtl="0" eaLnBrk="1" latinLnBrk="0" hangingPunct="1">
        <a:defRPr lang="de-DE"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hyperlink" Target="https://datatracker.ietf.org/doc/rfc9000" TargetMode="External"/><Relationship Id="rId2" Type="http://schemas.openxmlformats.org/officeDocument/2006/relationships/hyperlink" Target="https://rfc-editor.org/rfc/rfc9114" TargetMode="External"/><Relationship Id="rId1" Type="http://schemas.openxmlformats.org/officeDocument/2006/relationships/slideLayout" Target="../slideLayouts/slideLayout5.xml"/><Relationship Id="rId6" Type="http://schemas.openxmlformats.org/officeDocument/2006/relationships/hyperlink" Target="https://en.wikipedia.org/wiki/HTTP/3" TargetMode="External"/><Relationship Id="rId5" Type="http://schemas.openxmlformats.org/officeDocument/2006/relationships/hyperlink" Target="https://www.ionos.de/digitalguide/hosting/hosting-technik/http3-erklaert/#c244339" TargetMode="External"/><Relationship Id="rId4" Type="http://schemas.openxmlformats.org/officeDocument/2006/relationships/hyperlink" Target="https://cloudflare.com/de-de/learning/performance/what-is-http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FE75451-6A4B-484B-9ED1-353CCE25B0F4}"/>
              </a:ext>
            </a:extLst>
          </p:cNvPr>
          <p:cNvSpPr>
            <a:spLocks noGrp="1"/>
          </p:cNvSpPr>
          <p:nvPr>
            <p:ph type="ctrTitle"/>
          </p:nvPr>
        </p:nvSpPr>
        <p:spPr>
          <a:xfrm>
            <a:off x="6441918" y="3329790"/>
            <a:ext cx="4941771" cy="3200400"/>
          </a:xfrm>
        </p:spPr>
        <p:txBody>
          <a:bodyPr rtlCol="0" anchor="ctr"/>
          <a:lstStyle>
            <a:defPPr>
              <a:defRPr lang="de-DE"/>
            </a:defPPr>
          </a:lstStyle>
          <a:p>
            <a:pPr rtl="0"/>
            <a:r>
              <a:rPr lang="de-DE" b="1" dirty="0"/>
              <a:t>HTTP/3</a:t>
            </a:r>
            <a:br>
              <a:rPr lang="de-DE" dirty="0"/>
            </a:br>
            <a:r>
              <a:rPr lang="de-DE" sz="2800" dirty="0"/>
              <a:t>Verteilte </a:t>
            </a:r>
            <a:r>
              <a:rPr lang="de-DE" sz="2800" dirty="0" err="1"/>
              <a:t>systeme</a:t>
            </a:r>
            <a:br>
              <a:rPr lang="de-DE" sz="2800" dirty="0"/>
            </a:br>
            <a:br>
              <a:rPr lang="de-DE" sz="2800" dirty="0"/>
            </a:br>
            <a:r>
              <a:rPr lang="de-DE" sz="2800" dirty="0"/>
              <a:t>Duong, Thi Quynh Nhi </a:t>
            </a:r>
            <a:br>
              <a:rPr lang="de-DE" sz="2800" dirty="0"/>
            </a:br>
            <a:r>
              <a:rPr lang="de-DE" sz="2800" dirty="0"/>
              <a:t>20.03.2026</a:t>
            </a:r>
          </a:p>
        </p:txBody>
      </p:sp>
    </p:spTree>
    <p:extLst>
      <p:ext uri="{BB962C8B-B14F-4D97-AF65-F5344CB8AC3E}">
        <p14:creationId xmlns:p14="http://schemas.microsoft.com/office/powerpoint/2010/main" val="2586058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8DEAED-9E62-43B7-8A39-80D8D10A9535}"/>
              </a:ext>
            </a:extLst>
          </p:cNvPr>
          <p:cNvSpPr>
            <a:spLocks noGrp="1"/>
          </p:cNvSpPr>
          <p:nvPr>
            <p:ph type="title"/>
          </p:nvPr>
        </p:nvSpPr>
        <p:spPr>
          <a:xfrm>
            <a:off x="1322318" y="268360"/>
            <a:ext cx="7288282" cy="2121177"/>
          </a:xfrm>
        </p:spPr>
        <p:txBody>
          <a:bodyPr anchor="b">
            <a:normAutofit/>
          </a:bodyPr>
          <a:lstStyle/>
          <a:p>
            <a:r>
              <a:rPr lang="en-US" b="1" dirty="0"/>
              <a:t>QUIC – Fundament von </a:t>
            </a:r>
            <a:r>
              <a:rPr lang="en-US" b="1" dirty="0" err="1"/>
              <a:t>HTTp</a:t>
            </a:r>
            <a:r>
              <a:rPr lang="en-US" b="1" dirty="0"/>
              <a:t>/3</a:t>
            </a:r>
          </a:p>
        </p:txBody>
      </p:sp>
      <p:sp>
        <p:nvSpPr>
          <p:cNvPr id="4" name="Foliennummernplatzhalter 3">
            <a:extLst>
              <a:ext uri="{FF2B5EF4-FFF2-40B4-BE49-F238E27FC236}">
                <a16:creationId xmlns:a16="http://schemas.microsoft.com/office/drawing/2014/main" id="{A4CC6EDD-3D6E-9B65-9F48-BB14477F2992}"/>
              </a:ext>
            </a:extLst>
          </p:cNvPr>
          <p:cNvSpPr>
            <a:spLocks noGrp="1"/>
          </p:cNvSpPr>
          <p:nvPr>
            <p:ph type="sldNum" sz="quarter" idx="12"/>
          </p:nvPr>
        </p:nvSpPr>
        <p:spPr>
          <a:xfrm>
            <a:off x="10373350" y="6356349"/>
            <a:ext cx="987552" cy="365125"/>
          </a:xfrm>
        </p:spPr>
        <p:txBody>
          <a:bodyPr anchor="ctr">
            <a:noAutofit/>
          </a:bodyPr>
          <a:lstStyle/>
          <a:p>
            <a:pPr rtl="0">
              <a:spcAft>
                <a:spcPts val="600"/>
              </a:spcAft>
            </a:pPr>
            <a:fld id="{A49DFD55-3C28-40EF-9E31-A92D2E4017FF}" type="slidenum">
              <a:rPr lang="de-DE" sz="2800" smtClean="0"/>
              <a:pPr rtl="0">
                <a:spcAft>
                  <a:spcPts val="600"/>
                </a:spcAft>
              </a:pPr>
              <a:t>2</a:t>
            </a:fld>
            <a:endParaRPr lang="de-DE" sz="2800"/>
          </a:p>
        </p:txBody>
      </p:sp>
      <p:pic>
        <p:nvPicPr>
          <p:cNvPr id="11" name="Grafik 10">
            <a:extLst>
              <a:ext uri="{FF2B5EF4-FFF2-40B4-BE49-F238E27FC236}">
                <a16:creationId xmlns:a16="http://schemas.microsoft.com/office/drawing/2014/main" id="{12CC7119-8520-0625-8820-337A409E5A20}"/>
              </a:ext>
            </a:extLst>
          </p:cNvPr>
          <p:cNvPicPr>
            <a:picLocks noChangeAspect="1"/>
          </p:cNvPicPr>
          <p:nvPr/>
        </p:nvPicPr>
        <p:blipFill>
          <a:blip r:embed="rId3"/>
          <a:srcRect l="1677" t="14097" r="1612" b="37919"/>
          <a:stretch>
            <a:fillRect/>
          </a:stretch>
        </p:blipFill>
        <p:spPr>
          <a:xfrm>
            <a:off x="-55798" y="2731169"/>
            <a:ext cx="12303596" cy="2598821"/>
          </a:xfrm>
          <a:prstGeom prst="rect">
            <a:avLst/>
          </a:prstGeom>
        </p:spPr>
      </p:pic>
    </p:spTree>
    <p:extLst>
      <p:ext uri="{BB962C8B-B14F-4D97-AF65-F5344CB8AC3E}">
        <p14:creationId xmlns:p14="http://schemas.microsoft.com/office/powerpoint/2010/main" val="20557403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5B5D39F-D46D-C69A-E90C-05F09461FFA0}"/>
              </a:ext>
            </a:extLst>
          </p:cNvPr>
          <p:cNvSpPr>
            <a:spLocks noGrp="1"/>
          </p:cNvSpPr>
          <p:nvPr>
            <p:ph type="title"/>
          </p:nvPr>
        </p:nvSpPr>
        <p:spPr/>
        <p:txBody>
          <a:bodyPr/>
          <a:lstStyle/>
          <a:p>
            <a:r>
              <a:rPr lang="en-US" b="1" dirty="0"/>
              <a:t>WAS IST HTTP/3?</a:t>
            </a:r>
          </a:p>
        </p:txBody>
      </p:sp>
      <p:sp>
        <p:nvSpPr>
          <p:cNvPr id="3" name="Inhaltsplatzhalter 2">
            <a:extLst>
              <a:ext uri="{FF2B5EF4-FFF2-40B4-BE49-F238E27FC236}">
                <a16:creationId xmlns:a16="http://schemas.microsoft.com/office/drawing/2014/main" id="{224B4801-BA2D-6BAC-93AA-E332BC4788E5}"/>
              </a:ext>
            </a:extLst>
          </p:cNvPr>
          <p:cNvSpPr>
            <a:spLocks noGrp="1"/>
          </p:cNvSpPr>
          <p:nvPr>
            <p:ph sz="half" idx="2"/>
          </p:nvPr>
        </p:nvSpPr>
        <p:spPr/>
        <p:txBody>
          <a:bodyPr>
            <a:normAutofit/>
          </a:bodyPr>
          <a:lstStyle/>
          <a:p>
            <a:pPr marL="457200" indent="-457200">
              <a:buFont typeface="Arial" panose="020B0604020202020204" pitchFamily="34" charset="0"/>
              <a:buChar char="•"/>
            </a:pPr>
            <a:r>
              <a:rPr lang="en-US" sz="2800" b="0" dirty="0" err="1"/>
              <a:t>Neueste</a:t>
            </a:r>
            <a:r>
              <a:rPr lang="en-US" sz="2800" b="0" dirty="0"/>
              <a:t> Version des HTTP-</a:t>
            </a:r>
            <a:r>
              <a:rPr lang="en-US" sz="2800" b="0" dirty="0" err="1"/>
              <a:t>Protokolls</a:t>
            </a:r>
            <a:endParaRPr lang="en-US" sz="2800" b="0" dirty="0"/>
          </a:p>
          <a:p>
            <a:pPr marL="457200" indent="-457200">
              <a:buFont typeface="Arial" panose="020B0604020202020204" pitchFamily="34" charset="0"/>
              <a:buChar char="•"/>
            </a:pPr>
            <a:r>
              <a:rPr lang="en-US" sz="2800" b="0" dirty="0" err="1"/>
              <a:t>Standardisiert</a:t>
            </a:r>
            <a:r>
              <a:rPr lang="en-US" sz="2800" b="0" dirty="0"/>
              <a:t> </a:t>
            </a:r>
            <a:r>
              <a:rPr lang="en-US" sz="2800" b="0" dirty="0" err="1"/>
              <a:t>als</a:t>
            </a:r>
            <a:r>
              <a:rPr lang="en-US" sz="2800" b="0" dirty="0"/>
              <a:t> RFC 9114 (Juni 2022)</a:t>
            </a:r>
          </a:p>
          <a:p>
            <a:pPr marL="457200" indent="-457200">
              <a:buFont typeface="Arial" panose="020B0604020202020204" pitchFamily="34" charset="0"/>
              <a:buChar char="•"/>
            </a:pPr>
            <a:r>
              <a:rPr lang="en-US" sz="2800" b="0" dirty="0" err="1"/>
              <a:t>Transportschicht</a:t>
            </a:r>
            <a:r>
              <a:rPr lang="en-US" sz="2800" b="0" dirty="0"/>
              <a:t>: QUIC </a:t>
            </a:r>
            <a:r>
              <a:rPr lang="en-US" sz="2800" b="0" dirty="0" err="1"/>
              <a:t>statt</a:t>
            </a:r>
            <a:r>
              <a:rPr lang="en-US" sz="2800" b="0" dirty="0"/>
              <a:t> TCP</a:t>
            </a:r>
          </a:p>
        </p:txBody>
      </p:sp>
      <p:sp>
        <p:nvSpPr>
          <p:cNvPr id="4" name="Foliennummernplatzhalter 3">
            <a:extLst>
              <a:ext uri="{FF2B5EF4-FFF2-40B4-BE49-F238E27FC236}">
                <a16:creationId xmlns:a16="http://schemas.microsoft.com/office/drawing/2014/main" id="{86D56755-61E2-4238-284A-4CEC9F818623}"/>
              </a:ext>
            </a:extLst>
          </p:cNvPr>
          <p:cNvSpPr>
            <a:spLocks noGrp="1"/>
          </p:cNvSpPr>
          <p:nvPr>
            <p:ph type="sldNum" sz="quarter" idx="12"/>
          </p:nvPr>
        </p:nvSpPr>
        <p:spPr/>
        <p:txBody>
          <a:bodyPr/>
          <a:lstStyle/>
          <a:p>
            <a:pPr rtl="0"/>
            <a:fld id="{A49DFD55-3C28-40EF-9E31-A92D2E4017FF}" type="slidenum">
              <a:rPr lang="de-DE" sz="2800" smtClean="0"/>
              <a:pPr rtl="0"/>
              <a:t>3</a:t>
            </a:fld>
            <a:endParaRPr lang="de-DE" sz="2800" dirty="0"/>
          </a:p>
        </p:txBody>
      </p:sp>
    </p:spTree>
    <p:extLst>
      <p:ext uri="{BB962C8B-B14F-4D97-AF65-F5344CB8AC3E}">
        <p14:creationId xmlns:p14="http://schemas.microsoft.com/office/powerpoint/2010/main" val="3360127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3E7096-E8A6-75E9-C262-C0AB47AC70F8}"/>
              </a:ext>
            </a:extLst>
          </p:cNvPr>
          <p:cNvSpPr>
            <a:spLocks noGrp="1"/>
          </p:cNvSpPr>
          <p:nvPr>
            <p:ph type="title"/>
          </p:nvPr>
        </p:nvSpPr>
        <p:spPr/>
        <p:txBody>
          <a:bodyPr/>
          <a:lstStyle/>
          <a:p>
            <a:r>
              <a:rPr lang="de-DE" b="1" dirty="0" err="1"/>
              <a:t>Protokollstack</a:t>
            </a:r>
            <a:r>
              <a:rPr lang="de-DE" b="1" dirty="0"/>
              <a:t>-Vergleich: </a:t>
            </a:r>
            <a:br>
              <a:rPr lang="de-DE" b="1" dirty="0"/>
            </a:br>
            <a:r>
              <a:rPr lang="de-DE" b="1" dirty="0"/>
              <a:t>HTTP/1.1, HTTP/2 und HTTP/3</a:t>
            </a:r>
            <a:endParaRPr lang="en-US" b="1" dirty="0"/>
          </a:p>
        </p:txBody>
      </p:sp>
      <p:sp>
        <p:nvSpPr>
          <p:cNvPr id="4" name="Foliennummernplatzhalter 3">
            <a:extLst>
              <a:ext uri="{FF2B5EF4-FFF2-40B4-BE49-F238E27FC236}">
                <a16:creationId xmlns:a16="http://schemas.microsoft.com/office/drawing/2014/main" id="{E8364791-2F84-9490-F1F2-C958F375EAEF}"/>
              </a:ext>
            </a:extLst>
          </p:cNvPr>
          <p:cNvSpPr>
            <a:spLocks noGrp="1"/>
          </p:cNvSpPr>
          <p:nvPr>
            <p:ph type="sldNum" sz="quarter" idx="12"/>
          </p:nvPr>
        </p:nvSpPr>
        <p:spPr/>
        <p:txBody>
          <a:bodyPr/>
          <a:lstStyle/>
          <a:p>
            <a:pPr rtl="0"/>
            <a:fld id="{A49DFD55-3C28-40EF-9E31-A92D2E4017FF}" type="slidenum">
              <a:rPr lang="de-DE" sz="2800" smtClean="0"/>
              <a:pPr rtl="0"/>
              <a:t>4</a:t>
            </a:fld>
            <a:endParaRPr lang="de-DE" sz="2800" dirty="0"/>
          </a:p>
        </p:txBody>
      </p:sp>
      <p:pic>
        <p:nvPicPr>
          <p:cNvPr id="2050" name="Picture 2">
            <a:extLst>
              <a:ext uri="{FF2B5EF4-FFF2-40B4-BE49-F238E27FC236}">
                <a16:creationId xmlns:a16="http://schemas.microsoft.com/office/drawing/2014/main" id="{C727D481-8F89-5F54-A917-0A6E7493751F}"/>
              </a:ext>
            </a:extLst>
          </p:cNvPr>
          <p:cNvPicPr>
            <a:picLocks noGrp="1" noChangeAspect="1" noChangeArrowheads="1"/>
          </p:cNvPicPr>
          <p:nvPr>
            <p:ph type="tbl" sz="quarter" idx="14"/>
          </p:nvPr>
        </p:nvPicPr>
        <p:blipFill>
          <a:blip r:embed="rId3">
            <a:extLst>
              <a:ext uri="{28A0092B-C50C-407E-A947-70E740481C1C}">
                <a14:useLocalDpi xmlns:a14="http://schemas.microsoft.com/office/drawing/2010/main" val="0"/>
              </a:ext>
            </a:extLst>
          </a:blip>
          <a:srcRect/>
          <a:stretch>
            <a:fillRect/>
          </a:stretch>
        </p:blipFill>
        <p:spPr bwMode="auto">
          <a:xfrm>
            <a:off x="3053698" y="1924627"/>
            <a:ext cx="6084603" cy="41862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30902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9CD8314-08EA-99F7-9BEB-D5225E623258}"/>
              </a:ext>
            </a:extLst>
          </p:cNvPr>
          <p:cNvSpPr>
            <a:spLocks noGrp="1"/>
          </p:cNvSpPr>
          <p:nvPr>
            <p:ph type="title"/>
          </p:nvPr>
        </p:nvSpPr>
        <p:spPr>
          <a:xfrm>
            <a:off x="838200" y="353551"/>
            <a:ext cx="10515600" cy="650060"/>
          </a:xfrm>
        </p:spPr>
        <p:txBody>
          <a:bodyPr/>
          <a:lstStyle/>
          <a:p>
            <a:r>
              <a:rPr lang="en-US" b="1" dirty="0"/>
              <a:t>HTTP/1.1, HTTP/2 &amp; HTTP/3</a:t>
            </a:r>
            <a:endParaRPr lang="en-US" dirty="0"/>
          </a:p>
        </p:txBody>
      </p:sp>
      <p:sp>
        <p:nvSpPr>
          <p:cNvPr id="4" name="Foliennummernplatzhalter 3">
            <a:extLst>
              <a:ext uri="{FF2B5EF4-FFF2-40B4-BE49-F238E27FC236}">
                <a16:creationId xmlns:a16="http://schemas.microsoft.com/office/drawing/2014/main" id="{3201012E-BCF3-F1AA-4667-BB71C9C987D3}"/>
              </a:ext>
            </a:extLst>
          </p:cNvPr>
          <p:cNvSpPr>
            <a:spLocks noGrp="1"/>
          </p:cNvSpPr>
          <p:nvPr>
            <p:ph type="sldNum" sz="quarter" idx="12"/>
          </p:nvPr>
        </p:nvSpPr>
        <p:spPr/>
        <p:txBody>
          <a:bodyPr/>
          <a:lstStyle/>
          <a:p>
            <a:pPr rtl="0"/>
            <a:fld id="{A49DFD55-3C28-40EF-9E31-A92D2E4017FF}" type="slidenum">
              <a:rPr lang="de-DE" sz="2800" smtClean="0"/>
              <a:pPr rtl="0"/>
              <a:t>5</a:t>
            </a:fld>
            <a:endParaRPr lang="de-DE" sz="2800" dirty="0"/>
          </a:p>
        </p:txBody>
      </p:sp>
      <p:pic>
        <p:nvPicPr>
          <p:cNvPr id="5" name="Grafik 4">
            <a:extLst>
              <a:ext uri="{FF2B5EF4-FFF2-40B4-BE49-F238E27FC236}">
                <a16:creationId xmlns:a16="http://schemas.microsoft.com/office/drawing/2014/main" id="{2FF04598-0371-D1C0-D88E-EF4C975DB97A}"/>
              </a:ext>
            </a:extLst>
          </p:cNvPr>
          <p:cNvPicPr>
            <a:picLocks noChangeAspect="1"/>
          </p:cNvPicPr>
          <p:nvPr/>
        </p:nvPicPr>
        <p:blipFill>
          <a:blip r:embed="rId3"/>
          <a:srcRect l="2104" t="9154" r="4256" b="9691"/>
          <a:stretch>
            <a:fillRect/>
          </a:stretch>
        </p:blipFill>
        <p:spPr>
          <a:xfrm>
            <a:off x="256478" y="1003611"/>
            <a:ext cx="11416713" cy="5229921"/>
          </a:xfrm>
          <a:prstGeom prst="rect">
            <a:avLst/>
          </a:prstGeom>
        </p:spPr>
      </p:pic>
    </p:spTree>
    <p:extLst>
      <p:ext uri="{BB962C8B-B14F-4D97-AF65-F5344CB8AC3E}">
        <p14:creationId xmlns:p14="http://schemas.microsoft.com/office/powerpoint/2010/main" val="20131481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8AB1AAB-DBC3-3752-8CB5-345EA03D64E9}"/>
              </a:ext>
            </a:extLst>
          </p:cNvPr>
          <p:cNvSpPr>
            <a:spLocks noGrp="1"/>
          </p:cNvSpPr>
          <p:nvPr>
            <p:ph type="title"/>
          </p:nvPr>
        </p:nvSpPr>
        <p:spPr>
          <a:xfrm>
            <a:off x="838200" y="353551"/>
            <a:ext cx="10515600" cy="1006898"/>
          </a:xfrm>
        </p:spPr>
        <p:txBody>
          <a:bodyPr>
            <a:normAutofit/>
          </a:bodyPr>
          <a:lstStyle/>
          <a:p>
            <a:r>
              <a:rPr lang="en-US" b="1" dirty="0" err="1"/>
              <a:t>PROBLEMe</a:t>
            </a:r>
            <a:r>
              <a:rPr lang="en-US" b="1" dirty="0"/>
              <a:t> VS. </a:t>
            </a:r>
            <a:r>
              <a:rPr lang="en-US" b="1" dirty="0" err="1"/>
              <a:t>lösungen</a:t>
            </a:r>
            <a:br>
              <a:rPr lang="en-US" b="1" dirty="0"/>
            </a:br>
            <a:r>
              <a:rPr lang="en-US" dirty="0"/>
              <a:t>Head of line blocking</a:t>
            </a:r>
          </a:p>
        </p:txBody>
      </p:sp>
      <p:sp>
        <p:nvSpPr>
          <p:cNvPr id="4" name="Foliennummernplatzhalter 3">
            <a:extLst>
              <a:ext uri="{FF2B5EF4-FFF2-40B4-BE49-F238E27FC236}">
                <a16:creationId xmlns:a16="http://schemas.microsoft.com/office/drawing/2014/main" id="{7C41EF94-EC8B-F981-D35F-7DA8CB96D53F}"/>
              </a:ext>
            </a:extLst>
          </p:cNvPr>
          <p:cNvSpPr>
            <a:spLocks noGrp="1"/>
          </p:cNvSpPr>
          <p:nvPr>
            <p:ph type="sldNum" sz="quarter" idx="12"/>
          </p:nvPr>
        </p:nvSpPr>
        <p:spPr/>
        <p:txBody>
          <a:bodyPr/>
          <a:lstStyle/>
          <a:p>
            <a:pPr rtl="0"/>
            <a:fld id="{A49DFD55-3C28-40EF-9E31-A92D2E4017FF}" type="slidenum">
              <a:rPr lang="de-DE" sz="2800" smtClean="0"/>
              <a:pPr rtl="0"/>
              <a:t>6</a:t>
            </a:fld>
            <a:endParaRPr lang="de-DE" sz="2800" dirty="0"/>
          </a:p>
        </p:txBody>
      </p:sp>
      <p:pic>
        <p:nvPicPr>
          <p:cNvPr id="6" name="Grafik 5">
            <a:extLst>
              <a:ext uri="{FF2B5EF4-FFF2-40B4-BE49-F238E27FC236}">
                <a16:creationId xmlns:a16="http://schemas.microsoft.com/office/drawing/2014/main" id="{E13468BC-648E-906A-C3EE-91F7759DC6AE}"/>
              </a:ext>
            </a:extLst>
          </p:cNvPr>
          <p:cNvPicPr>
            <a:picLocks noChangeAspect="1"/>
          </p:cNvPicPr>
          <p:nvPr/>
        </p:nvPicPr>
        <p:blipFill>
          <a:blip r:embed="rId3"/>
          <a:srcRect l="1086" t="12444" r="-1086" b="11339"/>
          <a:stretch>
            <a:fillRect/>
          </a:stretch>
        </p:blipFill>
        <p:spPr>
          <a:xfrm>
            <a:off x="144379" y="1620086"/>
            <a:ext cx="12192000" cy="4367463"/>
          </a:xfrm>
          <a:prstGeom prst="rect">
            <a:avLst/>
          </a:prstGeom>
        </p:spPr>
      </p:pic>
    </p:spTree>
    <p:extLst>
      <p:ext uri="{BB962C8B-B14F-4D97-AF65-F5344CB8AC3E}">
        <p14:creationId xmlns:p14="http://schemas.microsoft.com/office/powerpoint/2010/main" val="103392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9BD23-6454-45D7-4CAA-51D44B8A840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DCC56C3-F8C1-ED12-ECCB-F3A27F63B389}"/>
              </a:ext>
            </a:extLst>
          </p:cNvPr>
          <p:cNvSpPr>
            <a:spLocks noGrp="1"/>
          </p:cNvSpPr>
          <p:nvPr>
            <p:ph type="title"/>
          </p:nvPr>
        </p:nvSpPr>
        <p:spPr>
          <a:xfrm>
            <a:off x="838200" y="353550"/>
            <a:ext cx="10515600" cy="761571"/>
          </a:xfrm>
        </p:spPr>
        <p:txBody>
          <a:bodyPr>
            <a:normAutofit fontScale="90000"/>
          </a:bodyPr>
          <a:lstStyle/>
          <a:p>
            <a:r>
              <a:rPr lang="en-US" sz="3100" b="1" dirty="0" err="1"/>
              <a:t>PROBLEMe</a:t>
            </a:r>
            <a:r>
              <a:rPr lang="en-US" sz="3100" b="1" dirty="0"/>
              <a:t> VS. </a:t>
            </a:r>
            <a:r>
              <a:rPr lang="en-US" sz="3100" b="1" dirty="0" err="1"/>
              <a:t>lösungen</a:t>
            </a:r>
            <a:br>
              <a:rPr lang="en-US" b="1" dirty="0"/>
            </a:br>
            <a:r>
              <a:rPr lang="en-US" sz="3100" dirty="0" err="1"/>
              <a:t>verbindungsaufbau</a:t>
            </a:r>
            <a:endParaRPr lang="en-US" sz="3100" b="1" dirty="0"/>
          </a:p>
        </p:txBody>
      </p:sp>
      <p:sp>
        <p:nvSpPr>
          <p:cNvPr id="4" name="Foliennummernplatzhalter 3">
            <a:extLst>
              <a:ext uri="{FF2B5EF4-FFF2-40B4-BE49-F238E27FC236}">
                <a16:creationId xmlns:a16="http://schemas.microsoft.com/office/drawing/2014/main" id="{FF1F98AA-7FA5-550A-6C38-4AFC9E426A21}"/>
              </a:ext>
            </a:extLst>
          </p:cNvPr>
          <p:cNvSpPr>
            <a:spLocks noGrp="1"/>
          </p:cNvSpPr>
          <p:nvPr>
            <p:ph type="sldNum" sz="quarter" idx="12"/>
          </p:nvPr>
        </p:nvSpPr>
        <p:spPr/>
        <p:txBody>
          <a:bodyPr/>
          <a:lstStyle/>
          <a:p>
            <a:pPr rtl="0"/>
            <a:fld id="{A49DFD55-3C28-40EF-9E31-A92D2E4017FF}" type="slidenum">
              <a:rPr lang="de-DE" sz="2800" smtClean="0"/>
              <a:pPr rtl="0"/>
              <a:t>7</a:t>
            </a:fld>
            <a:endParaRPr lang="de-DE" sz="2800" dirty="0"/>
          </a:p>
        </p:txBody>
      </p:sp>
      <p:pic>
        <p:nvPicPr>
          <p:cNvPr id="5" name="Grafik 4">
            <a:extLst>
              <a:ext uri="{FF2B5EF4-FFF2-40B4-BE49-F238E27FC236}">
                <a16:creationId xmlns:a16="http://schemas.microsoft.com/office/drawing/2014/main" id="{6A76D271-C601-AA4F-9A75-5FC4562DECD0}"/>
              </a:ext>
            </a:extLst>
          </p:cNvPr>
          <p:cNvPicPr>
            <a:picLocks noChangeAspect="1"/>
          </p:cNvPicPr>
          <p:nvPr/>
        </p:nvPicPr>
        <p:blipFill>
          <a:blip r:embed="rId3"/>
          <a:srcRect t="-1673" r="2225" b="22861"/>
          <a:stretch>
            <a:fillRect/>
          </a:stretch>
        </p:blipFill>
        <p:spPr>
          <a:xfrm>
            <a:off x="135673" y="991235"/>
            <a:ext cx="11920654" cy="5229922"/>
          </a:xfrm>
          <a:prstGeom prst="rect">
            <a:avLst/>
          </a:prstGeom>
        </p:spPr>
      </p:pic>
    </p:spTree>
    <p:extLst>
      <p:ext uri="{BB962C8B-B14F-4D97-AF65-F5344CB8AC3E}">
        <p14:creationId xmlns:p14="http://schemas.microsoft.com/office/powerpoint/2010/main" val="17540113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8E741-3DBA-DF79-3064-4D05AC6A56B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D227A00-DD84-BD28-B599-EB943F56ABA7}"/>
              </a:ext>
            </a:extLst>
          </p:cNvPr>
          <p:cNvSpPr>
            <a:spLocks noGrp="1"/>
          </p:cNvSpPr>
          <p:nvPr>
            <p:ph type="title"/>
          </p:nvPr>
        </p:nvSpPr>
        <p:spPr>
          <a:xfrm>
            <a:off x="838200" y="353550"/>
            <a:ext cx="10515600" cy="761571"/>
          </a:xfrm>
        </p:spPr>
        <p:txBody>
          <a:bodyPr>
            <a:normAutofit fontScale="90000"/>
          </a:bodyPr>
          <a:lstStyle/>
          <a:p>
            <a:r>
              <a:rPr lang="en-US" sz="3100" b="1" dirty="0" err="1"/>
              <a:t>PROBLEMe</a:t>
            </a:r>
            <a:r>
              <a:rPr lang="en-US" sz="3100" b="1" dirty="0"/>
              <a:t> VS. </a:t>
            </a:r>
            <a:r>
              <a:rPr lang="en-US" sz="3100" b="1" dirty="0" err="1"/>
              <a:t>lösungen</a:t>
            </a:r>
            <a:br>
              <a:rPr lang="en-US" b="1" dirty="0"/>
            </a:br>
            <a:r>
              <a:rPr lang="en-US" sz="3100" dirty="0" err="1"/>
              <a:t>Verschlüsselung</a:t>
            </a:r>
            <a:endParaRPr lang="en-US" sz="3100" b="1" dirty="0"/>
          </a:p>
        </p:txBody>
      </p:sp>
      <p:sp>
        <p:nvSpPr>
          <p:cNvPr id="4" name="Foliennummernplatzhalter 3">
            <a:extLst>
              <a:ext uri="{FF2B5EF4-FFF2-40B4-BE49-F238E27FC236}">
                <a16:creationId xmlns:a16="http://schemas.microsoft.com/office/drawing/2014/main" id="{447F2006-3C95-51EE-6E80-57ADC3B30110}"/>
              </a:ext>
            </a:extLst>
          </p:cNvPr>
          <p:cNvSpPr>
            <a:spLocks noGrp="1"/>
          </p:cNvSpPr>
          <p:nvPr>
            <p:ph type="sldNum" sz="quarter" idx="12"/>
          </p:nvPr>
        </p:nvSpPr>
        <p:spPr/>
        <p:txBody>
          <a:bodyPr/>
          <a:lstStyle/>
          <a:p>
            <a:pPr rtl="0"/>
            <a:fld id="{A49DFD55-3C28-40EF-9E31-A92D2E4017FF}" type="slidenum">
              <a:rPr lang="de-DE" sz="2800" smtClean="0"/>
              <a:pPr rtl="0"/>
              <a:t>8</a:t>
            </a:fld>
            <a:endParaRPr lang="de-DE" sz="2800" dirty="0"/>
          </a:p>
        </p:txBody>
      </p:sp>
      <p:pic>
        <p:nvPicPr>
          <p:cNvPr id="6" name="Grafik 5">
            <a:extLst>
              <a:ext uri="{FF2B5EF4-FFF2-40B4-BE49-F238E27FC236}">
                <a16:creationId xmlns:a16="http://schemas.microsoft.com/office/drawing/2014/main" id="{788A8D2A-0318-E36E-AD37-D05735397A24}"/>
              </a:ext>
            </a:extLst>
          </p:cNvPr>
          <p:cNvPicPr>
            <a:picLocks noChangeAspect="1"/>
          </p:cNvPicPr>
          <p:nvPr/>
        </p:nvPicPr>
        <p:blipFill>
          <a:blip r:embed="rId3"/>
          <a:srcRect l="2561" t="2359" r="2683" b="19598"/>
          <a:stretch>
            <a:fillRect/>
          </a:stretch>
        </p:blipFill>
        <p:spPr>
          <a:xfrm>
            <a:off x="319668" y="1386039"/>
            <a:ext cx="11552664" cy="4594303"/>
          </a:xfrm>
          <a:prstGeom prst="rect">
            <a:avLst/>
          </a:prstGeom>
        </p:spPr>
      </p:pic>
    </p:spTree>
    <p:extLst>
      <p:ext uri="{BB962C8B-B14F-4D97-AF65-F5344CB8AC3E}">
        <p14:creationId xmlns:p14="http://schemas.microsoft.com/office/powerpoint/2010/main" val="7619183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059C3-2D06-A526-D8E1-8A01AED723E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C7B0DFA-B53A-2C8A-277B-1324629EF9C0}"/>
              </a:ext>
            </a:extLst>
          </p:cNvPr>
          <p:cNvSpPr>
            <a:spLocks noGrp="1"/>
          </p:cNvSpPr>
          <p:nvPr>
            <p:ph type="title"/>
          </p:nvPr>
        </p:nvSpPr>
        <p:spPr>
          <a:xfrm>
            <a:off x="838200" y="353550"/>
            <a:ext cx="10515600" cy="761571"/>
          </a:xfrm>
        </p:spPr>
        <p:txBody>
          <a:bodyPr>
            <a:normAutofit fontScale="90000"/>
          </a:bodyPr>
          <a:lstStyle/>
          <a:p>
            <a:r>
              <a:rPr lang="en-US" sz="3100" b="1" dirty="0" err="1"/>
              <a:t>PROBLEMe</a:t>
            </a:r>
            <a:r>
              <a:rPr lang="en-US" sz="3100" b="1" dirty="0"/>
              <a:t> VS. </a:t>
            </a:r>
            <a:r>
              <a:rPr lang="en-US" sz="3100" b="1" dirty="0" err="1"/>
              <a:t>lösungen</a:t>
            </a:r>
            <a:br>
              <a:rPr lang="en-US" b="1" dirty="0"/>
            </a:br>
            <a:r>
              <a:rPr lang="en-US" sz="3100" dirty="0" err="1"/>
              <a:t>Netzwechsel</a:t>
            </a:r>
            <a:endParaRPr lang="en-US" sz="3100" b="1" dirty="0"/>
          </a:p>
        </p:txBody>
      </p:sp>
      <p:sp>
        <p:nvSpPr>
          <p:cNvPr id="4" name="Foliennummernplatzhalter 3">
            <a:extLst>
              <a:ext uri="{FF2B5EF4-FFF2-40B4-BE49-F238E27FC236}">
                <a16:creationId xmlns:a16="http://schemas.microsoft.com/office/drawing/2014/main" id="{77919706-761D-A932-EB4A-1156A0317804}"/>
              </a:ext>
            </a:extLst>
          </p:cNvPr>
          <p:cNvSpPr>
            <a:spLocks noGrp="1"/>
          </p:cNvSpPr>
          <p:nvPr>
            <p:ph type="sldNum" sz="quarter" idx="12"/>
          </p:nvPr>
        </p:nvSpPr>
        <p:spPr/>
        <p:txBody>
          <a:bodyPr/>
          <a:lstStyle/>
          <a:p>
            <a:pPr rtl="0"/>
            <a:fld id="{A49DFD55-3C28-40EF-9E31-A92D2E4017FF}" type="slidenum">
              <a:rPr lang="de-DE" sz="2800" smtClean="0"/>
              <a:pPr rtl="0"/>
              <a:t>9</a:t>
            </a:fld>
            <a:endParaRPr lang="de-DE" sz="2800" dirty="0"/>
          </a:p>
        </p:txBody>
      </p:sp>
      <p:pic>
        <p:nvPicPr>
          <p:cNvPr id="5" name="Grafik 4">
            <a:extLst>
              <a:ext uri="{FF2B5EF4-FFF2-40B4-BE49-F238E27FC236}">
                <a16:creationId xmlns:a16="http://schemas.microsoft.com/office/drawing/2014/main" id="{6DCFCDF3-8379-DF7D-6FC7-851D0C145646}"/>
              </a:ext>
            </a:extLst>
          </p:cNvPr>
          <p:cNvPicPr>
            <a:picLocks noChangeAspect="1"/>
          </p:cNvPicPr>
          <p:nvPr/>
        </p:nvPicPr>
        <p:blipFill>
          <a:blip r:embed="rId3"/>
          <a:srcRect l="3292" t="4196" r="3597" b="21713"/>
          <a:stretch>
            <a:fillRect/>
          </a:stretch>
        </p:blipFill>
        <p:spPr>
          <a:xfrm>
            <a:off x="-111512" y="1477538"/>
            <a:ext cx="12385338" cy="4477213"/>
          </a:xfrm>
          <a:prstGeom prst="rect">
            <a:avLst/>
          </a:prstGeom>
        </p:spPr>
      </p:pic>
    </p:spTree>
    <p:extLst>
      <p:ext uri="{BB962C8B-B14F-4D97-AF65-F5344CB8AC3E}">
        <p14:creationId xmlns:p14="http://schemas.microsoft.com/office/powerpoint/2010/main" val="31098951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6F835AF-A640-97F1-400D-ED402E421865}"/>
              </a:ext>
            </a:extLst>
          </p:cNvPr>
          <p:cNvSpPr>
            <a:spLocks noGrp="1"/>
          </p:cNvSpPr>
          <p:nvPr>
            <p:ph type="title"/>
          </p:nvPr>
        </p:nvSpPr>
        <p:spPr/>
        <p:txBody>
          <a:bodyPr/>
          <a:lstStyle/>
          <a:p>
            <a:r>
              <a:rPr lang="en-US" b="1" dirty="0"/>
              <a:t>GRENZE &amp; </a:t>
            </a:r>
            <a:r>
              <a:rPr lang="en-US" b="1" dirty="0" err="1"/>
              <a:t>KRitik</a:t>
            </a:r>
            <a:endParaRPr lang="en-US" b="1" dirty="0"/>
          </a:p>
        </p:txBody>
      </p:sp>
      <p:sp>
        <p:nvSpPr>
          <p:cNvPr id="6" name="Inhaltsplatzhalter 5">
            <a:extLst>
              <a:ext uri="{FF2B5EF4-FFF2-40B4-BE49-F238E27FC236}">
                <a16:creationId xmlns:a16="http://schemas.microsoft.com/office/drawing/2014/main" id="{74A332E8-8506-09B8-2F01-98B0E99FDF8E}"/>
              </a:ext>
            </a:extLst>
          </p:cNvPr>
          <p:cNvSpPr>
            <a:spLocks noGrp="1"/>
          </p:cNvSpPr>
          <p:nvPr>
            <p:ph sz="half" idx="2"/>
          </p:nvPr>
        </p:nvSpPr>
        <p:spPr/>
        <p:txBody>
          <a:bodyPr>
            <a:normAutofit/>
          </a:bodyPr>
          <a:lstStyle/>
          <a:p>
            <a:pPr marL="285750" indent="-285750">
              <a:buFont typeface="Arial" panose="020B0604020202020204" pitchFamily="34" charset="0"/>
              <a:buChar char="•"/>
            </a:pPr>
            <a:r>
              <a:rPr lang="en-US" sz="2800" b="0" dirty="0"/>
              <a:t>UDP </a:t>
            </a:r>
            <a:r>
              <a:rPr lang="en-US" sz="2800" b="0" dirty="0" err="1"/>
              <a:t>wird</a:t>
            </a:r>
            <a:r>
              <a:rPr lang="en-US" sz="2800" b="0" dirty="0"/>
              <a:t> </a:t>
            </a:r>
            <a:r>
              <a:rPr lang="en-US" sz="2800" b="0" dirty="0" err="1"/>
              <a:t>geblockt</a:t>
            </a:r>
            <a:endParaRPr lang="en-US" sz="2800" b="0" dirty="0"/>
          </a:p>
          <a:p>
            <a:pPr marL="285750" indent="-285750">
              <a:buFont typeface="Arial" panose="020B0604020202020204" pitchFamily="34" charset="0"/>
              <a:buChar char="•"/>
            </a:pPr>
            <a:r>
              <a:rPr lang="en-US" sz="2800" b="0" dirty="0"/>
              <a:t>QUIC </a:t>
            </a:r>
            <a:r>
              <a:rPr lang="en-US" sz="2800" b="0" dirty="0" err="1"/>
              <a:t>im</a:t>
            </a:r>
            <a:r>
              <a:rPr lang="en-US" sz="2800" b="0" dirty="0"/>
              <a:t> User-Space</a:t>
            </a:r>
          </a:p>
          <a:p>
            <a:pPr marL="285750" indent="-285750">
              <a:buFont typeface="Arial" panose="020B0604020202020204" pitchFamily="34" charset="0"/>
              <a:buChar char="•"/>
            </a:pPr>
            <a:r>
              <a:rPr lang="en-US" sz="2800" b="0" dirty="0"/>
              <a:t>Weniger </a:t>
            </a:r>
            <a:r>
              <a:rPr lang="en-US" sz="2800" b="0" dirty="0" err="1"/>
              <a:t>Transparenz</a:t>
            </a:r>
            <a:r>
              <a:rPr lang="en-US" sz="2800" b="0" dirty="0"/>
              <a:t> für Provider</a:t>
            </a:r>
          </a:p>
          <a:p>
            <a:pPr marL="285750" indent="-285750">
              <a:buFont typeface="Arial" panose="020B0604020202020204" pitchFamily="34" charset="0"/>
              <a:buChar char="•"/>
            </a:pPr>
            <a:r>
              <a:rPr lang="en-US" sz="2800" b="0" dirty="0"/>
              <a:t>Noch nicht </a:t>
            </a:r>
            <a:r>
              <a:rPr lang="en-US" sz="2800" b="0" dirty="0" err="1"/>
              <a:t>überall</a:t>
            </a:r>
            <a:r>
              <a:rPr lang="en-US" sz="2800" b="0" dirty="0"/>
              <a:t> </a:t>
            </a:r>
            <a:r>
              <a:rPr lang="en-US" sz="2800" b="0" dirty="0" err="1"/>
              <a:t>unterstützt</a:t>
            </a:r>
            <a:endParaRPr lang="en-US" sz="2800" b="0" dirty="0"/>
          </a:p>
        </p:txBody>
      </p:sp>
      <p:sp>
        <p:nvSpPr>
          <p:cNvPr id="4" name="Foliennummernplatzhalter 3">
            <a:extLst>
              <a:ext uri="{FF2B5EF4-FFF2-40B4-BE49-F238E27FC236}">
                <a16:creationId xmlns:a16="http://schemas.microsoft.com/office/drawing/2014/main" id="{B34995AE-B5A4-07AA-2FDC-88285B0D0835}"/>
              </a:ext>
            </a:extLst>
          </p:cNvPr>
          <p:cNvSpPr>
            <a:spLocks noGrp="1"/>
          </p:cNvSpPr>
          <p:nvPr>
            <p:ph type="sldNum" sz="quarter" idx="12"/>
          </p:nvPr>
        </p:nvSpPr>
        <p:spPr/>
        <p:txBody>
          <a:bodyPr/>
          <a:lstStyle/>
          <a:p>
            <a:pPr rtl="0"/>
            <a:fld id="{A49DFD55-3C28-40EF-9E31-A92D2E4017FF}" type="slidenum">
              <a:rPr lang="de-DE" smtClean="0"/>
              <a:pPr rtl="0"/>
              <a:t>10</a:t>
            </a:fld>
            <a:endParaRPr lang="de-DE" dirty="0"/>
          </a:p>
        </p:txBody>
      </p:sp>
    </p:spTree>
    <p:extLst>
      <p:ext uri="{BB962C8B-B14F-4D97-AF65-F5344CB8AC3E}">
        <p14:creationId xmlns:p14="http://schemas.microsoft.com/office/powerpoint/2010/main" val="19170040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AF85746-2C1F-63B5-4D15-E39917A4AB64}"/>
              </a:ext>
            </a:extLst>
          </p:cNvPr>
          <p:cNvSpPr>
            <a:spLocks noGrp="1"/>
          </p:cNvSpPr>
          <p:nvPr>
            <p:ph type="title"/>
          </p:nvPr>
        </p:nvSpPr>
        <p:spPr>
          <a:xfrm>
            <a:off x="1322318" y="268360"/>
            <a:ext cx="7288282" cy="2121177"/>
          </a:xfrm>
        </p:spPr>
        <p:txBody>
          <a:bodyPr vert="horz" lIns="91440" tIns="45720" rIns="91440" bIns="45720" rtlCol="0" anchor="b">
            <a:normAutofit/>
          </a:bodyPr>
          <a:lstStyle/>
          <a:p>
            <a:r>
              <a:rPr lang="de-DE" kern="1200" cap="all" spc="150" baseline="0" dirty="0">
                <a:latin typeface="+mj-lt"/>
                <a:ea typeface="+mj-ea"/>
                <a:cs typeface="+mj-cs"/>
              </a:rPr>
              <a:t>QUELLE</a:t>
            </a:r>
          </a:p>
        </p:txBody>
      </p:sp>
      <p:sp>
        <p:nvSpPr>
          <p:cNvPr id="7" name="Textfeld 6">
            <a:extLst>
              <a:ext uri="{FF2B5EF4-FFF2-40B4-BE49-F238E27FC236}">
                <a16:creationId xmlns:a16="http://schemas.microsoft.com/office/drawing/2014/main" id="{08BC2B08-D6F9-D2E1-0137-525751464956}"/>
              </a:ext>
            </a:extLst>
          </p:cNvPr>
          <p:cNvSpPr txBox="1"/>
          <p:nvPr/>
        </p:nvSpPr>
        <p:spPr>
          <a:xfrm>
            <a:off x="1322388" y="2763078"/>
            <a:ext cx="7288212" cy="3407051"/>
          </a:xfrm>
          <a:prstGeom prst="rect">
            <a:avLst/>
          </a:prstGeom>
        </p:spPr>
        <p:txBody>
          <a:bodyPr vert="horz" lIns="91440" tIns="45720" rIns="91440" bIns="45720" rtlCol="0">
            <a:normAutofit lnSpcReduction="10000"/>
          </a:bodyPr>
          <a:lstStyle/>
          <a:p>
            <a:pPr>
              <a:spcBef>
                <a:spcPts val="1000"/>
              </a:spcBef>
              <a:buFont typeface="Arial" panose="020B0604020202020204" pitchFamily="34" charset="0"/>
            </a:pPr>
            <a:r>
              <a:rPr lang="de-DE" spc="50" dirty="0"/>
              <a:t>[1] RFC 9114 – HTTP/3. IETF, Juni 2022. </a:t>
            </a:r>
            <a:r>
              <a:rPr lang="de-DE" spc="50" dirty="0">
                <a:hlinkClick r:id="rId2">
                  <a:extLst>
                    <a:ext uri="{A12FA001-AC4F-418D-AE19-62706E023703}">
                      <ahyp:hlinkClr xmlns:ahyp="http://schemas.microsoft.com/office/drawing/2018/hyperlinkcolor" val="tx"/>
                    </a:ext>
                  </a:extLst>
                </a:hlinkClick>
              </a:rPr>
              <a:t>https://rfc-editor.org/rfc/rfc9114</a:t>
            </a:r>
            <a:endParaRPr lang="de-DE" spc="50" dirty="0"/>
          </a:p>
          <a:p>
            <a:pPr>
              <a:spcBef>
                <a:spcPts val="1000"/>
              </a:spcBef>
              <a:buFont typeface="Arial" panose="020B0604020202020204" pitchFamily="34" charset="0"/>
            </a:pPr>
            <a:r>
              <a:rPr lang="de-DE" spc="50" dirty="0"/>
              <a:t>[2] RFC 9000 – QUIC: A UDP-</a:t>
            </a:r>
            <a:r>
              <a:rPr lang="de-DE" spc="50" dirty="0" err="1"/>
              <a:t>Based</a:t>
            </a:r>
            <a:r>
              <a:rPr lang="de-DE" spc="50" dirty="0"/>
              <a:t> </a:t>
            </a:r>
            <a:r>
              <a:rPr lang="de-DE" spc="50" dirty="0" err="1"/>
              <a:t>Multiplexed</a:t>
            </a:r>
            <a:r>
              <a:rPr lang="de-DE" spc="50" dirty="0"/>
              <a:t> and Secure Transport. </a:t>
            </a:r>
            <a:r>
              <a:rPr lang="de-DE" spc="50" dirty="0">
                <a:hlinkClick r:id="rId3">
                  <a:extLst>
                    <a:ext uri="{A12FA001-AC4F-418D-AE19-62706E023703}">
                      <ahyp:hlinkClr xmlns:ahyp="http://schemas.microsoft.com/office/drawing/2018/hyperlinkcolor" val="tx"/>
                    </a:ext>
                  </a:extLst>
                </a:hlinkClick>
              </a:rPr>
              <a:t>https://datatracker.ietf.org/doc/rfc9000</a:t>
            </a:r>
            <a:endParaRPr lang="de-DE" spc="50" dirty="0"/>
          </a:p>
          <a:p>
            <a:pPr>
              <a:spcBef>
                <a:spcPts val="1000"/>
              </a:spcBef>
              <a:buFont typeface="Arial" panose="020B0604020202020204" pitchFamily="34" charset="0"/>
            </a:pPr>
            <a:r>
              <a:rPr lang="de-DE" spc="50" dirty="0"/>
              <a:t>[3] Cloudflare – Was ist HTTP/3? </a:t>
            </a:r>
            <a:r>
              <a:rPr lang="de-DE" spc="50" dirty="0">
                <a:hlinkClick r:id="rId4">
                  <a:extLst>
                    <a:ext uri="{A12FA001-AC4F-418D-AE19-62706E023703}">
                      <ahyp:hlinkClr xmlns:ahyp="http://schemas.microsoft.com/office/drawing/2018/hyperlinkcolor" val="tx"/>
                    </a:ext>
                  </a:extLst>
                </a:hlinkClick>
              </a:rPr>
              <a:t>https://cloudflare.com/de-de/learning/performance/what-is-http3</a:t>
            </a:r>
            <a:endParaRPr lang="de-DE" spc="50" dirty="0"/>
          </a:p>
          <a:p>
            <a:pPr>
              <a:spcBef>
                <a:spcPts val="1000"/>
              </a:spcBef>
              <a:buFont typeface="Arial" panose="020B0604020202020204" pitchFamily="34" charset="0"/>
            </a:pPr>
            <a:r>
              <a:rPr lang="de-DE" spc="50" dirty="0"/>
              <a:t>[4] </a:t>
            </a:r>
            <a:r>
              <a:rPr lang="de-DE" spc="50" dirty="0">
                <a:hlinkClick r:id="rId5">
                  <a:extLst>
                    <a:ext uri="{A12FA001-AC4F-418D-AE19-62706E023703}">
                      <ahyp:hlinkClr xmlns:ahyp="http://schemas.microsoft.com/office/drawing/2018/hyperlinkcolor" val="tx"/>
                    </a:ext>
                  </a:extLst>
                </a:hlinkClick>
              </a:rPr>
              <a:t>HTTP/3 erklärt: HTTP/2 vs. HTTP/3 &amp; die nächste Phase des HTTP – IONOS</a:t>
            </a:r>
            <a:endParaRPr lang="de-DE" spc="50" dirty="0"/>
          </a:p>
          <a:p>
            <a:pPr>
              <a:spcBef>
                <a:spcPts val="1000"/>
              </a:spcBef>
              <a:buFont typeface="Arial" panose="020B0604020202020204" pitchFamily="34" charset="0"/>
            </a:pPr>
            <a:r>
              <a:rPr lang="de-DE" spc="50" dirty="0"/>
              <a:t>[5] </a:t>
            </a:r>
            <a:r>
              <a:rPr lang="de-DE" spc="50" dirty="0">
                <a:hlinkClick r:id="rId6">
                  <a:extLst>
                    <a:ext uri="{A12FA001-AC4F-418D-AE19-62706E023703}">
                      <ahyp:hlinkClr xmlns:ahyp="http://schemas.microsoft.com/office/drawing/2018/hyperlinkcolor" val="tx"/>
                    </a:ext>
                  </a:extLst>
                </a:hlinkClick>
              </a:rPr>
              <a:t>https://en.wikipedia.org/wiki/HTTP/3</a:t>
            </a:r>
            <a:r>
              <a:rPr lang="de-DE" spc="50" dirty="0"/>
              <a:t> </a:t>
            </a:r>
          </a:p>
          <a:p>
            <a:pPr>
              <a:spcBef>
                <a:spcPts val="1000"/>
              </a:spcBef>
              <a:buFont typeface="Arial" panose="020B0604020202020204" pitchFamily="34" charset="0"/>
            </a:pPr>
            <a:r>
              <a:rPr lang="de-DE" spc="50" dirty="0"/>
              <a:t>[5] Grafiken generiert von Claude</a:t>
            </a:r>
          </a:p>
        </p:txBody>
      </p:sp>
      <p:sp>
        <p:nvSpPr>
          <p:cNvPr id="4" name="Foliennummernplatzhalter 3">
            <a:extLst>
              <a:ext uri="{FF2B5EF4-FFF2-40B4-BE49-F238E27FC236}">
                <a16:creationId xmlns:a16="http://schemas.microsoft.com/office/drawing/2014/main" id="{4218D047-C8A9-A6E0-9ED8-F6C7DC9E7F24}"/>
              </a:ext>
            </a:extLst>
          </p:cNvPr>
          <p:cNvSpPr>
            <a:spLocks noGrp="1"/>
          </p:cNvSpPr>
          <p:nvPr>
            <p:ph type="sldNum" sz="quarter" idx="12"/>
          </p:nvPr>
        </p:nvSpPr>
        <p:spPr>
          <a:xfrm>
            <a:off x="10373350" y="6356349"/>
            <a:ext cx="987552" cy="365125"/>
          </a:xfrm>
        </p:spPr>
        <p:txBody>
          <a:bodyPr vert="horz" lIns="91440" tIns="45720" rIns="91440" bIns="45720" rtlCol="0" anchor="ctr">
            <a:normAutofit/>
          </a:bodyPr>
          <a:lstStyle/>
          <a:p>
            <a:pPr>
              <a:spcAft>
                <a:spcPts val="600"/>
              </a:spcAft>
            </a:pPr>
            <a:fld id="{A49DFD55-3C28-40EF-9E31-A92D2E4017FF}" type="slidenum">
              <a:rPr lang="de-DE" smtClean="0"/>
              <a:pPr>
                <a:spcAft>
                  <a:spcPts val="600"/>
                </a:spcAft>
              </a:pPr>
              <a:t>11</a:t>
            </a:fld>
            <a:endParaRPr lang="de-DE"/>
          </a:p>
        </p:txBody>
      </p:sp>
    </p:spTree>
    <p:extLst>
      <p:ext uri="{BB962C8B-B14F-4D97-AF65-F5344CB8AC3E}">
        <p14:creationId xmlns:p14="http://schemas.microsoft.com/office/powerpoint/2010/main" val="1207361597"/>
      </p:ext>
    </p:extLst>
  </p:cSld>
  <p:clrMapOvr>
    <a:masterClrMapping/>
  </p:clrMapOvr>
</p:sld>
</file>

<file path=ppt/theme/theme1.xml><?xml version="1.0" encoding="utf-8"?>
<a:theme xmlns:a="http://schemas.openxmlformats.org/drawingml/2006/main" name="Office-Design">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72977038_TF67328976_Win32" id="{B33B3472-3038-4EDE-B882-22737988B640}" vid="{AB05DB33-E781-44B8-AAD8-AFD94469E248}"/>
    </a:ext>
  </a:extLst>
</a:theme>
</file>

<file path=ppt/theme/theme2.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EDE3176-A15D-46A3-BDDB-64A0D73632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9168DCE-134F-4610-A6AA-88CEBE8D71D2}">
  <ds:schemaRefs>
    <ds:schemaRef ds:uri="http://www.w3.org/XML/1998/namespace"/>
    <ds:schemaRef ds:uri="http://schemas.openxmlformats.org/package/2006/metadata/core-properties"/>
    <ds:schemaRef ds:uri="http://schemas.microsoft.com/sharepoint/v3"/>
    <ds:schemaRef ds:uri="http://purl.org/dc/elements/1.1/"/>
    <ds:schemaRef ds:uri="16c05727-aa75-4e4a-9b5f-8a80a1165891"/>
    <ds:schemaRef ds:uri="http://schemas.microsoft.com/office/infopath/2007/PartnerControls"/>
    <ds:schemaRef ds:uri="http://purl.org/dc/terms/"/>
    <ds:schemaRef ds:uri="230e9df3-be65-4c73-a93b-d1236ebd677e"/>
    <ds:schemaRef ds:uri="http://schemas.microsoft.com/office/2006/documentManagement/types"/>
    <ds:schemaRef ds:uri="71af3243-3dd4-4a8d-8c0d-dd76da1f02a5"/>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CABF691C-888B-4061-8A6F-D5CE84A0254B}">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Minimalistische Präsentation</Template>
  <TotalTime>0</TotalTime>
  <Words>1509</Words>
  <Application>Microsoft Office PowerPoint</Application>
  <PresentationFormat>Breitbild</PresentationFormat>
  <Paragraphs>109</Paragraphs>
  <Slides>11</Slides>
  <Notes>10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11</vt:i4>
      </vt:variant>
    </vt:vector>
  </HeadingPairs>
  <TitlesOfParts>
    <vt:vector size="16" baseType="lpstr">
      <vt:lpstr>Aptos</vt:lpstr>
      <vt:lpstr>Arial</vt:lpstr>
      <vt:lpstr>Calibri</vt:lpstr>
      <vt:lpstr>Tenorite</vt:lpstr>
      <vt:lpstr>Office-Design</vt:lpstr>
      <vt:lpstr>HTTP/3 Verteilte systeme  Duong, Thi Quynh Nhi  20.03.2026</vt:lpstr>
      <vt:lpstr>QUIC – Fundament von HTTp/3</vt:lpstr>
      <vt:lpstr>WAS IST HTTP/3?</vt:lpstr>
      <vt:lpstr>Protokollstack-Vergleich:  HTTP/1.1, HTTP/2 und HTTP/3</vt:lpstr>
      <vt:lpstr>HTTP/1.1, HTTP/2 &amp; HTTP/3</vt:lpstr>
      <vt:lpstr>PROBLEMe VS. lösungen Head of line blocking</vt:lpstr>
      <vt:lpstr>PROBLEMe VS. lösungen verbindungsaufbau</vt:lpstr>
      <vt:lpstr>PROBLEMe VS. lösungen Verschlüsselung</vt:lpstr>
      <vt:lpstr>PROBLEMe VS. lösungen Netzwechsel</vt:lpstr>
      <vt:lpstr>GRENZE &amp; KRitik</vt:lpstr>
      <vt:lpstr>QUELLE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Duong, Thi Quynh Nhi  SH/HZA-HAAGS</dc:creator>
  <cp:lastModifiedBy>Duong, Thi Quynh Nhi  SH/HZA-HAAGS</cp:lastModifiedBy>
  <cp:revision>1</cp:revision>
  <dcterms:created xsi:type="dcterms:W3CDTF">2026-03-12T22:36:02Z</dcterms:created>
  <dcterms:modified xsi:type="dcterms:W3CDTF">2026-03-20T12:32:16Z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y fmtid="{D5CDD505-2E9C-101B-9397-08002B2CF9AE}" pid="4" name="MSIP_Label_f33c2d95-ffb8-4f09-8d49-eacb0a6220f7_Enabled">
    <vt:lpwstr>true</vt:lpwstr>
  </property>
  <property fmtid="{D5CDD505-2E9C-101B-9397-08002B2CF9AE}" pid="5" name="MSIP_Label_f33c2d95-ffb8-4f09-8d49-eacb0a6220f7_SetDate">
    <vt:lpwstr>2026-03-12T22:46:58Z</vt:lpwstr>
  </property>
  <property fmtid="{D5CDD505-2E9C-101B-9397-08002B2CF9AE}" pid="6" name="MSIP_Label_f33c2d95-ffb8-4f09-8d49-eacb0a6220f7_Method">
    <vt:lpwstr>Standard</vt:lpwstr>
  </property>
  <property fmtid="{D5CDD505-2E9C-101B-9397-08002B2CF9AE}" pid="7" name="MSIP_Label_f33c2d95-ffb8-4f09-8d49-eacb0a6220f7_Name">
    <vt:lpwstr>Internal</vt:lpwstr>
  </property>
  <property fmtid="{D5CDD505-2E9C-101B-9397-08002B2CF9AE}" pid="8" name="MSIP_Label_f33c2d95-ffb8-4f09-8d49-eacb0a6220f7_SiteId">
    <vt:lpwstr>67416604-6509-4014-9859-45e709f53d3f</vt:lpwstr>
  </property>
  <property fmtid="{D5CDD505-2E9C-101B-9397-08002B2CF9AE}" pid="9" name="MSIP_Label_f33c2d95-ffb8-4f09-8d49-eacb0a6220f7_ActionId">
    <vt:lpwstr>ee7e3461-5148-41b3-8e06-bbfa250af80f</vt:lpwstr>
  </property>
  <property fmtid="{D5CDD505-2E9C-101B-9397-08002B2CF9AE}" pid="10" name="MSIP_Label_f33c2d95-ffb8-4f09-8d49-eacb0a6220f7_ContentBits">
    <vt:lpwstr>2</vt:lpwstr>
  </property>
  <property fmtid="{D5CDD505-2E9C-101B-9397-08002B2CF9AE}" pid="11" name="MSIP_Label_f33c2d95-ffb8-4f09-8d49-eacb0a6220f7_Tag">
    <vt:lpwstr>10, 3, 0, 1</vt:lpwstr>
  </property>
  <property fmtid="{D5CDD505-2E9C-101B-9397-08002B2CF9AE}" pid="12" name="ClassificationContentMarkingFooterLocations">
    <vt:lpwstr>Office-Design:8</vt:lpwstr>
  </property>
  <property fmtid="{D5CDD505-2E9C-101B-9397-08002B2CF9AE}" pid="13" name="ClassificationContentMarkingFooterText">
    <vt:lpwstr>INTERNAL</vt:lpwstr>
  </property>
</Properties>
</file>