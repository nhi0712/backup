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64" r:id="rId5"/>
    <p:sldId id="259" r:id="rId6"/>
    <p:sldId id="267" r:id="rId7"/>
    <p:sldId id="266" r:id="rId8"/>
    <p:sldId id="265" r:id="rId9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A10709-4034-4CBE-A20F-6E1704F34755}" v="111" dt="2026-03-06T09:01:20.2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6353" autoAdjust="0"/>
  </p:normalViewPr>
  <p:slideViewPr>
    <p:cSldViewPr snapToGrid="0" snapToObjects="1">
      <p:cViewPr varScale="1">
        <p:scale>
          <a:sx n="64" d="100"/>
          <a:sy n="64" d="100"/>
        </p:scale>
        <p:origin x="1340" y="3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ong, Thi Quynh Nhi  SH/HZA-HAAGS" userId="fa5d8dce-1e87-4da3-b2b1-08b1cf4c506d" providerId="ADAL" clId="{0E0F48B5-6ACB-41CC-903C-113F4497A02B}"/>
    <pc:docChg chg="undo redo custSel addSld delSld modSld sldOrd">
      <pc:chgData name="Duong, Thi Quynh Nhi  SH/HZA-HAAGS" userId="fa5d8dce-1e87-4da3-b2b1-08b1cf4c506d" providerId="ADAL" clId="{0E0F48B5-6ACB-41CC-903C-113F4497A02B}" dt="2026-03-06T14:03:37.187" v="3823" actId="1076"/>
      <pc:docMkLst>
        <pc:docMk/>
      </pc:docMkLst>
      <pc:sldChg chg="modSp mod modTransition">
        <pc:chgData name="Duong, Thi Quynh Nhi  SH/HZA-HAAGS" userId="fa5d8dce-1e87-4da3-b2b1-08b1cf4c506d" providerId="ADAL" clId="{0E0F48B5-6ACB-41CC-903C-113F4497A02B}" dt="2026-03-06T12:21:54.625" v="3759" actId="20577"/>
        <pc:sldMkLst>
          <pc:docMk/>
          <pc:sldMk cId="0" sldId="256"/>
        </pc:sldMkLst>
        <pc:spChg chg="mod">
          <ac:chgData name="Duong, Thi Quynh Nhi  SH/HZA-HAAGS" userId="fa5d8dce-1e87-4da3-b2b1-08b1cf4c506d" providerId="ADAL" clId="{0E0F48B5-6ACB-41CC-903C-113F4497A02B}" dt="2026-03-01T18:43:52.978" v="1539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5T17:05:01.158" v="2936" actId="255"/>
          <ac:spMkLst>
            <pc:docMk/>
            <pc:sldMk cId="0" sldId="256"/>
            <ac:spMk id="3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5T17:05:15.892" v="2948" actId="403"/>
          <ac:spMkLst>
            <pc:docMk/>
            <pc:sldMk cId="0" sldId="256"/>
            <ac:spMk id="5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5T17:05:20.924" v="2949" actId="255"/>
          <ac:spMkLst>
            <pc:docMk/>
            <pc:sldMk cId="0" sldId="256"/>
            <ac:spMk id="6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1T18:46:29.481" v="1554" actId="207"/>
          <ac:spMkLst>
            <pc:docMk/>
            <pc:sldMk cId="0" sldId="256"/>
            <ac:spMk id="7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5T17:06:03.137" v="2950" actId="255"/>
          <ac:spMkLst>
            <pc:docMk/>
            <pc:sldMk cId="0" sldId="256"/>
            <ac:spMk id="8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1T18:46:34.421" v="1555" actId="207"/>
          <ac:spMkLst>
            <pc:docMk/>
            <pc:sldMk cId="0" sldId="256"/>
            <ac:spMk id="9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5T17:06:21.650" v="2951" actId="403"/>
          <ac:spMkLst>
            <pc:docMk/>
            <pc:sldMk cId="0" sldId="256"/>
            <ac:spMk id="10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5T17:06:25.130" v="2952" actId="403"/>
          <ac:spMkLst>
            <pc:docMk/>
            <pc:sldMk cId="0" sldId="256"/>
            <ac:spMk id="11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5T17:06:33.010" v="2953" actId="403"/>
          <ac:spMkLst>
            <pc:docMk/>
            <pc:sldMk cId="0" sldId="256"/>
            <ac:spMk id="12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5T17:06:57.035" v="2958" actId="14100"/>
          <ac:spMkLst>
            <pc:docMk/>
            <pc:sldMk cId="0" sldId="256"/>
            <ac:spMk id="13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5T17:06:41.257" v="2954" actId="403"/>
          <ac:spMkLst>
            <pc:docMk/>
            <pc:sldMk cId="0" sldId="256"/>
            <ac:spMk id="14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6T12:21:54.625" v="3759" actId="20577"/>
          <ac:spMkLst>
            <pc:docMk/>
            <pc:sldMk cId="0" sldId="256"/>
            <ac:spMk id="15" creationId="{00000000-0000-0000-0000-000000000000}"/>
          </ac:spMkLst>
        </pc:spChg>
      </pc:sldChg>
      <pc:sldChg chg="addSp delSp modSp add del mod modTransition">
        <pc:chgData name="Duong, Thi Quynh Nhi  SH/HZA-HAAGS" userId="fa5d8dce-1e87-4da3-b2b1-08b1cf4c506d" providerId="ADAL" clId="{0E0F48B5-6ACB-41CC-903C-113F4497A02B}" dt="2026-03-06T12:22:00.330" v="3761" actId="20577"/>
        <pc:sldMkLst>
          <pc:docMk/>
          <pc:sldMk cId="0" sldId="257"/>
        </pc:sldMkLst>
        <pc:spChg chg="mod">
          <ac:chgData name="Duong, Thi Quynh Nhi  SH/HZA-HAAGS" userId="fa5d8dce-1e87-4da3-b2b1-08b1cf4c506d" providerId="ADAL" clId="{0E0F48B5-6ACB-41CC-903C-113F4497A02B}" dt="2026-03-05T19:36:37.792" v="2989" actId="403"/>
          <ac:spMkLst>
            <pc:docMk/>
            <pc:sldMk cId="0" sldId="257"/>
            <ac:spMk id="36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5T19:36:44.548" v="2992" actId="403"/>
          <ac:spMkLst>
            <pc:docMk/>
            <pc:sldMk cId="0" sldId="257"/>
            <ac:spMk id="39" creationId="{00000000-0000-0000-0000-000000000000}"/>
          </ac:spMkLst>
        </pc:spChg>
        <pc:spChg chg="add del mod">
          <ac:chgData name="Duong, Thi Quynh Nhi  SH/HZA-HAAGS" userId="fa5d8dce-1e87-4da3-b2b1-08b1cf4c506d" providerId="ADAL" clId="{0E0F48B5-6ACB-41CC-903C-113F4497A02B}" dt="2026-03-06T08:44:22.986" v="3595" actId="478"/>
          <ac:spMkLst>
            <pc:docMk/>
            <pc:sldMk cId="0" sldId="257"/>
            <ac:spMk id="41" creationId="{00000000-0000-0000-0000-000000000000}"/>
          </ac:spMkLst>
        </pc:spChg>
        <pc:spChg chg="add del mod">
          <ac:chgData name="Duong, Thi Quynh Nhi  SH/HZA-HAAGS" userId="fa5d8dce-1e87-4da3-b2b1-08b1cf4c506d" providerId="ADAL" clId="{0E0F48B5-6ACB-41CC-903C-113F4497A02B}" dt="2026-03-06T08:44:23.420" v="3596" actId="478"/>
          <ac:spMkLst>
            <pc:docMk/>
            <pc:sldMk cId="0" sldId="257"/>
            <ac:spMk id="42" creationId="{00000000-0000-0000-0000-000000000000}"/>
          </ac:spMkLst>
        </pc:spChg>
        <pc:spChg chg="add del mod">
          <ac:chgData name="Duong, Thi Quynh Nhi  SH/HZA-HAAGS" userId="fa5d8dce-1e87-4da3-b2b1-08b1cf4c506d" providerId="ADAL" clId="{0E0F48B5-6ACB-41CC-903C-113F4497A02B}" dt="2026-03-06T08:44:22.283" v="3594" actId="478"/>
          <ac:spMkLst>
            <pc:docMk/>
            <pc:sldMk cId="0" sldId="257"/>
            <ac:spMk id="43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6T12:22:00.330" v="3761" actId="20577"/>
          <ac:spMkLst>
            <pc:docMk/>
            <pc:sldMk cId="0" sldId="257"/>
            <ac:spMk id="44" creationId="{00000000-0000-0000-0000-000000000000}"/>
          </ac:spMkLst>
        </pc:spChg>
      </pc:sldChg>
      <pc:sldChg chg="add del ord setBg">
        <pc:chgData name="Duong, Thi Quynh Nhi  SH/HZA-HAAGS" userId="fa5d8dce-1e87-4da3-b2b1-08b1cf4c506d" providerId="ADAL" clId="{0E0F48B5-6ACB-41CC-903C-113F4497A02B}" dt="2026-03-06T08:44:19.898" v="3592"/>
        <pc:sldMkLst>
          <pc:docMk/>
          <pc:sldMk cId="87015361" sldId="257"/>
        </pc:sldMkLst>
      </pc:sldChg>
      <pc:sldChg chg="addSp delSp modSp mod modTransition modNotesTx">
        <pc:chgData name="Duong, Thi Quynh Nhi  SH/HZA-HAAGS" userId="fa5d8dce-1e87-4da3-b2b1-08b1cf4c506d" providerId="ADAL" clId="{0E0F48B5-6ACB-41CC-903C-113F4497A02B}" dt="2026-03-06T12:22:40.246" v="3773" actId="255"/>
        <pc:sldMkLst>
          <pc:docMk/>
          <pc:sldMk cId="0" sldId="259"/>
        </pc:sldMkLst>
        <pc:spChg chg="mod">
          <ac:chgData name="Duong, Thi Quynh Nhi  SH/HZA-HAAGS" userId="fa5d8dce-1e87-4da3-b2b1-08b1cf4c506d" providerId="ADAL" clId="{0E0F48B5-6ACB-41CC-903C-113F4497A02B}" dt="2026-03-02T20:04:18.124" v="1623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6T08:58:59.538" v="3742" actId="6549"/>
          <ac:spMkLst>
            <pc:docMk/>
            <pc:sldMk cId="0" sldId="259"/>
            <ac:spMk id="3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0:38:30.840" v="2213" actId="403"/>
          <ac:spMkLst>
            <pc:docMk/>
            <pc:sldMk cId="0" sldId="259"/>
            <ac:spMk id="5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5T17:08:29.391" v="2970" actId="207"/>
          <ac:spMkLst>
            <pc:docMk/>
            <pc:sldMk cId="0" sldId="259"/>
            <ac:spMk id="6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0:38:37.169" v="2215" actId="403"/>
          <ac:spMkLst>
            <pc:docMk/>
            <pc:sldMk cId="0" sldId="259"/>
            <ac:spMk id="8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5T17:08:36.591" v="2971" actId="207"/>
          <ac:spMkLst>
            <pc:docMk/>
            <pc:sldMk cId="0" sldId="259"/>
            <ac:spMk id="9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0:38:42.168" v="2217" actId="403"/>
          <ac:spMkLst>
            <pc:docMk/>
            <pc:sldMk cId="0" sldId="259"/>
            <ac:spMk id="11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5T17:08:47.448" v="2972" actId="207"/>
          <ac:spMkLst>
            <pc:docMk/>
            <pc:sldMk cId="0" sldId="259"/>
            <ac:spMk id="12" creationId="{00000000-0000-0000-0000-000000000000}"/>
          </ac:spMkLst>
        </pc:spChg>
        <pc:spChg chg="add del mod ord">
          <ac:chgData name="Duong, Thi Quynh Nhi  SH/HZA-HAAGS" userId="fa5d8dce-1e87-4da3-b2b1-08b1cf4c506d" providerId="ADAL" clId="{0E0F48B5-6ACB-41CC-903C-113F4497A02B}" dt="2026-03-04T20:51:39.140" v="2301" actId="14100"/>
          <ac:spMkLst>
            <pc:docMk/>
            <pc:sldMk cId="0" sldId="259"/>
            <ac:spMk id="13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0:40:18.623" v="2224" actId="255"/>
          <ac:spMkLst>
            <pc:docMk/>
            <pc:sldMk cId="0" sldId="259"/>
            <ac:spMk id="15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0:40:18.623" v="2224" actId="255"/>
          <ac:spMkLst>
            <pc:docMk/>
            <pc:sldMk cId="0" sldId="259"/>
            <ac:spMk id="16" creationId="{00000000-0000-0000-0000-000000000000}"/>
          </ac:spMkLst>
        </pc:spChg>
        <pc:spChg chg="add del mod">
          <ac:chgData name="Duong, Thi Quynh Nhi  SH/HZA-HAAGS" userId="fa5d8dce-1e87-4da3-b2b1-08b1cf4c506d" providerId="ADAL" clId="{0E0F48B5-6ACB-41CC-903C-113F4497A02B}" dt="2026-03-04T20:40:41.413" v="2229" actId="255"/>
          <ac:spMkLst>
            <pc:docMk/>
            <pc:sldMk cId="0" sldId="259"/>
            <ac:spMk id="17" creationId="{00000000-0000-0000-0000-000000000000}"/>
          </ac:spMkLst>
        </pc:spChg>
        <pc:spChg chg="add del mod">
          <ac:chgData name="Duong, Thi Quynh Nhi  SH/HZA-HAAGS" userId="fa5d8dce-1e87-4da3-b2b1-08b1cf4c506d" providerId="ADAL" clId="{0E0F48B5-6ACB-41CC-903C-113F4497A02B}" dt="2026-03-04T20:40:41.413" v="2229" actId="255"/>
          <ac:spMkLst>
            <pc:docMk/>
            <pc:sldMk cId="0" sldId="259"/>
            <ac:spMk id="18" creationId="{00000000-0000-0000-0000-000000000000}"/>
          </ac:spMkLst>
        </pc:spChg>
        <pc:spChg chg="add del mod">
          <ac:chgData name="Duong, Thi Quynh Nhi  SH/HZA-HAAGS" userId="fa5d8dce-1e87-4da3-b2b1-08b1cf4c506d" providerId="ADAL" clId="{0E0F48B5-6ACB-41CC-903C-113F4497A02B}" dt="2026-03-04T20:40:41.413" v="2229" actId="255"/>
          <ac:spMkLst>
            <pc:docMk/>
            <pc:sldMk cId="0" sldId="259"/>
            <ac:spMk id="19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0:46:30.746" v="2266" actId="255"/>
          <ac:spMkLst>
            <pc:docMk/>
            <pc:sldMk cId="0" sldId="259"/>
            <ac:spMk id="21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0:48:08.180" v="2273" actId="255"/>
          <ac:spMkLst>
            <pc:docMk/>
            <pc:sldMk cId="0" sldId="259"/>
            <ac:spMk id="23" creationId="{00000000-0000-0000-0000-000000000000}"/>
          </ac:spMkLst>
        </pc:spChg>
        <pc:spChg chg="add del mod">
          <ac:chgData name="Duong, Thi Quynh Nhi  SH/HZA-HAAGS" userId="fa5d8dce-1e87-4da3-b2b1-08b1cf4c506d" providerId="ADAL" clId="{0E0F48B5-6ACB-41CC-903C-113F4497A02B}" dt="2026-03-04T20:43:03.475" v="2234" actId="107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0:48:08.180" v="2273" actId="255"/>
          <ac:spMkLst>
            <pc:docMk/>
            <pc:sldMk cId="0" sldId="259"/>
            <ac:spMk id="25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0:48:21.487" v="2274" actId="255"/>
          <ac:spMkLst>
            <pc:docMk/>
            <pc:sldMk cId="0" sldId="259"/>
            <ac:spMk id="27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0:46:30.746" v="2266" actId="255"/>
          <ac:spMkLst>
            <pc:docMk/>
            <pc:sldMk cId="0" sldId="259"/>
            <ac:spMk id="28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0:49:27.848" v="2284" actId="255"/>
          <ac:spMkLst>
            <pc:docMk/>
            <pc:sldMk cId="0" sldId="259"/>
            <ac:spMk id="29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0:47:10.161" v="2271" actId="1076"/>
          <ac:spMkLst>
            <pc:docMk/>
            <pc:sldMk cId="0" sldId="259"/>
            <ac:spMk id="30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0:50:14.560" v="2290" actId="255"/>
          <ac:spMkLst>
            <pc:docMk/>
            <pc:sldMk cId="0" sldId="259"/>
            <ac:spMk id="31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0:47:17.782" v="2272" actId="1076"/>
          <ac:spMkLst>
            <pc:docMk/>
            <pc:sldMk cId="0" sldId="259"/>
            <ac:spMk id="32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2-27T12:42:31.234" v="539" actId="20577"/>
          <ac:spMkLst>
            <pc:docMk/>
            <pc:sldMk cId="0" sldId="259"/>
            <ac:spMk id="44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6T12:22:40.246" v="3773" actId="255"/>
          <ac:spMkLst>
            <pc:docMk/>
            <pc:sldMk cId="0" sldId="259"/>
            <ac:spMk id="45" creationId="{00000000-0000-0000-0000-000000000000}"/>
          </ac:spMkLst>
        </pc:spChg>
        <pc:spChg chg="add mod">
          <ac:chgData name="Duong, Thi Quynh Nhi  SH/HZA-HAAGS" userId="fa5d8dce-1e87-4da3-b2b1-08b1cf4c506d" providerId="ADAL" clId="{0E0F48B5-6ACB-41CC-903C-113F4497A02B}" dt="2026-03-04T20:48:27.872" v="2275" actId="255"/>
          <ac:spMkLst>
            <pc:docMk/>
            <pc:sldMk cId="0" sldId="259"/>
            <ac:spMk id="50" creationId="{B9A007EE-4AAF-C1C5-B3A9-5C2EDB30DCFA}"/>
          </ac:spMkLst>
        </pc:spChg>
        <pc:spChg chg="add mod">
          <ac:chgData name="Duong, Thi Quynh Nhi  SH/HZA-HAAGS" userId="fa5d8dce-1e87-4da3-b2b1-08b1cf4c506d" providerId="ADAL" clId="{0E0F48B5-6ACB-41CC-903C-113F4497A02B}" dt="2026-03-04T20:49:27.848" v="2284" actId="255"/>
          <ac:spMkLst>
            <pc:docMk/>
            <pc:sldMk cId="0" sldId="259"/>
            <ac:spMk id="51" creationId="{3C6D44F4-7C97-67E8-269F-1C6DBE1C2837}"/>
          </ac:spMkLst>
        </pc:spChg>
        <pc:spChg chg="add mod">
          <ac:chgData name="Duong, Thi Quynh Nhi  SH/HZA-HAAGS" userId="fa5d8dce-1e87-4da3-b2b1-08b1cf4c506d" providerId="ADAL" clId="{0E0F48B5-6ACB-41CC-903C-113F4497A02B}" dt="2026-03-04T20:49:04.188" v="2282" actId="1076"/>
          <ac:spMkLst>
            <pc:docMk/>
            <pc:sldMk cId="0" sldId="259"/>
            <ac:spMk id="53" creationId="{0ADB4F14-2383-CA54-5447-3B2209F73E1B}"/>
          </ac:spMkLst>
        </pc:spChg>
        <pc:spChg chg="add mod">
          <ac:chgData name="Duong, Thi Quynh Nhi  SH/HZA-HAAGS" userId="fa5d8dce-1e87-4da3-b2b1-08b1cf4c506d" providerId="ADAL" clId="{0E0F48B5-6ACB-41CC-903C-113F4497A02B}" dt="2026-03-04T20:49:59.005" v="2288" actId="1076"/>
          <ac:spMkLst>
            <pc:docMk/>
            <pc:sldMk cId="0" sldId="259"/>
            <ac:spMk id="56" creationId="{BE4B5538-26DE-7668-B951-D9E5C0182B43}"/>
          </ac:spMkLst>
        </pc:spChg>
        <pc:spChg chg="add mod">
          <ac:chgData name="Duong, Thi Quynh Nhi  SH/HZA-HAAGS" userId="fa5d8dce-1e87-4da3-b2b1-08b1cf4c506d" providerId="ADAL" clId="{0E0F48B5-6ACB-41CC-903C-113F4497A02B}" dt="2026-03-04T20:49:53.145" v="2287" actId="1076"/>
          <ac:spMkLst>
            <pc:docMk/>
            <pc:sldMk cId="0" sldId="259"/>
            <ac:spMk id="57" creationId="{7E3911D4-1307-5B89-9A5B-E12935C13E7F}"/>
          </ac:spMkLst>
        </pc:spChg>
        <pc:spChg chg="add del mod">
          <ac:chgData name="Duong, Thi Quynh Nhi  SH/HZA-HAAGS" userId="fa5d8dce-1e87-4da3-b2b1-08b1cf4c506d" providerId="ADAL" clId="{0E0F48B5-6ACB-41CC-903C-113F4497A02B}" dt="2026-03-04T20:50:03.008" v="2289" actId="1076"/>
          <ac:spMkLst>
            <pc:docMk/>
            <pc:sldMk cId="0" sldId="259"/>
            <ac:spMk id="58" creationId="{916BB720-23B3-23B0-D92F-94D702DFC576}"/>
          </ac:spMkLst>
        </pc:spChg>
        <pc:spChg chg="add mod">
          <ac:chgData name="Duong, Thi Quynh Nhi  SH/HZA-HAAGS" userId="fa5d8dce-1e87-4da3-b2b1-08b1cf4c506d" providerId="ADAL" clId="{0E0F48B5-6ACB-41CC-903C-113F4497A02B}" dt="2026-03-04T20:50:23.098" v="2291" actId="255"/>
          <ac:spMkLst>
            <pc:docMk/>
            <pc:sldMk cId="0" sldId="259"/>
            <ac:spMk id="59" creationId="{3B048089-0A5B-D9AC-13FB-A4766E9F6D0B}"/>
          </ac:spMkLst>
        </pc:spChg>
        <pc:spChg chg="add mod">
          <ac:chgData name="Duong, Thi Quynh Nhi  SH/HZA-HAAGS" userId="fa5d8dce-1e87-4da3-b2b1-08b1cf4c506d" providerId="ADAL" clId="{0E0F48B5-6ACB-41CC-903C-113F4497A02B}" dt="2026-03-04T20:50:46.728" v="2295" actId="20577"/>
          <ac:spMkLst>
            <pc:docMk/>
            <pc:sldMk cId="0" sldId="259"/>
            <ac:spMk id="60" creationId="{6CE2B9C4-7A22-BE88-A7A6-EA822729A26A}"/>
          </ac:spMkLst>
        </pc:spChg>
        <pc:spChg chg="add mod">
          <ac:chgData name="Duong, Thi Quynh Nhi  SH/HZA-HAAGS" userId="fa5d8dce-1e87-4da3-b2b1-08b1cf4c506d" providerId="ADAL" clId="{0E0F48B5-6ACB-41CC-903C-113F4497A02B}" dt="2026-03-04T20:51:01.848" v="2298" actId="1076"/>
          <ac:spMkLst>
            <pc:docMk/>
            <pc:sldMk cId="0" sldId="259"/>
            <ac:spMk id="68" creationId="{5A149A43-A36A-ACD3-494C-A41A7208FFB4}"/>
          </ac:spMkLst>
        </pc:spChg>
      </pc:sldChg>
      <pc:sldChg chg="modSp mod modTransition">
        <pc:chgData name="Duong, Thi Quynh Nhi  SH/HZA-HAAGS" userId="fa5d8dce-1e87-4da3-b2b1-08b1cf4c506d" providerId="ADAL" clId="{0E0F48B5-6ACB-41CC-903C-113F4497A02B}" dt="2026-03-06T12:23:57.144" v="3797" actId="255"/>
        <pc:sldMkLst>
          <pc:docMk/>
          <pc:sldMk cId="0" sldId="262"/>
        </pc:sldMkLst>
        <pc:spChg chg="mod">
          <ac:chgData name="Duong, Thi Quynh Nhi  SH/HZA-HAAGS" userId="fa5d8dce-1e87-4da3-b2b1-08b1cf4c506d" providerId="ADAL" clId="{0E0F48B5-6ACB-41CC-903C-113F4497A02B}" dt="2026-03-02T20:04:43.953" v="1626" actId="207"/>
          <ac:spMkLst>
            <pc:docMk/>
            <pc:sldMk cId="0" sldId="262"/>
            <ac:spMk id="2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5T17:09:25.124" v="2974" actId="403"/>
          <ac:spMkLst>
            <pc:docMk/>
            <pc:sldMk cId="0" sldId="262"/>
            <ac:spMk id="7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5T17:09:29.778" v="2976" actId="403"/>
          <ac:spMkLst>
            <pc:docMk/>
            <pc:sldMk cId="0" sldId="262"/>
            <ac:spMk id="11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5T17:09:33.887" v="2978" actId="403"/>
          <ac:spMkLst>
            <pc:docMk/>
            <pc:sldMk cId="0" sldId="262"/>
            <ac:spMk id="15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5T17:09:38.025" v="2980" actId="403"/>
          <ac:spMkLst>
            <pc:docMk/>
            <pc:sldMk cId="0" sldId="262"/>
            <ac:spMk id="19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5T17:09:42.748" v="2982" actId="403"/>
          <ac:spMkLst>
            <pc:docMk/>
            <pc:sldMk cId="0" sldId="262"/>
            <ac:spMk id="23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6T12:23:57.144" v="3797" actId="255"/>
          <ac:spMkLst>
            <pc:docMk/>
            <pc:sldMk cId="0" sldId="262"/>
            <ac:spMk id="24" creationId="{00000000-0000-0000-0000-000000000000}"/>
          </ac:spMkLst>
        </pc:spChg>
      </pc:sldChg>
      <pc:sldChg chg="addSp delSp modSp add mod">
        <pc:chgData name="Duong, Thi Quynh Nhi  SH/HZA-HAAGS" userId="fa5d8dce-1e87-4da3-b2b1-08b1cf4c506d" providerId="ADAL" clId="{0E0F48B5-6ACB-41CC-903C-113F4497A02B}" dt="2026-03-06T12:22:06.088" v="3763" actId="20577"/>
        <pc:sldMkLst>
          <pc:docMk/>
          <pc:sldMk cId="4098610148" sldId="263"/>
        </pc:sldMkLst>
        <pc:spChg chg="mod">
          <ac:chgData name="Duong, Thi Quynh Nhi  SH/HZA-HAAGS" userId="fa5d8dce-1e87-4da3-b2b1-08b1cf4c506d" providerId="ADAL" clId="{0E0F48B5-6ACB-41CC-903C-113F4497A02B}" dt="2026-03-02T20:03:56.132" v="1621" actId="1076"/>
          <ac:spMkLst>
            <pc:docMk/>
            <pc:sldMk cId="4098610148" sldId="263"/>
            <ac:spMk id="2" creationId="{C8039EFE-ED8D-16F4-FAD5-5580B5F0DCB5}"/>
          </ac:spMkLst>
        </pc:spChg>
        <pc:spChg chg="mod">
          <ac:chgData name="Duong, Thi Quynh Nhi  SH/HZA-HAAGS" userId="fa5d8dce-1e87-4da3-b2b1-08b1cf4c506d" providerId="ADAL" clId="{0E0F48B5-6ACB-41CC-903C-113F4497A02B}" dt="2026-03-02T20:00:35.732" v="1591" actId="207"/>
          <ac:spMkLst>
            <pc:docMk/>
            <pc:sldMk cId="4098610148" sldId="263"/>
            <ac:spMk id="35" creationId="{2776D894-B3B7-5C66-17DC-BB8622DCDDBF}"/>
          </ac:spMkLst>
        </pc:spChg>
        <pc:spChg chg="mod">
          <ac:chgData name="Duong, Thi Quynh Nhi  SH/HZA-HAAGS" userId="fa5d8dce-1e87-4da3-b2b1-08b1cf4c506d" providerId="ADAL" clId="{0E0F48B5-6ACB-41CC-903C-113F4497A02B}" dt="2026-03-05T19:37:00.926" v="2998" actId="403"/>
          <ac:spMkLst>
            <pc:docMk/>
            <pc:sldMk cId="4098610148" sldId="263"/>
            <ac:spMk id="36" creationId="{56D0B3AC-BC09-5BC0-AFB1-6C043768D7D4}"/>
          </ac:spMkLst>
        </pc:spChg>
        <pc:spChg chg="mod">
          <ac:chgData name="Duong, Thi Quynh Nhi  SH/HZA-HAAGS" userId="fa5d8dce-1e87-4da3-b2b1-08b1cf4c506d" providerId="ADAL" clId="{0E0F48B5-6ACB-41CC-903C-113F4497A02B}" dt="2026-03-02T20:00:22.078" v="1588" actId="208"/>
          <ac:spMkLst>
            <pc:docMk/>
            <pc:sldMk cId="4098610148" sldId="263"/>
            <ac:spMk id="37" creationId="{4D2BCB4F-BDAB-DCDF-9583-F731FCDF6849}"/>
          </ac:spMkLst>
        </pc:spChg>
        <pc:spChg chg="mod">
          <ac:chgData name="Duong, Thi Quynh Nhi  SH/HZA-HAAGS" userId="fa5d8dce-1e87-4da3-b2b1-08b1cf4c506d" providerId="ADAL" clId="{0E0F48B5-6ACB-41CC-903C-113F4497A02B}" dt="2026-03-02T20:01:57.143" v="1608" actId="207"/>
          <ac:spMkLst>
            <pc:docMk/>
            <pc:sldMk cId="4098610148" sldId="263"/>
            <ac:spMk id="38" creationId="{79099EAA-87A1-72A7-FC8E-AD0B212C351B}"/>
          </ac:spMkLst>
        </pc:spChg>
        <pc:spChg chg="mod">
          <ac:chgData name="Duong, Thi Quynh Nhi  SH/HZA-HAAGS" userId="fa5d8dce-1e87-4da3-b2b1-08b1cf4c506d" providerId="ADAL" clId="{0E0F48B5-6ACB-41CC-903C-113F4497A02B}" dt="2026-03-05T19:37:20.974" v="3006" actId="403"/>
          <ac:spMkLst>
            <pc:docMk/>
            <pc:sldMk cId="4098610148" sldId="263"/>
            <ac:spMk id="39" creationId="{23480E8A-355E-BED5-3D57-8A62156F911F}"/>
          </ac:spMkLst>
        </pc:spChg>
        <pc:spChg chg="mod">
          <ac:chgData name="Duong, Thi Quynh Nhi  SH/HZA-HAAGS" userId="fa5d8dce-1e87-4da3-b2b1-08b1cf4c506d" providerId="ADAL" clId="{0E0F48B5-6ACB-41CC-903C-113F4497A02B}" dt="2026-03-02T20:01:33.995" v="1602" actId="208"/>
          <ac:spMkLst>
            <pc:docMk/>
            <pc:sldMk cId="4098610148" sldId="263"/>
            <ac:spMk id="40" creationId="{8345EA6E-A150-0264-CA5F-7D821C90CC7D}"/>
          </ac:spMkLst>
        </pc:spChg>
        <pc:spChg chg="mod">
          <ac:chgData name="Duong, Thi Quynh Nhi  SH/HZA-HAAGS" userId="fa5d8dce-1e87-4da3-b2b1-08b1cf4c506d" providerId="ADAL" clId="{0E0F48B5-6ACB-41CC-903C-113F4497A02B}" dt="2026-03-02T20:01:27.316" v="1601" actId="207"/>
          <ac:spMkLst>
            <pc:docMk/>
            <pc:sldMk cId="4098610148" sldId="263"/>
            <ac:spMk id="41" creationId="{F2834771-DB30-6AA5-8185-1D8FA173A0D7}"/>
          </ac:spMkLst>
        </pc:spChg>
        <pc:spChg chg="mod">
          <ac:chgData name="Duong, Thi Quynh Nhi  SH/HZA-HAAGS" userId="fa5d8dce-1e87-4da3-b2b1-08b1cf4c506d" providerId="ADAL" clId="{0E0F48B5-6ACB-41CC-903C-113F4497A02B}" dt="2026-03-05T19:37:07.415" v="3001" actId="403"/>
          <ac:spMkLst>
            <pc:docMk/>
            <pc:sldMk cId="4098610148" sldId="263"/>
            <ac:spMk id="42" creationId="{79D590AD-F280-34EE-54A9-C91FE9351F91}"/>
          </ac:spMkLst>
        </pc:spChg>
        <pc:spChg chg="mod">
          <ac:chgData name="Duong, Thi Quynh Nhi  SH/HZA-HAAGS" userId="fa5d8dce-1e87-4da3-b2b1-08b1cf4c506d" providerId="ADAL" clId="{0E0F48B5-6ACB-41CC-903C-113F4497A02B}" dt="2026-03-02T20:00:41.728" v="1592" actId="208"/>
          <ac:spMkLst>
            <pc:docMk/>
            <pc:sldMk cId="4098610148" sldId="263"/>
            <ac:spMk id="43" creationId="{09579584-01DA-E71B-EDDA-907D2F63F7D8}"/>
          </ac:spMkLst>
        </pc:spChg>
        <pc:spChg chg="mod">
          <ac:chgData name="Duong, Thi Quynh Nhi  SH/HZA-HAAGS" userId="fa5d8dce-1e87-4da3-b2b1-08b1cf4c506d" providerId="ADAL" clId="{0E0F48B5-6ACB-41CC-903C-113F4497A02B}" dt="2026-03-06T12:22:06.088" v="3763" actId="20577"/>
          <ac:spMkLst>
            <pc:docMk/>
            <pc:sldMk cId="4098610148" sldId="263"/>
            <ac:spMk id="44" creationId="{86CFEED8-EB55-73A8-B7DF-70B14153627C}"/>
          </ac:spMkLst>
        </pc:spChg>
        <pc:picChg chg="add mod">
          <ac:chgData name="Duong, Thi Quynh Nhi  SH/HZA-HAAGS" userId="fa5d8dce-1e87-4da3-b2b1-08b1cf4c506d" providerId="ADAL" clId="{0E0F48B5-6ACB-41CC-903C-113F4497A02B}" dt="2026-02-25T19:47:48.529" v="39" actId="1076"/>
          <ac:picMkLst>
            <pc:docMk/>
            <pc:sldMk cId="4098610148" sldId="263"/>
            <ac:picMk id="7" creationId="{F04AE3BE-8867-1003-BB73-865CB817FD0C}"/>
          </ac:picMkLst>
        </pc:picChg>
        <pc:picChg chg="add mod">
          <ac:chgData name="Duong, Thi Quynh Nhi  SH/HZA-HAAGS" userId="fa5d8dce-1e87-4da3-b2b1-08b1cf4c506d" providerId="ADAL" clId="{0E0F48B5-6ACB-41CC-903C-113F4497A02B}" dt="2026-03-05T19:37:13.905" v="3003" actId="1076"/>
          <ac:picMkLst>
            <pc:docMk/>
            <pc:sldMk cId="4098610148" sldId="263"/>
            <ac:picMk id="9" creationId="{7650F854-4041-1AB6-ED62-3B1CC6063353}"/>
          </ac:picMkLst>
        </pc:picChg>
      </pc:sldChg>
      <pc:sldChg chg="addSp delSp modSp add del mod modTransition setBg modNotesTx">
        <pc:chgData name="Duong, Thi Quynh Nhi  SH/HZA-HAAGS" userId="fa5d8dce-1e87-4da3-b2b1-08b1cf4c506d" providerId="ADAL" clId="{0E0F48B5-6ACB-41CC-903C-113F4497A02B}" dt="2026-03-06T14:03:37.187" v="3823" actId="1076"/>
        <pc:sldMkLst>
          <pc:docMk/>
          <pc:sldMk cId="0" sldId="264"/>
        </pc:sldMkLst>
        <pc:spChg chg="mod">
          <ac:chgData name="Duong, Thi Quynh Nhi  SH/HZA-HAAGS" userId="fa5d8dce-1e87-4da3-b2b1-08b1cf4c506d" providerId="ADAL" clId="{0E0F48B5-6ACB-41CC-903C-113F4497A02B}" dt="2026-03-02T20:04:10.090" v="1622" actId="207"/>
          <ac:spMkLst>
            <pc:docMk/>
            <pc:sldMk cId="0" sldId="264"/>
            <ac:spMk id="2" creationId="{00000000-0000-0000-0000-000000000000}"/>
          </ac:spMkLst>
        </pc:spChg>
        <pc:spChg chg="add del mod ord">
          <ac:chgData name="Duong, Thi Quynh Nhi  SH/HZA-HAAGS" userId="fa5d8dce-1e87-4da3-b2b1-08b1cf4c506d" providerId="ADAL" clId="{0E0F48B5-6ACB-41CC-903C-113F4497A02B}" dt="2026-03-06T14:03:23.806" v="3822" actId="1076"/>
          <ac:spMkLst>
            <pc:docMk/>
            <pc:sldMk cId="0" sldId="264"/>
            <ac:spMk id="4" creationId="{9DF08AD2-873D-BB28-FC69-CF460DF7C0AB}"/>
          </ac:spMkLst>
        </pc:spChg>
        <pc:spChg chg="add mod">
          <ac:chgData name="Duong, Thi Quynh Nhi  SH/HZA-HAAGS" userId="fa5d8dce-1e87-4da3-b2b1-08b1cf4c506d" providerId="ADAL" clId="{0E0F48B5-6ACB-41CC-903C-113F4497A02B}" dt="2026-03-04T20:52:02.704" v="2302" actId="208"/>
          <ac:spMkLst>
            <pc:docMk/>
            <pc:sldMk cId="0" sldId="264"/>
            <ac:spMk id="5" creationId="{5C769649-2A57-75C4-0C35-F34CC68BF8B7}"/>
          </ac:spMkLst>
        </pc:spChg>
        <pc:spChg chg="mod">
          <ac:chgData name="Duong, Thi Quynh Nhi  SH/HZA-HAAGS" userId="fa5d8dce-1e87-4da3-b2b1-08b1cf4c506d" providerId="ADAL" clId="{0E0F48B5-6ACB-41CC-903C-113F4497A02B}" dt="2026-03-06T14:03:23.806" v="3822" actId="1076"/>
          <ac:spMkLst>
            <pc:docMk/>
            <pc:sldMk cId="0" sldId="264"/>
            <ac:spMk id="23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6T14:03:23.806" v="3822" actId="1076"/>
          <ac:spMkLst>
            <pc:docMk/>
            <pc:sldMk cId="0" sldId="264"/>
            <ac:spMk id="24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6T14:03:23.806" v="3822" actId="1076"/>
          <ac:spMkLst>
            <pc:docMk/>
            <pc:sldMk cId="0" sldId="264"/>
            <ac:spMk id="25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6T14:03:23.806" v="3822" actId="107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6T14:03:37.187" v="3823" actId="1076"/>
          <ac:spMkLst>
            <pc:docMk/>
            <pc:sldMk cId="0" sldId="264"/>
            <ac:spMk id="27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6T14:03:23.806" v="3822" actId="1076"/>
          <ac:spMkLst>
            <pc:docMk/>
            <pc:sldMk cId="0" sldId="264"/>
            <ac:spMk id="28" creationId="{00000000-0000-0000-0000-000000000000}"/>
          </ac:spMkLst>
        </pc:spChg>
        <pc:spChg chg="del">
          <ac:chgData name="Duong, Thi Quynh Nhi  SH/HZA-HAAGS" userId="fa5d8dce-1e87-4da3-b2b1-08b1cf4c506d" providerId="ADAL" clId="{0E0F48B5-6ACB-41CC-903C-113F4497A02B}" dt="2026-03-06T13:43:18.844" v="3821" actId="478"/>
          <ac:spMkLst>
            <pc:docMk/>
            <pc:sldMk cId="0" sldId="264"/>
            <ac:spMk id="29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6T13:43:10.445" v="3820" actId="20577"/>
          <ac:spMkLst>
            <pc:docMk/>
            <pc:sldMk cId="0" sldId="264"/>
            <ac:spMk id="31" creationId="{00000000-0000-0000-0000-000000000000}"/>
          </ac:spMkLst>
        </pc:spChg>
        <pc:spChg chg="del">
          <ac:chgData name="Duong, Thi Quynh Nhi  SH/HZA-HAAGS" userId="fa5d8dce-1e87-4da3-b2b1-08b1cf4c506d" providerId="ADAL" clId="{0E0F48B5-6ACB-41CC-903C-113F4497A02B}" dt="2026-03-06T13:41:36.447" v="3799" actId="478"/>
          <ac:spMkLst>
            <pc:docMk/>
            <pc:sldMk cId="0" sldId="264"/>
            <ac:spMk id="32" creationId="{00000000-0000-0000-0000-000000000000}"/>
          </ac:spMkLst>
        </pc:spChg>
        <pc:spChg chg="del mod">
          <ac:chgData name="Duong, Thi Quynh Nhi  SH/HZA-HAAGS" userId="fa5d8dce-1e87-4da3-b2b1-08b1cf4c506d" providerId="ADAL" clId="{0E0F48B5-6ACB-41CC-903C-113F4497A02B}" dt="2026-03-06T13:42:55.238" v="3816" actId="478"/>
          <ac:spMkLst>
            <pc:docMk/>
            <pc:sldMk cId="0" sldId="264"/>
            <ac:spMk id="33" creationId="{00000000-0000-0000-0000-000000000000}"/>
          </ac:spMkLst>
        </pc:spChg>
        <pc:spChg chg="del mod">
          <ac:chgData name="Duong, Thi Quynh Nhi  SH/HZA-HAAGS" userId="fa5d8dce-1e87-4da3-b2b1-08b1cf4c506d" providerId="ADAL" clId="{0E0F48B5-6ACB-41CC-903C-113F4497A02B}" dt="2026-03-06T13:41:39.802" v="3800" actId="478"/>
          <ac:spMkLst>
            <pc:docMk/>
            <pc:sldMk cId="0" sldId="264"/>
            <ac:spMk id="34" creationId="{00000000-0000-0000-0000-000000000000}"/>
          </ac:spMkLst>
        </pc:spChg>
        <pc:spChg chg="del mod">
          <ac:chgData name="Duong, Thi Quynh Nhi  SH/HZA-HAAGS" userId="fa5d8dce-1e87-4da3-b2b1-08b1cf4c506d" providerId="ADAL" clId="{0E0F48B5-6ACB-41CC-903C-113F4497A02B}" dt="2026-03-06T13:42:52.191" v="3814" actId="478"/>
          <ac:spMkLst>
            <pc:docMk/>
            <pc:sldMk cId="0" sldId="264"/>
            <ac:spMk id="35" creationId="{00000000-0000-0000-0000-000000000000}"/>
          </ac:spMkLst>
        </pc:spChg>
        <pc:spChg chg="del mod">
          <ac:chgData name="Duong, Thi Quynh Nhi  SH/HZA-HAAGS" userId="fa5d8dce-1e87-4da3-b2b1-08b1cf4c506d" providerId="ADAL" clId="{0E0F48B5-6ACB-41CC-903C-113F4497A02B}" dt="2026-03-06T13:42:50.459" v="3813" actId="478"/>
          <ac:spMkLst>
            <pc:docMk/>
            <pc:sldMk cId="0" sldId="264"/>
            <ac:spMk id="37" creationId="{00000000-0000-0000-0000-000000000000}"/>
          </ac:spMkLst>
        </pc:spChg>
        <pc:spChg chg="del mod">
          <ac:chgData name="Duong, Thi Quynh Nhi  SH/HZA-HAAGS" userId="fa5d8dce-1e87-4da3-b2b1-08b1cf4c506d" providerId="ADAL" clId="{0E0F48B5-6ACB-41CC-903C-113F4497A02B}" dt="2026-03-06T13:42:17.525" v="3801" actId="478"/>
          <ac:spMkLst>
            <pc:docMk/>
            <pc:sldMk cId="0" sldId="264"/>
            <ac:spMk id="38" creationId="{00000000-0000-0000-0000-000000000000}"/>
          </ac:spMkLst>
        </pc:spChg>
        <pc:spChg chg="del mod">
          <ac:chgData name="Duong, Thi Quynh Nhi  SH/HZA-HAAGS" userId="fa5d8dce-1e87-4da3-b2b1-08b1cf4c506d" providerId="ADAL" clId="{0E0F48B5-6ACB-41CC-903C-113F4497A02B}" dt="2026-03-06T13:42:46.325" v="3809" actId="478"/>
          <ac:spMkLst>
            <pc:docMk/>
            <pc:sldMk cId="0" sldId="264"/>
            <ac:spMk id="39" creationId="{00000000-0000-0000-0000-000000000000}"/>
          </ac:spMkLst>
        </pc:spChg>
        <pc:spChg chg="del mod">
          <ac:chgData name="Duong, Thi Quynh Nhi  SH/HZA-HAAGS" userId="fa5d8dce-1e87-4da3-b2b1-08b1cf4c506d" providerId="ADAL" clId="{0E0F48B5-6ACB-41CC-903C-113F4497A02B}" dt="2026-03-06T13:42:20.483" v="3802" actId="478"/>
          <ac:spMkLst>
            <pc:docMk/>
            <pc:sldMk cId="0" sldId="264"/>
            <ac:spMk id="40" creationId="{00000000-0000-0000-0000-000000000000}"/>
          </ac:spMkLst>
        </pc:spChg>
        <pc:spChg chg="del mod">
          <ac:chgData name="Duong, Thi Quynh Nhi  SH/HZA-HAAGS" userId="fa5d8dce-1e87-4da3-b2b1-08b1cf4c506d" providerId="ADAL" clId="{0E0F48B5-6ACB-41CC-903C-113F4497A02B}" dt="2026-03-06T13:42:37.665" v="3807" actId="478"/>
          <ac:spMkLst>
            <pc:docMk/>
            <pc:sldMk cId="0" sldId="264"/>
            <ac:spMk id="41" creationId="{00000000-0000-0000-0000-000000000000}"/>
          </ac:spMkLst>
        </pc:spChg>
        <pc:spChg chg="del mod">
          <ac:chgData name="Duong, Thi Quynh Nhi  SH/HZA-HAAGS" userId="fa5d8dce-1e87-4da3-b2b1-08b1cf4c506d" providerId="ADAL" clId="{0E0F48B5-6ACB-41CC-903C-113F4497A02B}" dt="2026-03-06T13:42:48.206" v="3811" actId="478"/>
          <ac:spMkLst>
            <pc:docMk/>
            <pc:sldMk cId="0" sldId="264"/>
            <ac:spMk id="42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6T12:22:25.122" v="3768" actId="255"/>
          <ac:spMkLst>
            <pc:docMk/>
            <pc:sldMk cId="0" sldId="264"/>
            <ac:spMk id="47" creationId="{00000000-0000-0000-0000-000000000000}"/>
          </ac:spMkLst>
        </pc:spChg>
      </pc:sldChg>
      <pc:sldChg chg="addSp delSp modSp add del mod modTransition setBg modNotesTx">
        <pc:chgData name="Duong, Thi Quynh Nhi  SH/HZA-HAAGS" userId="fa5d8dce-1e87-4da3-b2b1-08b1cf4c506d" providerId="ADAL" clId="{0E0F48B5-6ACB-41CC-903C-113F4497A02B}" dt="2026-03-06T12:23:43.112" v="3792" actId="255"/>
        <pc:sldMkLst>
          <pc:docMk/>
          <pc:sldMk cId="0" sldId="265"/>
        </pc:sldMkLst>
        <pc:spChg chg="mod">
          <ac:chgData name="Duong, Thi Quynh Nhi  SH/HZA-HAAGS" userId="fa5d8dce-1e87-4da3-b2b1-08b1cf4c506d" providerId="ADAL" clId="{0E0F48B5-6ACB-41CC-903C-113F4497A02B}" dt="2026-03-02T20:04:37.899" v="1625" actId="207"/>
          <ac:spMkLst>
            <pc:docMk/>
            <pc:sldMk cId="0" sldId="265"/>
            <ac:spMk id="2" creationId="{00000000-0000-0000-0000-000000000000}"/>
          </ac:spMkLst>
        </pc:spChg>
        <pc:spChg chg="add mod">
          <ac:chgData name="Duong, Thi Quynh Nhi  SH/HZA-HAAGS" userId="fa5d8dce-1e87-4da3-b2b1-08b1cf4c506d" providerId="ADAL" clId="{0E0F48B5-6ACB-41CC-903C-113F4497A02B}" dt="2026-03-04T21:34:05.150" v="2888" actId="20577"/>
          <ac:spMkLst>
            <pc:docMk/>
            <pc:sldMk cId="0" sldId="265"/>
            <ac:spMk id="4" creationId="{2DA2671F-1BBA-E0DA-E4D4-923F96BD37C0}"/>
          </ac:spMkLst>
        </pc:spChg>
        <pc:spChg chg="add del mod">
          <ac:chgData name="Duong, Thi Quynh Nhi  SH/HZA-HAAGS" userId="fa5d8dce-1e87-4da3-b2b1-08b1cf4c506d" providerId="ADAL" clId="{0E0F48B5-6ACB-41CC-903C-113F4497A02B}" dt="2026-03-04T21:32:30.899" v="2853" actId="1076"/>
          <ac:spMkLst>
            <pc:docMk/>
            <pc:sldMk cId="0" sldId="265"/>
            <ac:spMk id="16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32:38.990" v="2854" actId="1076"/>
          <ac:spMkLst>
            <pc:docMk/>
            <pc:sldMk cId="0" sldId="265"/>
            <ac:spMk id="18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32:38.990" v="2854" actId="107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32:43.950" v="2855" actId="1076"/>
          <ac:spMkLst>
            <pc:docMk/>
            <pc:sldMk cId="0" sldId="265"/>
            <ac:spMk id="20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32:43.950" v="2855" actId="1076"/>
          <ac:spMkLst>
            <pc:docMk/>
            <pc:sldMk cId="0" sldId="265"/>
            <ac:spMk id="21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32:50.162" v="2856" actId="1076"/>
          <ac:spMkLst>
            <pc:docMk/>
            <pc:sldMk cId="0" sldId="265"/>
            <ac:spMk id="22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32:50.162" v="2856" actId="1076"/>
          <ac:spMkLst>
            <pc:docMk/>
            <pc:sldMk cId="0" sldId="265"/>
            <ac:spMk id="23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33:00.337" v="2857" actId="1076"/>
          <ac:spMkLst>
            <pc:docMk/>
            <pc:sldMk cId="0" sldId="265"/>
            <ac:spMk id="24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33:04.583" v="2858" actId="1076"/>
          <ac:spMkLst>
            <pc:docMk/>
            <pc:sldMk cId="0" sldId="265"/>
            <ac:spMk id="25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6T12:23:43.112" v="3792" actId="255"/>
          <ac:spMkLst>
            <pc:docMk/>
            <pc:sldMk cId="0" sldId="265"/>
            <ac:spMk id="46" creationId="{00000000-0000-0000-0000-000000000000}"/>
          </ac:spMkLst>
        </pc:spChg>
        <pc:picChg chg="mod">
          <ac:chgData name="Duong, Thi Quynh Nhi  SH/HZA-HAAGS" userId="fa5d8dce-1e87-4da3-b2b1-08b1cf4c506d" providerId="ADAL" clId="{0E0F48B5-6ACB-41CC-903C-113F4497A02B}" dt="2026-03-01T17:51:56.366" v="1223" actId="1076"/>
          <ac:picMkLst>
            <pc:docMk/>
            <pc:sldMk cId="0" sldId="265"/>
            <ac:picMk id="48" creationId="{030C31F2-16F4-3E2C-68BB-49CF84866713}"/>
          </ac:picMkLst>
        </pc:picChg>
        <pc:picChg chg="mod">
          <ac:chgData name="Duong, Thi Quynh Nhi  SH/HZA-HAAGS" userId="fa5d8dce-1e87-4da3-b2b1-08b1cf4c506d" providerId="ADAL" clId="{0E0F48B5-6ACB-41CC-903C-113F4497A02B}" dt="2026-03-01T17:52:20.769" v="1229" actId="1076"/>
          <ac:picMkLst>
            <pc:docMk/>
            <pc:sldMk cId="0" sldId="265"/>
            <ac:picMk id="50" creationId="{EB545C20-4C3F-5F74-1204-CFA8A5D5D766}"/>
          </ac:picMkLst>
        </pc:picChg>
      </pc:sldChg>
      <pc:sldChg chg="addSp delSp modSp add mod modTransition setBg modNotesTx">
        <pc:chgData name="Duong, Thi Quynh Nhi  SH/HZA-HAAGS" userId="fa5d8dce-1e87-4da3-b2b1-08b1cf4c506d" providerId="ADAL" clId="{0E0F48B5-6ACB-41CC-903C-113F4497A02B}" dt="2026-03-06T12:38:18.820" v="3798" actId="20577"/>
        <pc:sldMkLst>
          <pc:docMk/>
          <pc:sldMk cId="0" sldId="266"/>
        </pc:sldMkLst>
        <pc:spChg chg="mod">
          <ac:chgData name="Duong, Thi Quynh Nhi  SH/HZA-HAAGS" userId="fa5d8dce-1e87-4da3-b2b1-08b1cf4c506d" providerId="ADAL" clId="{0E0F48B5-6ACB-41CC-903C-113F4497A02B}" dt="2026-03-02T20:04:28.564" v="1624" actId="207"/>
          <ac:spMkLst>
            <pc:docMk/>
            <pc:sldMk cId="0" sldId="266"/>
            <ac:spMk id="2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6T12:38:18.820" v="3798" actId="20577"/>
          <ac:spMkLst>
            <pc:docMk/>
            <pc:sldMk cId="0" sldId="266"/>
            <ac:spMk id="4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10:46.815" v="2430" actId="14100"/>
          <ac:spMkLst>
            <pc:docMk/>
            <pc:sldMk cId="0" sldId="266"/>
            <ac:spMk id="10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01:37.199" v="2354" actId="255"/>
          <ac:spMkLst>
            <pc:docMk/>
            <pc:sldMk cId="0" sldId="266"/>
            <ac:spMk id="11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01:37.199" v="2354" actId="255"/>
          <ac:spMkLst>
            <pc:docMk/>
            <pc:sldMk cId="0" sldId="266"/>
            <ac:spMk id="12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02:56.840" v="2372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05:43.676" v="2382" actId="1076"/>
          <ac:spMkLst>
            <pc:docMk/>
            <pc:sldMk cId="0" sldId="266"/>
            <ac:spMk id="14" creationId="{00000000-0000-0000-0000-000000000000}"/>
          </ac:spMkLst>
        </pc:spChg>
        <pc:spChg chg="add del mod">
          <ac:chgData name="Duong, Thi Quynh Nhi  SH/HZA-HAAGS" userId="fa5d8dce-1e87-4da3-b2b1-08b1cf4c506d" providerId="ADAL" clId="{0E0F48B5-6ACB-41CC-903C-113F4497A02B}" dt="2026-03-04T21:06:37.435" v="2391" actId="1076"/>
          <ac:spMkLst>
            <pc:docMk/>
            <pc:sldMk cId="0" sldId="266"/>
            <ac:spMk id="15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08:33.851" v="2405" actId="1076"/>
          <ac:spMkLst>
            <pc:docMk/>
            <pc:sldMk cId="0" sldId="266"/>
            <ac:spMk id="16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06:49.561" v="2394" actId="107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08:37.188" v="2406" actId="107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08:44.193" v="2407" actId="107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08:04.398" v="2403" actId="255"/>
          <ac:spMkLst>
            <pc:docMk/>
            <pc:sldMk cId="0" sldId="266"/>
            <ac:spMk id="20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09:46.165" v="2421" actId="107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09:49.629" v="2422" actId="107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09:10.170" v="2413" actId="255"/>
          <ac:spMkLst>
            <pc:docMk/>
            <pc:sldMk cId="0" sldId="266"/>
            <ac:spMk id="23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09:54.545" v="2423" actId="1076"/>
          <ac:spMkLst>
            <pc:docMk/>
            <pc:sldMk cId="0" sldId="266"/>
            <ac:spMk id="24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10:03.051" v="2424" actId="255"/>
          <ac:spMkLst>
            <pc:docMk/>
            <pc:sldMk cId="0" sldId="266"/>
            <ac:spMk id="25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10:24.366" v="2426" actId="1076"/>
          <ac:spMkLst>
            <pc:docMk/>
            <pc:sldMk cId="0" sldId="266"/>
            <ac:spMk id="26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6T08:37:01.636" v="3582"/>
          <ac:spMkLst>
            <pc:docMk/>
            <pc:sldMk cId="0" sldId="266"/>
            <ac:spMk id="27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17:50.916" v="2479" actId="14100"/>
          <ac:spMkLst>
            <pc:docMk/>
            <pc:sldMk cId="0" sldId="266"/>
            <ac:spMk id="31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16:06.151" v="2462" actId="1076"/>
          <ac:spMkLst>
            <pc:docMk/>
            <pc:sldMk cId="0" sldId="266"/>
            <ac:spMk id="32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16:10.233" v="2463" actId="1076"/>
          <ac:spMkLst>
            <pc:docMk/>
            <pc:sldMk cId="0" sldId="266"/>
            <ac:spMk id="33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16:25.170" v="2467" actId="1076"/>
          <ac:spMkLst>
            <pc:docMk/>
            <pc:sldMk cId="0" sldId="266"/>
            <ac:spMk id="34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16:32.520" v="2468" actId="1076"/>
          <ac:spMkLst>
            <pc:docMk/>
            <pc:sldMk cId="0" sldId="266"/>
            <ac:spMk id="35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16:46.422" v="2471" actId="1076"/>
          <ac:spMkLst>
            <pc:docMk/>
            <pc:sldMk cId="0" sldId="266"/>
            <ac:spMk id="36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16:53.114" v="2472" actId="1076"/>
          <ac:spMkLst>
            <pc:docMk/>
            <pc:sldMk cId="0" sldId="266"/>
            <ac:spMk id="37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16:57.893" v="2473" actId="1076"/>
          <ac:spMkLst>
            <pc:docMk/>
            <pc:sldMk cId="0" sldId="266"/>
            <ac:spMk id="38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4T21:17:01.823" v="2474" actId="1076"/>
          <ac:spMkLst>
            <pc:docMk/>
            <pc:sldMk cId="0" sldId="266"/>
            <ac:spMk id="39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06T12:23:25.713" v="3787" actId="255"/>
          <ac:spMkLst>
            <pc:docMk/>
            <pc:sldMk cId="0" sldId="266"/>
            <ac:spMk id="60" creationId="{00000000-0000-0000-0000-000000000000}"/>
          </ac:spMkLst>
        </pc:spChg>
        <pc:picChg chg="mod">
          <ac:chgData name="Duong, Thi Quynh Nhi  SH/HZA-HAAGS" userId="fa5d8dce-1e87-4da3-b2b1-08b1cf4c506d" providerId="ADAL" clId="{0E0F48B5-6ACB-41CC-903C-113F4497A02B}" dt="2026-03-04T21:01:27.254" v="2353" actId="1076"/>
          <ac:picMkLst>
            <pc:docMk/>
            <pc:sldMk cId="0" sldId="266"/>
            <ac:picMk id="62" creationId="{20B442D5-3B63-87EF-C5FA-CF6282F4F797}"/>
          </ac:picMkLst>
        </pc:picChg>
        <pc:picChg chg="mod">
          <ac:chgData name="Duong, Thi Quynh Nhi  SH/HZA-HAAGS" userId="fa5d8dce-1e87-4da3-b2b1-08b1cf4c506d" providerId="ADAL" clId="{0E0F48B5-6ACB-41CC-903C-113F4497A02B}" dt="2026-03-04T21:14:47.067" v="2441" actId="1076"/>
          <ac:picMkLst>
            <pc:docMk/>
            <pc:sldMk cId="0" sldId="266"/>
            <ac:picMk id="64" creationId="{AAAE2535-C3E9-941E-3D14-CD62A6BDA7CC}"/>
          </ac:picMkLst>
        </pc:picChg>
      </pc:sldChg>
      <pc:sldChg chg="addSp delSp modSp add mod modNotesTx">
        <pc:chgData name="Duong, Thi Quynh Nhi  SH/HZA-HAAGS" userId="fa5d8dce-1e87-4da3-b2b1-08b1cf4c506d" providerId="ADAL" clId="{0E0F48B5-6ACB-41CC-903C-113F4497A02B}" dt="2026-03-06T12:23:00.379" v="3780" actId="255"/>
        <pc:sldMkLst>
          <pc:docMk/>
          <pc:sldMk cId="3921587389" sldId="267"/>
        </pc:sldMkLst>
        <pc:spChg chg="mod">
          <ac:chgData name="Duong, Thi Quynh Nhi  SH/HZA-HAAGS" userId="fa5d8dce-1e87-4da3-b2b1-08b1cf4c506d" providerId="ADAL" clId="{0E0F48B5-6ACB-41CC-903C-113F4497A02B}" dt="2026-03-06T08:45:06.358" v="3614" actId="6549"/>
          <ac:spMkLst>
            <pc:docMk/>
            <pc:sldMk cId="3921587389" sldId="267"/>
            <ac:spMk id="3" creationId="{5070864B-5156-75B1-05E9-AD6B4D44DCBC}"/>
          </ac:spMkLst>
        </pc:spChg>
        <pc:spChg chg="del">
          <ac:chgData name="Duong, Thi Quynh Nhi  SH/HZA-HAAGS" userId="fa5d8dce-1e87-4da3-b2b1-08b1cf4c506d" providerId="ADAL" clId="{0E0F48B5-6ACB-41CC-903C-113F4497A02B}" dt="2026-03-06T08:45:08.149" v="3615" actId="478"/>
          <ac:spMkLst>
            <pc:docMk/>
            <pc:sldMk cId="3921587389" sldId="267"/>
            <ac:spMk id="4" creationId="{88A4DDCE-262F-EAE5-278F-415BE6D79FC3}"/>
          </ac:spMkLst>
        </pc:spChg>
        <pc:spChg chg="del">
          <ac:chgData name="Duong, Thi Quynh Nhi  SH/HZA-HAAGS" userId="fa5d8dce-1e87-4da3-b2b1-08b1cf4c506d" providerId="ADAL" clId="{0E0F48B5-6ACB-41CC-903C-113F4497A02B}" dt="2026-03-06T08:46:04.044" v="3621" actId="478"/>
          <ac:spMkLst>
            <pc:docMk/>
            <pc:sldMk cId="3921587389" sldId="267"/>
            <ac:spMk id="5" creationId="{7D4A2E17-D993-1E2E-3702-F8DAC47D15BB}"/>
          </ac:spMkLst>
        </pc:spChg>
        <pc:spChg chg="del mod">
          <ac:chgData name="Duong, Thi Quynh Nhi  SH/HZA-HAAGS" userId="fa5d8dce-1e87-4da3-b2b1-08b1cf4c506d" providerId="ADAL" clId="{0E0F48B5-6ACB-41CC-903C-113F4497A02B}" dt="2026-03-06T08:45:35.980" v="3618" actId="478"/>
          <ac:spMkLst>
            <pc:docMk/>
            <pc:sldMk cId="3921587389" sldId="267"/>
            <ac:spMk id="6" creationId="{F6AC5E02-44CD-612D-2CF5-2F41B425921A}"/>
          </ac:spMkLst>
        </pc:spChg>
        <pc:spChg chg="del">
          <ac:chgData name="Duong, Thi Quynh Nhi  SH/HZA-HAAGS" userId="fa5d8dce-1e87-4da3-b2b1-08b1cf4c506d" providerId="ADAL" clId="{0E0F48B5-6ACB-41CC-903C-113F4497A02B}" dt="2026-03-06T08:45:09.568" v="3616" actId="478"/>
          <ac:spMkLst>
            <pc:docMk/>
            <pc:sldMk cId="3921587389" sldId="267"/>
            <ac:spMk id="7" creationId="{6BFC5230-5A00-43A1-594B-1059D8A4E499}"/>
          </ac:spMkLst>
        </pc:spChg>
        <pc:spChg chg="del">
          <ac:chgData name="Duong, Thi Quynh Nhi  SH/HZA-HAAGS" userId="fa5d8dce-1e87-4da3-b2b1-08b1cf4c506d" providerId="ADAL" clId="{0E0F48B5-6ACB-41CC-903C-113F4497A02B}" dt="2026-03-06T08:45:35.980" v="3618" actId="478"/>
          <ac:spMkLst>
            <pc:docMk/>
            <pc:sldMk cId="3921587389" sldId="267"/>
            <ac:spMk id="8" creationId="{AB38D672-3198-DE38-4E5E-39EAE6C054B6}"/>
          </ac:spMkLst>
        </pc:spChg>
        <pc:spChg chg="del">
          <ac:chgData name="Duong, Thi Quynh Nhi  SH/HZA-HAAGS" userId="fa5d8dce-1e87-4da3-b2b1-08b1cf4c506d" providerId="ADAL" clId="{0E0F48B5-6ACB-41CC-903C-113F4497A02B}" dt="2026-03-06T08:45:35.980" v="3618" actId="478"/>
          <ac:spMkLst>
            <pc:docMk/>
            <pc:sldMk cId="3921587389" sldId="267"/>
            <ac:spMk id="9" creationId="{B84D69A8-3C4E-2D9B-52A9-A401C9890252}"/>
          </ac:spMkLst>
        </pc:spChg>
        <pc:spChg chg="del">
          <ac:chgData name="Duong, Thi Quynh Nhi  SH/HZA-HAAGS" userId="fa5d8dce-1e87-4da3-b2b1-08b1cf4c506d" providerId="ADAL" clId="{0E0F48B5-6ACB-41CC-903C-113F4497A02B}" dt="2026-03-06T08:45:35.980" v="3618" actId="478"/>
          <ac:spMkLst>
            <pc:docMk/>
            <pc:sldMk cId="3921587389" sldId="267"/>
            <ac:spMk id="11" creationId="{F6723A5B-AE9C-9A2C-1B15-BE245FBB3F06}"/>
          </ac:spMkLst>
        </pc:spChg>
        <pc:spChg chg="del">
          <ac:chgData name="Duong, Thi Quynh Nhi  SH/HZA-HAAGS" userId="fa5d8dce-1e87-4da3-b2b1-08b1cf4c506d" providerId="ADAL" clId="{0E0F48B5-6ACB-41CC-903C-113F4497A02B}" dt="2026-03-06T08:45:35.980" v="3618" actId="478"/>
          <ac:spMkLst>
            <pc:docMk/>
            <pc:sldMk cId="3921587389" sldId="267"/>
            <ac:spMk id="12" creationId="{43D5829B-6490-ED7C-7A25-24A90EE0C942}"/>
          </ac:spMkLst>
        </pc:spChg>
        <pc:spChg chg="del">
          <ac:chgData name="Duong, Thi Quynh Nhi  SH/HZA-HAAGS" userId="fa5d8dce-1e87-4da3-b2b1-08b1cf4c506d" providerId="ADAL" clId="{0E0F48B5-6ACB-41CC-903C-113F4497A02B}" dt="2026-03-06T08:45:35.980" v="3618" actId="478"/>
          <ac:spMkLst>
            <pc:docMk/>
            <pc:sldMk cId="3921587389" sldId="267"/>
            <ac:spMk id="13" creationId="{B2580B5C-15D3-8452-2A62-EFBFDF507407}"/>
          </ac:spMkLst>
        </pc:spChg>
        <pc:spChg chg="del">
          <ac:chgData name="Duong, Thi Quynh Nhi  SH/HZA-HAAGS" userId="fa5d8dce-1e87-4da3-b2b1-08b1cf4c506d" providerId="ADAL" clId="{0E0F48B5-6ACB-41CC-903C-113F4497A02B}" dt="2026-03-06T08:45:41.831" v="3619" actId="478"/>
          <ac:spMkLst>
            <pc:docMk/>
            <pc:sldMk cId="3921587389" sldId="267"/>
            <ac:spMk id="15" creationId="{11ED1584-CA78-9C6A-17B8-47F868A03705}"/>
          </ac:spMkLst>
        </pc:spChg>
        <pc:spChg chg="del">
          <ac:chgData name="Duong, Thi Quynh Nhi  SH/HZA-HAAGS" userId="fa5d8dce-1e87-4da3-b2b1-08b1cf4c506d" providerId="ADAL" clId="{0E0F48B5-6ACB-41CC-903C-113F4497A02B}" dt="2026-03-06T08:45:41.831" v="3619" actId="478"/>
          <ac:spMkLst>
            <pc:docMk/>
            <pc:sldMk cId="3921587389" sldId="267"/>
            <ac:spMk id="16" creationId="{FEDEE28C-F483-CC7A-3A72-B1BE4271E354}"/>
          </ac:spMkLst>
        </pc:spChg>
        <pc:spChg chg="del">
          <ac:chgData name="Duong, Thi Quynh Nhi  SH/HZA-HAAGS" userId="fa5d8dce-1e87-4da3-b2b1-08b1cf4c506d" providerId="ADAL" clId="{0E0F48B5-6ACB-41CC-903C-113F4497A02B}" dt="2026-03-06T08:45:41.831" v="3619" actId="478"/>
          <ac:spMkLst>
            <pc:docMk/>
            <pc:sldMk cId="3921587389" sldId="267"/>
            <ac:spMk id="17" creationId="{E662F57B-17E8-70A0-BC72-E3F5EE929F7D}"/>
          </ac:spMkLst>
        </pc:spChg>
        <pc:spChg chg="del">
          <ac:chgData name="Duong, Thi Quynh Nhi  SH/HZA-HAAGS" userId="fa5d8dce-1e87-4da3-b2b1-08b1cf4c506d" providerId="ADAL" clId="{0E0F48B5-6ACB-41CC-903C-113F4497A02B}" dt="2026-03-06T08:45:41.831" v="3619" actId="478"/>
          <ac:spMkLst>
            <pc:docMk/>
            <pc:sldMk cId="3921587389" sldId="267"/>
            <ac:spMk id="18" creationId="{349A8C73-D04A-6735-1A22-C70CDBBD666D}"/>
          </ac:spMkLst>
        </pc:spChg>
        <pc:spChg chg="del mod">
          <ac:chgData name="Duong, Thi Quynh Nhi  SH/HZA-HAAGS" userId="fa5d8dce-1e87-4da3-b2b1-08b1cf4c506d" providerId="ADAL" clId="{0E0F48B5-6ACB-41CC-903C-113F4497A02B}" dt="2026-03-06T08:46:19.455" v="3625" actId="478"/>
          <ac:spMkLst>
            <pc:docMk/>
            <pc:sldMk cId="3921587389" sldId="267"/>
            <ac:spMk id="19" creationId="{4BF75976-5841-3AF7-7FA2-91CB9FA6B8A5}"/>
          </ac:spMkLst>
        </pc:spChg>
        <pc:spChg chg="del">
          <ac:chgData name="Duong, Thi Quynh Nhi  SH/HZA-HAAGS" userId="fa5d8dce-1e87-4da3-b2b1-08b1cf4c506d" providerId="ADAL" clId="{0E0F48B5-6ACB-41CC-903C-113F4497A02B}" dt="2026-03-06T08:46:24.433" v="3626" actId="478"/>
          <ac:spMkLst>
            <pc:docMk/>
            <pc:sldMk cId="3921587389" sldId="267"/>
            <ac:spMk id="21" creationId="{F86B1423-18F1-84B7-CBDC-ECABD19F8F02}"/>
          </ac:spMkLst>
        </pc:spChg>
        <pc:spChg chg="add">
          <ac:chgData name="Duong, Thi Quynh Nhi  SH/HZA-HAAGS" userId="fa5d8dce-1e87-4da3-b2b1-08b1cf4c506d" providerId="ADAL" clId="{0E0F48B5-6ACB-41CC-903C-113F4497A02B}" dt="2026-03-06T08:54:56.130" v="3646"/>
          <ac:spMkLst>
            <pc:docMk/>
            <pc:sldMk cId="3921587389" sldId="267"/>
            <ac:spMk id="22" creationId="{FC1846A9-5C2F-FF79-5FBD-CC158D6B8F5F}"/>
          </ac:spMkLst>
        </pc:spChg>
        <pc:spChg chg="del mod">
          <ac:chgData name="Duong, Thi Quynh Nhi  SH/HZA-HAAGS" userId="fa5d8dce-1e87-4da3-b2b1-08b1cf4c506d" providerId="ADAL" clId="{0E0F48B5-6ACB-41CC-903C-113F4497A02B}" dt="2026-03-06T08:46:04.044" v="3621" actId="478"/>
          <ac:spMkLst>
            <pc:docMk/>
            <pc:sldMk cId="3921587389" sldId="267"/>
            <ac:spMk id="23" creationId="{B18548AB-5F51-3655-98DD-7767ED4DE94C}"/>
          </ac:spMkLst>
        </pc:spChg>
        <pc:spChg chg="del">
          <ac:chgData name="Duong, Thi Quynh Nhi  SH/HZA-HAAGS" userId="fa5d8dce-1e87-4da3-b2b1-08b1cf4c506d" providerId="ADAL" clId="{0E0F48B5-6ACB-41CC-903C-113F4497A02B}" dt="2026-03-06T08:46:16.478" v="3623" actId="478"/>
          <ac:spMkLst>
            <pc:docMk/>
            <pc:sldMk cId="3921587389" sldId="267"/>
            <ac:spMk id="24" creationId="{25B1663D-EF5E-72EA-1007-CA05206884DF}"/>
          </ac:spMkLst>
        </pc:spChg>
        <pc:spChg chg="del">
          <ac:chgData name="Duong, Thi Quynh Nhi  SH/HZA-HAAGS" userId="fa5d8dce-1e87-4da3-b2b1-08b1cf4c506d" providerId="ADAL" clId="{0E0F48B5-6ACB-41CC-903C-113F4497A02B}" dt="2026-03-06T08:46:34.879" v="3631" actId="478"/>
          <ac:spMkLst>
            <pc:docMk/>
            <pc:sldMk cId="3921587389" sldId="267"/>
            <ac:spMk id="25" creationId="{8C8150FD-58DA-176C-BD47-900D5060EF62}"/>
          </ac:spMkLst>
        </pc:spChg>
        <pc:spChg chg="del">
          <ac:chgData name="Duong, Thi Quynh Nhi  SH/HZA-HAAGS" userId="fa5d8dce-1e87-4da3-b2b1-08b1cf4c506d" providerId="ADAL" clId="{0E0F48B5-6ACB-41CC-903C-113F4497A02B}" dt="2026-03-06T08:48:55.352" v="3639" actId="478"/>
          <ac:spMkLst>
            <pc:docMk/>
            <pc:sldMk cId="3921587389" sldId="267"/>
            <ac:spMk id="26" creationId="{EF8374B1-514C-F5DD-4779-C46D0206817A}"/>
          </ac:spMkLst>
        </pc:spChg>
        <pc:spChg chg="del">
          <ac:chgData name="Duong, Thi Quynh Nhi  SH/HZA-HAAGS" userId="fa5d8dce-1e87-4da3-b2b1-08b1cf4c506d" providerId="ADAL" clId="{0E0F48B5-6ACB-41CC-903C-113F4497A02B}" dt="2026-03-06T08:46:38.518" v="3632" actId="478"/>
          <ac:spMkLst>
            <pc:docMk/>
            <pc:sldMk cId="3921587389" sldId="267"/>
            <ac:spMk id="27" creationId="{CAAF15CD-DF29-62BE-1346-54B67DD50D5A}"/>
          </ac:spMkLst>
        </pc:spChg>
        <pc:spChg chg="del">
          <ac:chgData name="Duong, Thi Quynh Nhi  SH/HZA-HAAGS" userId="fa5d8dce-1e87-4da3-b2b1-08b1cf4c506d" providerId="ADAL" clId="{0E0F48B5-6ACB-41CC-903C-113F4497A02B}" dt="2026-03-06T08:46:26.425" v="3627" actId="478"/>
          <ac:spMkLst>
            <pc:docMk/>
            <pc:sldMk cId="3921587389" sldId="267"/>
            <ac:spMk id="28" creationId="{135B90DE-8A8A-6EC8-381A-1F5A54EDD2BB}"/>
          </ac:spMkLst>
        </pc:spChg>
        <pc:spChg chg="del">
          <ac:chgData name="Duong, Thi Quynh Nhi  SH/HZA-HAAGS" userId="fa5d8dce-1e87-4da3-b2b1-08b1cf4c506d" providerId="ADAL" clId="{0E0F48B5-6ACB-41CC-903C-113F4497A02B}" dt="2026-03-06T08:46:44.555" v="3633" actId="478"/>
          <ac:spMkLst>
            <pc:docMk/>
            <pc:sldMk cId="3921587389" sldId="267"/>
            <ac:spMk id="29" creationId="{4263118C-FEAF-AEBD-A1B8-383BDE366638}"/>
          </ac:spMkLst>
        </pc:spChg>
        <pc:spChg chg="del">
          <ac:chgData name="Duong, Thi Quynh Nhi  SH/HZA-HAAGS" userId="fa5d8dce-1e87-4da3-b2b1-08b1cf4c506d" providerId="ADAL" clId="{0E0F48B5-6ACB-41CC-903C-113F4497A02B}" dt="2026-03-06T08:46:28.341" v="3628" actId="478"/>
          <ac:spMkLst>
            <pc:docMk/>
            <pc:sldMk cId="3921587389" sldId="267"/>
            <ac:spMk id="30" creationId="{22506B23-5097-7095-D7C5-3FA99172ACB2}"/>
          </ac:spMkLst>
        </pc:spChg>
        <pc:spChg chg="del">
          <ac:chgData name="Duong, Thi Quynh Nhi  SH/HZA-HAAGS" userId="fa5d8dce-1e87-4da3-b2b1-08b1cf4c506d" providerId="ADAL" clId="{0E0F48B5-6ACB-41CC-903C-113F4497A02B}" dt="2026-03-06T08:46:51.037" v="3634" actId="478"/>
          <ac:spMkLst>
            <pc:docMk/>
            <pc:sldMk cId="3921587389" sldId="267"/>
            <ac:spMk id="31" creationId="{51179697-5766-EB67-7F85-8EE1CA7CE025}"/>
          </ac:spMkLst>
        </pc:spChg>
        <pc:spChg chg="del mod">
          <ac:chgData name="Duong, Thi Quynh Nhi  SH/HZA-HAAGS" userId="fa5d8dce-1e87-4da3-b2b1-08b1cf4c506d" providerId="ADAL" clId="{0E0F48B5-6ACB-41CC-903C-113F4497A02B}" dt="2026-03-06T08:46:31.039" v="3630" actId="478"/>
          <ac:spMkLst>
            <pc:docMk/>
            <pc:sldMk cId="3921587389" sldId="267"/>
            <ac:spMk id="32" creationId="{67F2CF71-B4A4-6FBA-688F-D2AEEF8C4F61}"/>
          </ac:spMkLst>
        </pc:spChg>
        <pc:spChg chg="add mod">
          <ac:chgData name="Duong, Thi Quynh Nhi  SH/HZA-HAAGS" userId="fa5d8dce-1e87-4da3-b2b1-08b1cf4c506d" providerId="ADAL" clId="{0E0F48B5-6ACB-41CC-903C-113F4497A02B}" dt="2026-03-06T08:59:34.122" v="3748" actId="207"/>
          <ac:spMkLst>
            <pc:docMk/>
            <pc:sldMk cId="3921587389" sldId="267"/>
            <ac:spMk id="33" creationId="{D18E80E7-DD84-CAF7-63E4-C9F7BE4C8B21}"/>
          </ac:spMkLst>
        </pc:spChg>
        <pc:spChg chg="mod">
          <ac:chgData name="Duong, Thi Quynh Nhi  SH/HZA-HAAGS" userId="fa5d8dce-1e87-4da3-b2b1-08b1cf4c506d" providerId="ADAL" clId="{0E0F48B5-6ACB-41CC-903C-113F4497A02B}" dt="2026-03-06T12:23:00.379" v="3780" actId="255"/>
          <ac:spMkLst>
            <pc:docMk/>
            <pc:sldMk cId="3921587389" sldId="267"/>
            <ac:spMk id="45" creationId="{681DB398-8710-D8CB-C022-2156386E098B}"/>
          </ac:spMkLst>
        </pc:spChg>
        <pc:spChg chg="del mod">
          <ac:chgData name="Duong, Thi Quynh Nhi  SH/HZA-HAAGS" userId="fa5d8dce-1e87-4da3-b2b1-08b1cf4c506d" providerId="ADAL" clId="{0E0F48B5-6ACB-41CC-903C-113F4497A02B}" dt="2026-03-06T08:46:44.555" v="3633" actId="478"/>
          <ac:spMkLst>
            <pc:docMk/>
            <pc:sldMk cId="3921587389" sldId="267"/>
            <ac:spMk id="50" creationId="{9C3124E5-A4E0-47BD-7451-49F73706FBA0}"/>
          </ac:spMkLst>
        </pc:spChg>
        <pc:spChg chg="del">
          <ac:chgData name="Duong, Thi Quynh Nhi  SH/HZA-HAAGS" userId="fa5d8dce-1e87-4da3-b2b1-08b1cf4c506d" providerId="ADAL" clId="{0E0F48B5-6ACB-41CC-903C-113F4497A02B}" dt="2026-03-06T08:46:44.555" v="3633" actId="478"/>
          <ac:spMkLst>
            <pc:docMk/>
            <pc:sldMk cId="3921587389" sldId="267"/>
            <ac:spMk id="51" creationId="{B702C1E9-3A6D-28E5-490A-C9BF74151F91}"/>
          </ac:spMkLst>
        </pc:spChg>
        <pc:spChg chg="del">
          <ac:chgData name="Duong, Thi Quynh Nhi  SH/HZA-HAAGS" userId="fa5d8dce-1e87-4da3-b2b1-08b1cf4c506d" providerId="ADAL" clId="{0E0F48B5-6ACB-41CC-903C-113F4497A02B}" dt="2026-03-06T08:46:51.037" v="3634" actId="478"/>
          <ac:spMkLst>
            <pc:docMk/>
            <pc:sldMk cId="3921587389" sldId="267"/>
            <ac:spMk id="53" creationId="{DEA948FA-5796-72F1-DD87-8A6E67C6BE42}"/>
          </ac:spMkLst>
        </pc:spChg>
        <pc:spChg chg="del">
          <ac:chgData name="Duong, Thi Quynh Nhi  SH/HZA-HAAGS" userId="fa5d8dce-1e87-4da3-b2b1-08b1cf4c506d" providerId="ADAL" clId="{0E0F48B5-6ACB-41CC-903C-113F4497A02B}" dt="2026-03-06T08:46:51.037" v="3634" actId="478"/>
          <ac:spMkLst>
            <pc:docMk/>
            <pc:sldMk cId="3921587389" sldId="267"/>
            <ac:spMk id="56" creationId="{0A22E559-E42D-D45F-F306-5B2A79985DED}"/>
          </ac:spMkLst>
        </pc:spChg>
        <pc:spChg chg="del">
          <ac:chgData name="Duong, Thi Quynh Nhi  SH/HZA-HAAGS" userId="fa5d8dce-1e87-4da3-b2b1-08b1cf4c506d" providerId="ADAL" clId="{0E0F48B5-6ACB-41CC-903C-113F4497A02B}" dt="2026-03-06T08:46:51.037" v="3634" actId="478"/>
          <ac:spMkLst>
            <pc:docMk/>
            <pc:sldMk cId="3921587389" sldId="267"/>
            <ac:spMk id="57" creationId="{7D58F2E8-024F-61FF-B37C-17047C934771}"/>
          </ac:spMkLst>
        </pc:spChg>
        <pc:spChg chg="del">
          <ac:chgData name="Duong, Thi Quynh Nhi  SH/HZA-HAAGS" userId="fa5d8dce-1e87-4da3-b2b1-08b1cf4c506d" providerId="ADAL" clId="{0E0F48B5-6ACB-41CC-903C-113F4497A02B}" dt="2026-03-06T08:46:58.394" v="3635" actId="478"/>
          <ac:spMkLst>
            <pc:docMk/>
            <pc:sldMk cId="3921587389" sldId="267"/>
            <ac:spMk id="58" creationId="{D63DB709-1482-F424-3E8C-5F8A08EF08C5}"/>
          </ac:spMkLst>
        </pc:spChg>
        <pc:spChg chg="del">
          <ac:chgData name="Duong, Thi Quynh Nhi  SH/HZA-HAAGS" userId="fa5d8dce-1e87-4da3-b2b1-08b1cf4c506d" providerId="ADAL" clId="{0E0F48B5-6ACB-41CC-903C-113F4497A02B}" dt="2026-03-06T08:46:44.555" v="3633" actId="478"/>
          <ac:spMkLst>
            <pc:docMk/>
            <pc:sldMk cId="3921587389" sldId="267"/>
            <ac:spMk id="59" creationId="{439CAB6D-47F8-DC50-A1B1-7976BD9825DE}"/>
          </ac:spMkLst>
        </pc:spChg>
        <pc:spChg chg="del">
          <ac:chgData name="Duong, Thi Quynh Nhi  SH/HZA-HAAGS" userId="fa5d8dce-1e87-4da3-b2b1-08b1cf4c506d" providerId="ADAL" clId="{0E0F48B5-6ACB-41CC-903C-113F4497A02B}" dt="2026-03-06T08:46:58.394" v="3635" actId="478"/>
          <ac:spMkLst>
            <pc:docMk/>
            <pc:sldMk cId="3921587389" sldId="267"/>
            <ac:spMk id="60" creationId="{16D2AB89-1489-1497-11C5-9F1699C3263D}"/>
          </ac:spMkLst>
        </pc:spChg>
        <pc:spChg chg="del mod">
          <ac:chgData name="Duong, Thi Quynh Nhi  SH/HZA-HAAGS" userId="fa5d8dce-1e87-4da3-b2b1-08b1cf4c506d" providerId="ADAL" clId="{0E0F48B5-6ACB-41CC-903C-113F4497A02B}" dt="2026-03-06T08:47:01.328" v="3637" actId="478"/>
          <ac:spMkLst>
            <pc:docMk/>
            <pc:sldMk cId="3921587389" sldId="267"/>
            <ac:spMk id="68" creationId="{B6EF247A-DC5C-2CE5-74DB-1F3EC3B427FA}"/>
          </ac:spMkLst>
        </pc:spChg>
        <pc:picChg chg="add mod">
          <ac:chgData name="Duong, Thi Quynh Nhi  SH/HZA-HAAGS" userId="fa5d8dce-1e87-4da3-b2b1-08b1cf4c506d" providerId="ADAL" clId="{0E0F48B5-6ACB-41CC-903C-113F4497A02B}" dt="2026-03-06T08:57:01.605" v="3648" actId="1076"/>
          <ac:picMkLst>
            <pc:docMk/>
            <pc:sldMk cId="3921587389" sldId="267"/>
            <ac:picMk id="20" creationId="{C2ABD1E5-40E8-F6AA-19DB-48F9A137FEE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949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2DE5D-1390-D236-A8A6-D2945A969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ED7372-4773-416F-2029-DEA8A1625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B449F0-E7E9-CEE9-26EC-20E2D8F19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918E5-DF48-C5F6-0D9A-5FF768AB26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38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i="1" dirty="0"/>
              <a:t>die vereinfachte Grundstruktur.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i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b="0" i="0" dirty="0"/>
              <a:t>Früher hat man </a:t>
            </a:r>
            <a:r>
              <a:rPr lang="de-DE" b="0" i="0" dirty="0" err="1"/>
              <a:t>Modals</a:t>
            </a:r>
            <a:r>
              <a:rPr lang="de-DE" b="0" i="0" dirty="0"/>
              <a:t> manuell gebaut, ein div, z-index hochsetzen, </a:t>
            </a:r>
            <a:r>
              <a:rPr lang="de-DE" b="0" i="0" dirty="0" err="1"/>
              <a:t>Backdrop</a:t>
            </a:r>
            <a:r>
              <a:rPr lang="de-DE" b="0" i="0" dirty="0"/>
              <a:t> selbst bauen, Click-outside in JS schreiben </a:t>
            </a:r>
            <a:r>
              <a:rPr lang="de-DE" b="0" i="0" dirty="0">
                <a:sym typeface="Wingdings" panose="05000000000000000000" pitchFamily="2" charset="2"/>
              </a:rPr>
              <a:t> Viel Aufwand!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b="0" i="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i="1" dirty="0"/>
              <a:t>Geöffnet wird er mit </a:t>
            </a:r>
            <a:r>
              <a:rPr lang="de-DE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showModal</a:t>
            </a:r>
            <a:r>
              <a:rPr lang="de-DE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de-DE" i="1" dirty="0"/>
              <a:t>, geschlossen mit </a:t>
            </a:r>
            <a:r>
              <a:rPr lang="de-DE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close</a:t>
            </a:r>
            <a:r>
              <a:rPr lang="de-DE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de-DE" i="1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showModal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de-DE" dirty="0"/>
              <a:t> blockiert den Rest der Seite. Und damit kommen automatisch drei Dinge: den </a:t>
            </a:r>
            <a:r>
              <a:rPr lang="de-DE" dirty="0" err="1"/>
              <a:t>Backdrop</a:t>
            </a:r>
            <a:r>
              <a:rPr lang="de-DE" dirty="0"/>
              <a:t>, die Escape-Taste zum Schließen, und den Fokus-Trap . </a:t>
            </a:r>
          </a:p>
          <a:p>
            <a:br>
              <a:rPr lang="de-DE" dirty="0"/>
            </a:br>
            <a:endParaRPr lang="de-DE" i="1" dirty="0"/>
          </a:p>
          <a:p>
            <a:r>
              <a:rPr lang="de-DE" b="1" dirty="0"/>
              <a:t>[Auf </a:t>
            </a:r>
            <a:r>
              <a:rPr lang="de-D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de-DE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backdrop</a:t>
            </a:r>
            <a:r>
              <a:rPr lang="de-DE" b="1" dirty="0"/>
              <a:t> zeigen]</a:t>
            </a: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i="1" dirty="0"/>
              <a:t>Zum Beispiel den </a:t>
            </a:r>
            <a:r>
              <a:rPr lang="de-DE" i="1" dirty="0" err="1"/>
              <a:t>Backdrop</a:t>
            </a:r>
            <a:r>
              <a:rPr lang="de-DE" i="1" dirty="0"/>
              <a:t>. Das ist ein sogenanntes Pseudo-Element — ich schreibe nichts ins HTML, der Browser erstellt diese Ebene automatisch hinter dem Dialog sobald </a:t>
            </a:r>
            <a:r>
              <a:rPr lang="de-DE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showModal</a:t>
            </a:r>
            <a:r>
              <a:rPr lang="de-DE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de-DE" i="1" dirty="0"/>
              <a:t> aufgerufen wird. Ich style sie nur noch.</a:t>
            </a:r>
            <a:endParaRPr lang="de-DE" dirty="0"/>
          </a:p>
          <a:p>
            <a:r>
              <a:rPr lang="de-DE" i="1" dirty="0"/>
              <a:t>Hier setzen wir </a:t>
            </a:r>
            <a:r>
              <a:rPr lang="de-DE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backdrop</a:t>
            </a:r>
            <a:r>
              <a:rPr lang="de-DE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-filter: </a:t>
            </a:r>
            <a:r>
              <a:rPr lang="de-DE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blur</a:t>
            </a:r>
            <a:r>
              <a:rPr lang="de-DE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(4px)</a:t>
            </a:r>
            <a:r>
              <a:rPr lang="de-DE" i="1" dirty="0"/>
              <a:t> — der Milchglas-Effekt aus der Demo. 4 Pixel Unschärfe, subtil genug, aber es zeigt klar: der Hintergrund ist gerade nicht bedienbar."</a:t>
            </a: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[Auf die 3 Buttons oben zeigen]</a:t>
            </a: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i="1" dirty="0"/>
              <a:t>Hier sehen wir drei Button-Typen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i="1" dirty="0"/>
              <a:t>sie unterscheiden sich nach visuellem Gewicht.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i="1" dirty="0"/>
              <a:t>Primary ist die Hauptaktion: Den seht ihr als 'Hinzufügen'-Button im Dialog.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i="1" dirty="0"/>
              <a:t>Ghost ist die Sekundäraktion: transparent, tritt in den Hintergrund. Den seht ihr als 'Abbrechen'-Button direkt daneben.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i="1" dirty="0"/>
              <a:t>Danger signalisiert: Vorsicht, destruktive Aktion: roter Text. Den seht ihr als Löschen-Button bei jeder Aufgabe.</a:t>
            </a:r>
            <a:br>
              <a:rPr lang="de-DE" i="1" dirty="0"/>
            </a:br>
            <a:br>
              <a:rPr lang="de-DE" i="1" dirty="0"/>
            </a:br>
            <a:br>
              <a:rPr lang="de-DE" i="1" dirty="0"/>
            </a:br>
            <a:r>
              <a:rPr lang="de-DE" i="1" dirty="0"/>
              <a:t>Die Farben sind als CSS-Variablen in </a:t>
            </a:r>
            <a:r>
              <a:rPr lang="de-DE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:root</a:t>
            </a:r>
            <a:r>
              <a:rPr lang="de-DE" i="1" dirty="0"/>
              <a:t> definiert: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--accent</a:t>
            </a:r>
            <a:r>
              <a:rPr lang="de-DE" i="1" dirty="0"/>
              <a:t> für Blau,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i="1" dirty="0"/>
              <a:t> CSS-Variablen sind selbst definierte Werte die man einmal festlegt und dann überall per </a:t>
            </a:r>
            <a:r>
              <a:rPr lang="de-DE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</a:t>
            </a:r>
            <a:r>
              <a:rPr lang="de-DE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de-DE" i="1" dirty="0"/>
              <a:t> abruft. Wenn ich die Hauptfarbe ändern will, ändere ich sie einmal hier, und alle Elemente die </a:t>
            </a:r>
            <a:r>
              <a:rPr lang="de-DE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</a:t>
            </a:r>
            <a:r>
              <a:rPr lang="de-DE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(--accent)</a:t>
            </a:r>
            <a:r>
              <a:rPr lang="de-DE" i="1" dirty="0"/>
              <a:t> verwenden, ändern sich automatisch mit.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i="1" dirty="0"/>
          </a:p>
          <a:p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i="1" dirty="0"/>
              <a:t>Darunter sehen wir die Button-Zustände, das ist eine vereinfachte Version.</a:t>
            </a: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r>
              <a:rPr lang="de-DE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hover</a:t>
            </a:r>
            <a:r>
              <a:rPr lang="de-DE" i="1" dirty="0"/>
              <a:t> gibt visuelles Feedback beim Darüberfahren.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i="1" dirty="0"/>
              <a:t> </a:t>
            </a:r>
            <a:r>
              <a:rPr lang="de-DE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r>
              <a:rPr lang="de-DE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active</a:t>
            </a:r>
            <a:r>
              <a:rPr lang="de-DE" i="1" dirty="0"/>
              <a:t> lässt den Button beim Klicken kurz auf 97% schrumpfen, eine einzige Zeile CSS, gibt dem Nutzer ein taktiles Gefühl.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r>
              <a:rPr lang="de-DE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focus</a:t>
            </a:r>
            <a:r>
              <a:rPr lang="de-DE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-visible</a:t>
            </a:r>
            <a:r>
              <a:rPr lang="de-DE" i="1" dirty="0"/>
              <a:t> zeigt einen blauen Ring wenn man mit der Tastatur navigiert, bei Maus-Klick erscheint kein Ring.</a:t>
            </a: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0CD60-AB74-EDFB-850D-5AE69A66B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6ADDA-E311-4FA3-F06A-92301BB079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E3004A-FF80-CF21-C2D8-63C087154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 Felder im Dialog — Input und Dropdown — sind native HTML-Elemente.</a:t>
            </a:r>
          </a:p>
          <a:p>
            <a:r>
              <a:rPr lang="de-DE" dirty="0"/>
              <a:t>Ich style sie einheitlich per 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de-D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field</a:t>
            </a:r>
            <a:r>
              <a:rPr lang="de-D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-input</a:t>
            </a:r>
            <a:r>
              <a:rPr lang="de-DE"/>
              <a:t> — damit sie in der App konsistent aussehen, unabhängig vom Browser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90701-E22C-FFA1-84B4-25C14FD25A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776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i="1" dirty="0"/>
              <a:t>Das Prinzip: im HTML setze ich </a:t>
            </a:r>
            <a:r>
              <a:rPr lang="de-DE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data-tooltip</a:t>
            </a:r>
            <a:r>
              <a:rPr lang="de-DE" i="1" dirty="0"/>
              <a:t> als Attribut mit dem gewünschten Text. CSS liest diesen Text automatisch aus mit </a:t>
            </a:r>
            <a:r>
              <a:rPr lang="de-DE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content</a:t>
            </a:r>
            <a:r>
              <a:rPr lang="de-DE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de-DE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attr</a:t>
            </a:r>
            <a:r>
              <a:rPr lang="de-DE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de-DE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data-tooltip</a:t>
            </a:r>
            <a:r>
              <a:rPr lang="de-DE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de-DE" i="1" dirty="0"/>
              <a:t> und zeigt ihn als Pseudo-Element an. </a:t>
            </a:r>
            <a:endParaRPr lang="vi-VN" i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i="1" dirty="0"/>
              <a:t>Standardmäßig unsichtbar — </a:t>
            </a:r>
            <a:r>
              <a:rPr lang="de-DE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opacity</a:t>
            </a:r>
            <a:r>
              <a:rPr lang="de-DE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0</a:t>
            </a:r>
            <a:r>
              <a:rPr lang="de-DE" i="1" dirty="0"/>
              <a:t>. Beim Darüberfahren wird er sichtbar — </a:t>
            </a:r>
            <a:r>
              <a:rPr lang="de-DE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opacity</a:t>
            </a:r>
            <a:r>
              <a:rPr lang="de-DE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1</a:t>
            </a:r>
            <a:r>
              <a:rPr lang="de-DE" i="1" dirty="0"/>
              <a:t>. Die </a:t>
            </a:r>
            <a:r>
              <a:rPr lang="de-DE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transition</a:t>
            </a:r>
            <a:r>
              <a:rPr lang="de-DE" i="1" dirty="0"/>
              <a:t> sorgt für das sanfte Einblenden.</a:t>
            </a:r>
            <a:endParaRPr lang="de-DE" dirty="0"/>
          </a:p>
          <a:p>
            <a:endParaRPr lang="en-US" dirty="0"/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Die Popover API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Funktion</a:t>
            </a:r>
            <a:r>
              <a:rPr lang="en-US" dirty="0"/>
              <a:t>, die </a:t>
            </a:r>
            <a:r>
              <a:rPr lang="en-US" dirty="0" err="1"/>
              <a:t>direkt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Browser </a:t>
            </a:r>
            <a:r>
              <a:rPr lang="en-US" dirty="0" err="1"/>
              <a:t>eingebaut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Mit </a:t>
            </a:r>
            <a:r>
              <a:rPr lang="en-US" dirty="0" err="1"/>
              <a:t>einem</a:t>
            </a:r>
            <a:r>
              <a:rPr lang="en-US" dirty="0"/>
              <a:t> </a:t>
            </a:r>
            <a:r>
              <a:rPr lang="en-US" dirty="0" err="1"/>
              <a:t>einzigen</a:t>
            </a:r>
            <a:r>
              <a:rPr lang="en-US" dirty="0"/>
              <a:t> </a:t>
            </a:r>
            <a:r>
              <a:rPr lang="en-US" dirty="0" err="1"/>
              <a:t>Attribut</a:t>
            </a:r>
            <a:r>
              <a:rPr lang="en-US" dirty="0"/>
              <a:t> popover = auto </a:t>
            </a:r>
            <a:r>
              <a:rPr lang="en-US" dirty="0" err="1"/>
              <a:t>weiß</a:t>
            </a:r>
            <a:r>
              <a:rPr lang="en-US" dirty="0"/>
              <a:t> der Browser, das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Popover. Er </a:t>
            </a:r>
            <a:r>
              <a:rPr lang="en-US" dirty="0" err="1"/>
              <a:t>kümmert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automatisch</a:t>
            </a:r>
            <a:r>
              <a:rPr lang="en-US" dirty="0"/>
              <a:t> um </a:t>
            </a:r>
            <a:r>
              <a:rPr lang="en-US" dirty="0" err="1"/>
              <a:t>Positionierung</a:t>
            </a:r>
            <a:r>
              <a:rPr lang="en-US" dirty="0"/>
              <a:t> und </a:t>
            </a:r>
            <a:r>
              <a:rPr lang="en-US" dirty="0" err="1"/>
              <a:t>Verhalten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i="1" dirty="0"/>
              <a:t>Das ist das native </a:t>
            </a:r>
            <a:r>
              <a:rPr lang="de-DE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de-DE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progress</a:t>
            </a:r>
            <a:r>
              <a:rPr lang="de-DE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de-DE" i="1" dirty="0"/>
              <a:t> Element. Man setzt einfach </a:t>
            </a:r>
            <a:r>
              <a:rPr lang="de-DE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de-DE" i="1" dirty="0"/>
              <a:t> für den aktuellen Stand und </a:t>
            </a:r>
            <a:r>
              <a:rPr lang="de-DE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</a:t>
            </a:r>
            <a:r>
              <a:rPr lang="de-DE" i="1" dirty="0"/>
              <a:t> für den Maximalwert, der Browser berechnet den Füllstand automatisch.</a:t>
            </a: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i="1" dirty="0"/>
              <a:t>Beim Klicken wechselt der Button in einen </a:t>
            </a:r>
            <a:r>
              <a:rPr lang="de-DE" i="1" dirty="0" err="1"/>
              <a:t>Loading</a:t>
            </a:r>
            <a:r>
              <a:rPr lang="de-DE" i="1" dirty="0"/>
              <a:t>-Zustand. Text verschwindet, Spinner erscheint.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i="1" dirty="0"/>
              <a:t>Zeile 1-3: Wenn JS die Klasse .</a:t>
            </a:r>
            <a:r>
              <a:rPr lang="de-DE" i="1" dirty="0" err="1"/>
              <a:t>loading</a:t>
            </a:r>
            <a:r>
              <a:rPr lang="de-DE" i="1" dirty="0"/>
              <a:t> setzt, reagiert CSS darauf, der Text bekommt </a:t>
            </a:r>
            <a:r>
              <a:rPr lang="de-DE" i="1" dirty="0" err="1"/>
              <a:t>display</a:t>
            </a:r>
            <a:r>
              <a:rPr lang="de-DE" i="1" dirty="0"/>
              <a:t>: </a:t>
            </a:r>
            <a:r>
              <a:rPr lang="de-DE" i="1" dirty="0" err="1"/>
              <a:t>none</a:t>
            </a:r>
            <a:r>
              <a:rPr lang="de-DE" i="1" dirty="0"/>
              <a:t>, verschwindet. </a:t>
            </a:r>
            <a:br>
              <a:rPr lang="de-DE" i="1" dirty="0"/>
            </a:br>
            <a:endParaRPr lang="de-DE" i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i="1" dirty="0"/>
              <a:t>Zeile 4-6: Gleichzeitig bekommt der Spinner </a:t>
            </a:r>
            <a:r>
              <a:rPr lang="de-DE" i="1" dirty="0" err="1"/>
              <a:t>display</a:t>
            </a:r>
            <a:r>
              <a:rPr lang="de-DE" i="1" dirty="0"/>
              <a:t>: block, er wird sichtbar.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i="1" dirty="0"/>
              <a:t>Durch .</a:t>
            </a:r>
            <a:r>
              <a:rPr lang="de-DE" i="1" dirty="0" err="1"/>
              <a:t>loading</a:t>
            </a:r>
            <a:r>
              <a:rPr lang="de-DE" i="1" dirty="0"/>
              <a:t> tauscht CSS Text gegen Spinner aus.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i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i="1" dirty="0"/>
          </a:p>
          <a:p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i="1" dirty="0"/>
              <a:t>Das Prinzip dahinter: JavaScript setzt die Klasse </a:t>
            </a:r>
            <a:r>
              <a:rPr lang="de-DE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loading</a:t>
            </a:r>
            <a:r>
              <a:rPr lang="de-DE" i="1" dirty="0"/>
              <a:t> am Button — und CSS übernimmt den Rest automatisch. </a:t>
            </a:r>
            <a:r>
              <a:rPr lang="de-DE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de-DE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btn.loading</a:t>
            </a:r>
            <a:r>
              <a:rPr lang="de-DE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.</a:t>
            </a:r>
            <a:r>
              <a:rPr lang="de-DE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btn</a:t>
            </a:r>
            <a:r>
              <a:rPr lang="de-DE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-label</a:t>
            </a:r>
            <a:r>
              <a:rPr lang="de-DE" i="1" dirty="0"/>
              <a:t> versteckt den Text, </a:t>
            </a:r>
            <a:r>
              <a:rPr lang="de-DE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de-DE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btn.loading</a:t>
            </a:r>
            <a:r>
              <a:rPr lang="de-DE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.</a:t>
            </a:r>
            <a:r>
              <a:rPr lang="de-DE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btn</a:t>
            </a:r>
            <a:r>
              <a:rPr lang="de-DE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-spinner</a:t>
            </a:r>
            <a:r>
              <a:rPr lang="de-DE" i="1" dirty="0"/>
              <a:t> zeigt den Spinner.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i="1" dirty="0"/>
              <a:t>Das zeige ich gleich im Code.</a:t>
            </a: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70E51F18-E3DB-5BD6-87D8-9E415F91358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347337" y="4958080"/>
            <a:ext cx="4699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0" y="502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WWI24SEA · SS2026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40480" y="109728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Moderne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UI-Komponenten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HTML/CSS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840480" y="3657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Quynh Nhi, Duong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840480" y="4114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März 2026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" y="1371600"/>
            <a:ext cx="2834640" cy="5029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1371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/ Modal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28600" y="2103120"/>
            <a:ext cx="2834640" cy="5029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8600" y="2103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Buttons &amp; Controls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28600" y="2834640"/>
            <a:ext cx="2834640" cy="5029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228600" y="2834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Tooltips &amp; Notifications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28600" y="3566160"/>
            <a:ext cx="2834640" cy="5029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28600" y="3566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Bars &amp;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States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3816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6">
            <a:extLst>
              <a:ext uri="{FF2B5EF4-FFF2-40B4-BE49-F238E27FC236}">
                <a16:creationId xmlns:a16="http://schemas.microsoft.com/office/drawing/2014/main" id="{37A99F71-2ED2-D01F-D535-4130F92CCC73}"/>
              </a:ext>
            </a:extLst>
          </p:cNvPr>
          <p:cNvSpPr/>
          <p:nvPr/>
        </p:nvSpPr>
        <p:spPr>
          <a:xfrm>
            <a:off x="5669280" y="1607058"/>
            <a:ext cx="2651760" cy="4114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-26719" y="0"/>
            <a:ext cx="64008" cy="51435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Projekt: Aufgaben-Tracker</a:t>
            </a:r>
            <a:endParaRPr lang="en-US" sz="3000" dirty="0"/>
          </a:p>
        </p:txBody>
      </p:sp>
      <p:sp>
        <p:nvSpPr>
          <p:cNvPr id="35" name="Shape 33"/>
          <p:cNvSpPr/>
          <p:nvPr/>
        </p:nvSpPr>
        <p:spPr>
          <a:xfrm>
            <a:off x="5669280" y="886970"/>
            <a:ext cx="2651760" cy="393187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669280" y="88011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Button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303520" y="1092708"/>
            <a:ext cx="365760" cy="0"/>
          </a:xfrm>
          <a:prstGeom prst="line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669280" y="1599057"/>
            <a:ext cx="2651760" cy="411480"/>
          </a:xfrm>
          <a:prstGeom prst="rect">
            <a:avLst/>
          </a:prstGeom>
          <a:solidFill>
            <a:srgbClr val="F8F9FA"/>
          </a:solidFill>
          <a:ln w="254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5669280" y="1607058"/>
            <a:ext cx="2651760" cy="40233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303520" y="1799082"/>
            <a:ext cx="365760" cy="0"/>
          </a:xfrm>
          <a:prstGeom prst="line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669280" y="2715767"/>
            <a:ext cx="2651760" cy="4114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669280" y="2715767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 Controls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303520" y="2916935"/>
            <a:ext cx="365760" cy="0"/>
          </a:xfrm>
          <a:prstGeom prst="line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13816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2000" dirty="0"/>
          </a:p>
        </p:txBody>
      </p:sp>
      <p:pic>
        <p:nvPicPr>
          <p:cNvPr id="46" name="Grafik 45" descr="Ein Bild, das Text, Screenshot, Zahl, Software enthält.&#10;&#10;KI-generierte Inhalte können fehlerhaft sein.">
            <a:extLst>
              <a:ext uri="{FF2B5EF4-FFF2-40B4-BE49-F238E27FC236}">
                <a16:creationId xmlns:a16="http://schemas.microsoft.com/office/drawing/2014/main" id="{CF12E794-1B34-E3C0-80B3-2331F72359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52" t="3635" r="6613" b="4622"/>
          <a:stretch>
            <a:fillRect/>
          </a:stretch>
        </p:blipFill>
        <p:spPr>
          <a:xfrm>
            <a:off x="1475183" y="777240"/>
            <a:ext cx="3723181" cy="43662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4E46ED-839F-C4FC-319B-A92A2B4AB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039EFE-ED8D-16F4-FAD5-5580B5F0DCB5}"/>
              </a:ext>
            </a:extLst>
          </p:cNvPr>
          <p:cNvSpPr/>
          <p:nvPr/>
        </p:nvSpPr>
        <p:spPr>
          <a:xfrm>
            <a:off x="-32004" y="0"/>
            <a:ext cx="64008" cy="51435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BCBF13-8918-32E6-D279-CA548B6B4E62}"/>
              </a:ext>
            </a:extLst>
          </p:cNvPr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Projekt: Aufgaben-Tracker</a:t>
            </a:r>
            <a:endParaRPr lang="en-US" sz="30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2776D894-B3B7-5C66-17DC-BB8622DCDDBF}"/>
              </a:ext>
            </a:extLst>
          </p:cNvPr>
          <p:cNvSpPr/>
          <p:nvPr/>
        </p:nvSpPr>
        <p:spPr>
          <a:xfrm>
            <a:off x="4343400" y="938404"/>
            <a:ext cx="2651760" cy="4114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6D0B3AC-BC09-5BC0-AFB1-6C043768D7D4}"/>
              </a:ext>
            </a:extLst>
          </p:cNvPr>
          <p:cNvSpPr/>
          <p:nvPr/>
        </p:nvSpPr>
        <p:spPr>
          <a:xfrm>
            <a:off x="4343400" y="93840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4D2BCB4F-BDAB-DCDF-9583-F731FCDF6849}"/>
              </a:ext>
            </a:extLst>
          </p:cNvPr>
          <p:cNvSpPr/>
          <p:nvPr/>
        </p:nvSpPr>
        <p:spPr>
          <a:xfrm>
            <a:off x="3977640" y="1139572"/>
            <a:ext cx="365760" cy="0"/>
          </a:xfrm>
          <a:prstGeom prst="line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79099EAA-87A1-72A7-FC8E-AD0B212C351B}"/>
              </a:ext>
            </a:extLst>
          </p:cNvPr>
          <p:cNvSpPr/>
          <p:nvPr/>
        </p:nvSpPr>
        <p:spPr>
          <a:xfrm>
            <a:off x="4343400" y="3524829"/>
            <a:ext cx="2651760" cy="4114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23480E8A-355E-BED5-3D57-8A62156F911F}"/>
              </a:ext>
            </a:extLst>
          </p:cNvPr>
          <p:cNvSpPr/>
          <p:nvPr/>
        </p:nvSpPr>
        <p:spPr>
          <a:xfrm>
            <a:off x="4343400" y="3529583"/>
            <a:ext cx="2651760" cy="41148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State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8345EA6E-A150-0264-CA5F-7D821C90CC7D}"/>
              </a:ext>
            </a:extLst>
          </p:cNvPr>
          <p:cNvSpPr/>
          <p:nvPr/>
        </p:nvSpPr>
        <p:spPr>
          <a:xfrm>
            <a:off x="3977640" y="3730751"/>
            <a:ext cx="365760" cy="0"/>
          </a:xfrm>
          <a:prstGeom prst="line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F2834771-DB30-6AA5-8185-1D8FA173A0D7}"/>
              </a:ext>
            </a:extLst>
          </p:cNvPr>
          <p:cNvSpPr/>
          <p:nvPr/>
        </p:nvSpPr>
        <p:spPr>
          <a:xfrm>
            <a:off x="7056119" y="2048255"/>
            <a:ext cx="1932305" cy="4114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79D590AD-F280-34EE-54A9-C91FE9351F91}"/>
              </a:ext>
            </a:extLst>
          </p:cNvPr>
          <p:cNvSpPr/>
          <p:nvPr/>
        </p:nvSpPr>
        <p:spPr>
          <a:xfrm>
            <a:off x="7056120" y="2048255"/>
            <a:ext cx="1932305" cy="41148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09579584-01DA-E71B-EDDA-907D2F63F7D8}"/>
              </a:ext>
            </a:extLst>
          </p:cNvPr>
          <p:cNvSpPr/>
          <p:nvPr/>
        </p:nvSpPr>
        <p:spPr>
          <a:xfrm>
            <a:off x="6690360" y="2253904"/>
            <a:ext cx="365760" cy="0"/>
          </a:xfrm>
          <a:prstGeom prst="line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86CFEED8-EB55-73A8-B7DF-70B14153627C}"/>
              </a:ext>
            </a:extLst>
          </p:cNvPr>
          <p:cNvSpPr/>
          <p:nvPr/>
        </p:nvSpPr>
        <p:spPr>
          <a:xfrm>
            <a:off x="813816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2000" dirty="0"/>
          </a:p>
        </p:txBody>
      </p:sp>
      <p:pic>
        <p:nvPicPr>
          <p:cNvPr id="7" name="Grafik 6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F04AE3BE-8867-1003-BB73-865CB817F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880661"/>
            <a:ext cx="3454578" cy="3245017"/>
          </a:xfrm>
          <a:prstGeom prst="rect">
            <a:avLst/>
          </a:prstGeom>
        </p:spPr>
      </p:pic>
      <p:pic>
        <p:nvPicPr>
          <p:cNvPr id="9" name="Grafik 8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7650F854-4041-1AB6-ED62-3B1CC6063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1911678"/>
            <a:ext cx="2722193" cy="651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610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0">
            <a:extLst>
              <a:ext uri="{FF2B5EF4-FFF2-40B4-BE49-F238E27FC236}">
                <a16:creationId xmlns:a16="http://schemas.microsoft.com/office/drawing/2014/main" id="{9DF08AD2-873D-BB28-FC69-CF460DF7C0AB}"/>
              </a:ext>
            </a:extLst>
          </p:cNvPr>
          <p:cNvSpPr/>
          <p:nvPr/>
        </p:nvSpPr>
        <p:spPr>
          <a:xfrm>
            <a:off x="338328" y="1540963"/>
            <a:ext cx="4511258" cy="1536192"/>
          </a:xfrm>
          <a:prstGeom prst="rect">
            <a:avLst/>
          </a:prstGeom>
          <a:solidFill>
            <a:srgbClr val="1E2030"/>
          </a:solidFill>
          <a:ln w="12700">
            <a:solidFill>
              <a:srgbClr val="2D3250"/>
            </a:solidFill>
            <a:prstDash val="soli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/ Modal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20040" y="1632403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5800" y="1632403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&lt;dialog id="task-dialog"&gt;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20040" y="1925011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5800" y="1925011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Inhalt --&gt;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97528" y="2217619"/>
            <a:ext cx="34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85800" y="2217619"/>
            <a:ext cx="402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&lt;/dialog&gt;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85800" y="18836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" y="2176272"/>
            <a:ext cx="34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85800" y="27614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4251960"/>
            <a:ext cx="420624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74320" y="4251960"/>
            <a:ext cx="420624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13816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20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C769649-2A57-75C4-0C35-F34CC68BF8B7}"/>
              </a:ext>
            </a:extLst>
          </p:cNvPr>
          <p:cNvSpPr txBox="1"/>
          <p:nvPr/>
        </p:nvSpPr>
        <p:spPr>
          <a:xfrm>
            <a:off x="5094514" y="914400"/>
            <a:ext cx="3633107" cy="310854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Kein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&lt;div&gt;</a:t>
            </a:r>
            <a:r>
              <a:rPr lang="en-US" dirty="0"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/>
              <a:t>kein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z-index</a:t>
            </a:r>
            <a:r>
              <a:rPr lang="en-US" sz="2000" dirty="0"/>
              <a:t>, </a:t>
            </a:r>
            <a:r>
              <a:rPr lang="en-US" sz="2000" dirty="0" err="1"/>
              <a:t>kein</a:t>
            </a:r>
            <a:r>
              <a:rPr lang="en-US" sz="2000" dirty="0"/>
              <a:t> Extra-JS</a:t>
            </a:r>
            <a:br>
              <a:rPr lang="en-US" dirty="0">
                <a:latin typeface="Consolas" panose="020B0609020204030204" pitchFamily="49" charset="0"/>
              </a:rPr>
            </a:br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Öffnen</a:t>
            </a:r>
            <a:r>
              <a:rPr lang="en-US" sz="2000" dirty="0"/>
              <a:t>: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showModal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()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Schließen</a:t>
            </a:r>
            <a:r>
              <a:rPr lang="en-US" sz="2000" dirty="0"/>
              <a:t>: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.close()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::backdrop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Buttons 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2194560" cy="566928"/>
          </a:xfrm>
          <a:prstGeom prst="rect">
            <a:avLst/>
          </a:prstGeom>
          <a:solidFill>
            <a:srgbClr val="3B5BDB"/>
          </a:solidFill>
          <a:ln w="19050">
            <a:solidFill>
              <a:srgbClr val="3B5BDB"/>
            </a:solidFill>
            <a:prstDash val="solid"/>
          </a:ln>
          <a:effectLst>
            <a:outerShdw blurRad="101600" dist="25400" dir="8100000" algn="bl" rotWithShape="0">
              <a:srgbClr val="3B5BD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834640" cy="276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btn-primary: Hauptaktion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566160" y="914400"/>
            <a:ext cx="219456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66160" y="9144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91840" y="1618488"/>
            <a:ext cx="3017520" cy="228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btn-ghost: Sekundäraktion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0" y="914400"/>
            <a:ext cx="219456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9144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31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217698" y="1531138"/>
            <a:ext cx="29664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btn-danger: Löschaktionen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6100" y="2034451"/>
            <a:ext cx="8685020" cy="2720429"/>
          </a:xfrm>
          <a:prstGeom prst="rect">
            <a:avLst/>
          </a:prstGeom>
          <a:solidFill>
            <a:srgbClr val="1E2030"/>
          </a:solidFill>
          <a:ln w="12700">
            <a:solidFill>
              <a:srgbClr val="2D3250"/>
            </a:solidFill>
            <a:prstDash val="soli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74320" y="2164067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01218" y="2153653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74320" y="2448398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" y="244839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--accent:  #3b5bdb;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69748" y="2694016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69748" y="2940904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74320" y="3226058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3527" y="267403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74320" y="3472946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0080" y="38404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3719834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00591" y="2929935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.btn-primary {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274320" y="3966722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89939" y="3282435"/>
            <a:ext cx="4952441" cy="124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var(--accent);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262890" y="4218432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31520" y="345465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5257800" y="43708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13816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2000" dirty="0"/>
          </a:p>
        </p:txBody>
      </p:sp>
      <p:sp>
        <p:nvSpPr>
          <p:cNvPr id="50" name="Text 26">
            <a:extLst>
              <a:ext uri="{FF2B5EF4-FFF2-40B4-BE49-F238E27FC236}">
                <a16:creationId xmlns:a16="http://schemas.microsoft.com/office/drawing/2014/main" id="{B9A007EE-4AAF-C1C5-B3A9-5C2EDB30DCFA}"/>
              </a:ext>
            </a:extLst>
          </p:cNvPr>
          <p:cNvSpPr/>
          <p:nvPr/>
        </p:nvSpPr>
        <p:spPr>
          <a:xfrm>
            <a:off x="640080" y="3717547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dirty="0" err="1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btn:hover</a:t>
            </a:r>
            <a:r>
              <a:rPr lang="en-US" sz="2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2000" dirty="0"/>
          </a:p>
        </p:txBody>
      </p:sp>
      <p:sp>
        <p:nvSpPr>
          <p:cNvPr id="51" name="Text 28">
            <a:extLst>
              <a:ext uri="{FF2B5EF4-FFF2-40B4-BE49-F238E27FC236}">
                <a16:creationId xmlns:a16="http://schemas.microsoft.com/office/drawing/2014/main" id="{3C6D44F4-7C97-67E8-269F-1C6DBE1C2837}"/>
              </a:ext>
            </a:extLst>
          </p:cNvPr>
          <p:cNvSpPr/>
          <p:nvPr/>
        </p:nvSpPr>
        <p:spPr>
          <a:xfrm>
            <a:off x="2357112" y="37273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background: #2f4ac4;</a:t>
            </a:r>
            <a:endParaRPr lang="en-US" sz="2000" dirty="0"/>
          </a:p>
        </p:txBody>
      </p:sp>
      <p:sp>
        <p:nvSpPr>
          <p:cNvPr id="53" name="Text 30">
            <a:extLst>
              <a:ext uri="{FF2B5EF4-FFF2-40B4-BE49-F238E27FC236}">
                <a16:creationId xmlns:a16="http://schemas.microsoft.com/office/drawing/2014/main" id="{0ADB4F14-2383-CA54-5447-3B2209F73E1B}"/>
              </a:ext>
            </a:extLst>
          </p:cNvPr>
          <p:cNvSpPr/>
          <p:nvPr/>
        </p:nvSpPr>
        <p:spPr>
          <a:xfrm>
            <a:off x="5394960" y="3699429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 dirty="0"/>
          </a:p>
        </p:txBody>
      </p:sp>
      <p:sp>
        <p:nvSpPr>
          <p:cNvPr id="56" name="Text 28">
            <a:extLst>
              <a:ext uri="{FF2B5EF4-FFF2-40B4-BE49-F238E27FC236}">
                <a16:creationId xmlns:a16="http://schemas.microsoft.com/office/drawing/2014/main" id="{BE4B5538-26DE-7668-B951-D9E5C0182B43}"/>
              </a:ext>
            </a:extLst>
          </p:cNvPr>
          <p:cNvSpPr/>
          <p:nvPr/>
        </p:nvSpPr>
        <p:spPr>
          <a:xfrm>
            <a:off x="2468880" y="397600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transform: scale(0.97);</a:t>
            </a:r>
            <a:endParaRPr lang="en-US" sz="2000" dirty="0"/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7E3911D4-1307-5B89-9A5B-E12935C13E7F}"/>
              </a:ext>
            </a:extLst>
          </p:cNvPr>
          <p:cNvSpPr/>
          <p:nvPr/>
        </p:nvSpPr>
        <p:spPr>
          <a:xfrm>
            <a:off x="640080" y="3963135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dirty="0" err="1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btn:active</a:t>
            </a:r>
            <a:r>
              <a:rPr lang="en-US" sz="2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2000" dirty="0"/>
          </a:p>
        </p:txBody>
      </p:sp>
      <p:sp>
        <p:nvSpPr>
          <p:cNvPr id="58" name="Text 30">
            <a:extLst>
              <a:ext uri="{FF2B5EF4-FFF2-40B4-BE49-F238E27FC236}">
                <a16:creationId xmlns:a16="http://schemas.microsoft.com/office/drawing/2014/main" id="{916BB720-23B3-23B0-D92F-94D702DFC576}"/>
              </a:ext>
            </a:extLst>
          </p:cNvPr>
          <p:cNvSpPr/>
          <p:nvPr/>
        </p:nvSpPr>
        <p:spPr>
          <a:xfrm>
            <a:off x="5923272" y="3945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 dirty="0"/>
          </a:p>
        </p:txBody>
      </p:sp>
      <p:sp>
        <p:nvSpPr>
          <p:cNvPr id="59" name="Text 26">
            <a:extLst>
              <a:ext uri="{FF2B5EF4-FFF2-40B4-BE49-F238E27FC236}">
                <a16:creationId xmlns:a16="http://schemas.microsoft.com/office/drawing/2014/main" id="{3B048089-0A5B-D9AC-13FB-A4766E9F6D0B}"/>
              </a:ext>
            </a:extLst>
          </p:cNvPr>
          <p:cNvSpPr/>
          <p:nvPr/>
        </p:nvSpPr>
        <p:spPr>
          <a:xfrm>
            <a:off x="662940" y="4213783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dirty="0" err="1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btn:focus-visible</a:t>
            </a:r>
            <a:r>
              <a:rPr lang="en-US" sz="2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2000" dirty="0"/>
          </a:p>
        </p:txBody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6CE2B9C4-7A22-BE88-A7A6-EA822729A26A}"/>
              </a:ext>
            </a:extLst>
          </p:cNvPr>
          <p:cNvSpPr/>
          <p:nvPr/>
        </p:nvSpPr>
        <p:spPr>
          <a:xfrm>
            <a:off x="3566160" y="4225599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outline: 2px solid var(--accent);</a:t>
            </a:r>
            <a:endParaRPr lang="en-US" sz="2000" dirty="0"/>
          </a:p>
        </p:txBody>
      </p:sp>
      <p:sp>
        <p:nvSpPr>
          <p:cNvPr id="68" name="Text 30">
            <a:extLst>
              <a:ext uri="{FF2B5EF4-FFF2-40B4-BE49-F238E27FC236}">
                <a16:creationId xmlns:a16="http://schemas.microsoft.com/office/drawing/2014/main" id="{5A149A43-A36A-ACD3-494C-A41A7208FFB4}"/>
              </a:ext>
            </a:extLst>
          </p:cNvPr>
          <p:cNvSpPr/>
          <p:nvPr/>
        </p:nvSpPr>
        <p:spPr>
          <a:xfrm>
            <a:off x="8388353" y="4115783"/>
            <a:ext cx="4071614" cy="39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EFCEF0-3FDC-88AC-D8A9-BE2FFBAD0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C00424B-068D-4B65-CEE5-84054D90F92C}"/>
              </a:ext>
            </a:extLst>
          </p:cNvPr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070864B-5156-75B1-05E9-AD6B4D44DCBC}"/>
              </a:ext>
            </a:extLst>
          </p:cNvPr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3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6DF01D3-EB75-1140-4D0D-A5113E9DE4A5}"/>
              </a:ext>
            </a:extLst>
          </p:cNvPr>
          <p:cNvSpPr/>
          <p:nvPr/>
        </p:nvSpPr>
        <p:spPr>
          <a:xfrm>
            <a:off x="6400800" y="914400"/>
            <a:ext cx="219456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C85BBB61-E8C8-94BD-BB89-E2D19E1FF5C0}"/>
              </a:ext>
            </a:extLst>
          </p:cNvPr>
          <p:cNvSpPr/>
          <p:nvPr/>
        </p:nvSpPr>
        <p:spPr>
          <a:xfrm>
            <a:off x="5257800" y="43708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681DB398-8710-D8CB-C022-2156386E098B}"/>
              </a:ext>
            </a:extLst>
          </p:cNvPr>
          <p:cNvSpPr/>
          <p:nvPr/>
        </p:nvSpPr>
        <p:spPr>
          <a:xfrm>
            <a:off x="813816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2000" dirty="0"/>
          </a:p>
        </p:txBody>
      </p:sp>
      <p:pic>
        <p:nvPicPr>
          <p:cNvPr id="20" name="Grafik 19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C2ABD1E5-40E8-F6AA-19DB-48F9A137F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27" y="952308"/>
            <a:ext cx="3828519" cy="3601404"/>
          </a:xfrm>
          <a:prstGeom prst="rect">
            <a:avLst/>
          </a:prstGeom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D18E80E7-DD84-CAF7-63E4-C9F7BE4C8B21}"/>
              </a:ext>
            </a:extLst>
          </p:cNvPr>
          <p:cNvSpPr txBox="1"/>
          <p:nvPr/>
        </p:nvSpPr>
        <p:spPr>
          <a:xfrm>
            <a:off x="4672207" y="952308"/>
            <a:ext cx="29686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Native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&lt;input&gt; </a:t>
            </a:r>
            <a:r>
              <a:rPr lang="en-US" sz="2000" dirty="0"/>
              <a:t>&amp;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&lt;select&gt;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Einheitliches</a:t>
            </a:r>
            <a:r>
              <a:rPr lang="en-US" sz="2000" dirty="0"/>
              <a:t> Styling per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.field-input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2158738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Tooltips &amp; Notifications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2860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0938" y="2730644"/>
            <a:ext cx="4646822" cy="2184256"/>
          </a:xfrm>
          <a:prstGeom prst="rect">
            <a:avLst/>
          </a:prstGeom>
          <a:solidFill>
            <a:srgbClr val="1E2030"/>
          </a:solidFill>
          <a:ln w="12700">
            <a:solidFill>
              <a:srgbClr val="2D3250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274320" y="2953512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2953512"/>
            <a:ext cx="3703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[data-tooltip]::after {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4320" y="3172968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3560" y="3221360"/>
            <a:ext cx="4669209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content: attr(data-tooltip);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74320" y="3406070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4360" y="3439706"/>
            <a:ext cx="4168831" cy="142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opacity: 0;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69240" y="3639172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94359" y="3679698"/>
            <a:ext cx="4168831" cy="142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transition: opacity 160ms;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69240" y="3878151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0978" y="3872450"/>
            <a:ext cx="3703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58899" y="4145658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80679" y="4152549"/>
            <a:ext cx="4138711" cy="126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[data-tooltip]:hover::after {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58899" y="4374104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0080" y="4357882"/>
            <a:ext cx="3703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opacity: 1;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28600" y="460720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1771" y="4588494"/>
            <a:ext cx="3703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871790" y="91440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20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031810" y="2730643"/>
            <a:ext cx="4023360" cy="2184256"/>
          </a:xfrm>
          <a:prstGeom prst="rect">
            <a:avLst/>
          </a:prstGeom>
          <a:solidFill>
            <a:srgbClr val="1E2030"/>
          </a:solidFill>
          <a:ln w="12700">
            <a:solidFill>
              <a:srgbClr val="2D32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37760" y="2798976"/>
            <a:ext cx="320040" cy="27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03520" y="2785494"/>
            <a:ext cx="3886200" cy="27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id="notification"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950429" y="3076783"/>
            <a:ext cx="320040" cy="27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871790" y="3027720"/>
            <a:ext cx="3886200" cy="27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popover="auto"&gt;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955194" y="3375052"/>
            <a:ext cx="320040" cy="27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879480" y="3397167"/>
            <a:ext cx="4452663" cy="16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Aufgabe </a:t>
            </a:r>
            <a:r>
              <a:rPr lang="en-US" sz="20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wurde</a:t>
            </a:r>
            <a:r>
              <a:rPr lang="en-US" sz="2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0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hinzugefügt</a:t>
            </a:r>
            <a:r>
              <a:rPr lang="en-US" sz="2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971311" y="3703745"/>
            <a:ext cx="320040" cy="27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367967" y="3703745"/>
            <a:ext cx="3886200" cy="27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983480" y="3023006"/>
            <a:ext cx="3886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983480" y="3681374"/>
            <a:ext cx="3886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138160" y="4840369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2000" dirty="0"/>
          </a:p>
        </p:txBody>
      </p:sp>
      <p:pic>
        <p:nvPicPr>
          <p:cNvPr id="62" name="Grafik 61" descr="Ein Bild, das Text, Schrift, Screenshot, Electric Blue (Farbe) enthält.  KI-generierte Inhalte können fehlerhaft sein.">
            <a:extLst>
              <a:ext uri="{FF2B5EF4-FFF2-40B4-BE49-F238E27FC236}">
                <a16:creationId xmlns:a16="http://schemas.microsoft.com/office/drawing/2014/main" id="{20B442D5-3B63-87EF-C5FA-CF6282F4F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99032"/>
            <a:ext cx="2143614" cy="1194452"/>
          </a:xfrm>
          <a:prstGeom prst="rect">
            <a:avLst/>
          </a:prstGeom>
        </p:spPr>
      </p:pic>
      <p:pic>
        <p:nvPicPr>
          <p:cNvPr id="64" name="Grafik 63" descr="Ein Bild, das Text, Schrift, Logo, Grafiken enthält.  KI-generierte Inhalte können fehlerhaft sein.">
            <a:extLst>
              <a:ext uri="{FF2B5EF4-FFF2-40B4-BE49-F238E27FC236}">
                <a16:creationId xmlns:a16="http://schemas.microsoft.com/office/drawing/2014/main" id="{AAAE2535-C3E9-941E-3D14-CD62A6BDA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690584"/>
            <a:ext cx="2971926" cy="58392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&amp; Loading States 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320040" y="2721864"/>
            <a:ext cx="4114800" cy="2079412"/>
          </a:xfrm>
          <a:prstGeom prst="rect">
            <a:avLst/>
          </a:prstGeom>
          <a:solidFill>
            <a:srgbClr val="1E2030"/>
          </a:solidFill>
          <a:ln w="12700">
            <a:solidFill>
              <a:srgbClr val="2D325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74320" y="2874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4360" y="2874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&lt;progress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74320" y="32407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94360" y="32407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value="5"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74320" y="359088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94360" y="359088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max="6"&gt;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74320" y="38946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94360" y="38724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&lt;/progress&gt;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813816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2000" dirty="0"/>
          </a:p>
        </p:txBody>
      </p:sp>
      <p:pic>
        <p:nvPicPr>
          <p:cNvPr id="48" name="Grafik 47" descr="Ein Bild, das Text, Screenshot, Electric Blue (Farbe) enthält.&#10;&#10;KI-generierte Inhalte können fehlerhaft sein.">
            <a:extLst>
              <a:ext uri="{FF2B5EF4-FFF2-40B4-BE49-F238E27FC236}">
                <a16:creationId xmlns:a16="http://schemas.microsoft.com/office/drawing/2014/main" id="{030C31F2-16F4-3E2C-68BB-49CF84866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96696"/>
            <a:ext cx="5077554" cy="695989"/>
          </a:xfrm>
          <a:prstGeom prst="rect">
            <a:avLst/>
          </a:prstGeom>
        </p:spPr>
      </p:pic>
      <p:pic>
        <p:nvPicPr>
          <p:cNvPr id="50" name="Grafik 49" descr="Ein Bild, das Text, Schrift, Electric Blue (Farbe), Logo enthält.&#10;&#10;KI-generierte Inhalte können fehlerhaft sein.">
            <a:extLst>
              <a:ext uri="{FF2B5EF4-FFF2-40B4-BE49-F238E27FC236}">
                <a16:creationId xmlns:a16="http://schemas.microsoft.com/office/drawing/2014/main" id="{EB545C20-4C3F-5F74-1204-CFA8A5D5D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4739" y="2019092"/>
            <a:ext cx="2124964" cy="579536"/>
          </a:xfrm>
          <a:prstGeom prst="rect">
            <a:avLst/>
          </a:prstGeom>
        </p:spPr>
      </p:pic>
      <p:sp>
        <p:nvSpPr>
          <p:cNvPr id="4" name="LoadingCodeBg">
            <a:extLst>
              <a:ext uri="{FF2B5EF4-FFF2-40B4-BE49-F238E27FC236}">
                <a16:creationId xmlns:a16="http://schemas.microsoft.com/office/drawing/2014/main" id="{2DA2671F-1BBA-E0DA-E4D4-923F96BD37C0}"/>
              </a:ext>
            </a:extLst>
          </p:cNvPr>
          <p:cNvSpPr/>
          <p:nvPr/>
        </p:nvSpPr>
        <p:spPr>
          <a:xfrm>
            <a:off x="4572000" y="2675467"/>
            <a:ext cx="4297680" cy="2079413"/>
          </a:xfrm>
          <a:prstGeom prst="rect">
            <a:avLst/>
          </a:prstGeom>
          <a:solidFill>
            <a:srgbClr val="1E2030"/>
          </a:solidFill>
          <a:ln w="12700">
            <a:solidFill>
              <a:srgbClr val="2D3250"/>
            </a:solidFill>
          </a:ln>
        </p:spPr>
        <p:txBody>
          <a:bodyPr wrap="square" lIns="91440" tIns="91440" rIns="0" bIns="0" rtlCol="0" anchor="t"/>
          <a:lstStyle/>
          <a:p>
            <a:pPr marL="0" indent="0">
              <a:buNone/>
            </a:pPr>
            <a:r>
              <a:rPr lang="de-DE" sz="2000" dirty="0">
                <a:solidFill>
                  <a:srgbClr val="4A5568"/>
                </a:solidFill>
                <a:latin typeface="Consolas"/>
              </a:rPr>
              <a:t>1 </a:t>
            </a:r>
            <a:r>
              <a:rPr lang="de-DE" sz="2000" dirty="0">
                <a:solidFill>
                  <a:srgbClr val="CBA6F7"/>
                </a:solidFill>
                <a:latin typeface="Consolas"/>
              </a:rPr>
              <a:t>.</a:t>
            </a:r>
            <a:r>
              <a:rPr lang="de-DE" sz="2000" dirty="0" err="1">
                <a:solidFill>
                  <a:srgbClr val="CBA6F7"/>
                </a:solidFill>
                <a:latin typeface="Consolas"/>
              </a:rPr>
              <a:t>btn.loading</a:t>
            </a:r>
            <a:r>
              <a:rPr lang="de-DE" sz="2000" dirty="0">
                <a:solidFill>
                  <a:srgbClr val="CBA6F7"/>
                </a:solidFill>
                <a:latin typeface="Consolas"/>
              </a:rPr>
              <a:t> .</a:t>
            </a:r>
            <a:r>
              <a:rPr lang="de-DE" sz="2000" dirty="0" err="1">
                <a:solidFill>
                  <a:srgbClr val="CBA6F7"/>
                </a:solidFill>
                <a:latin typeface="Consolas"/>
              </a:rPr>
              <a:t>btn</a:t>
            </a:r>
            <a:r>
              <a:rPr lang="de-DE" sz="2000" dirty="0">
                <a:solidFill>
                  <a:srgbClr val="CBA6F7"/>
                </a:solidFill>
                <a:latin typeface="Consolas"/>
              </a:rPr>
              <a:t>-label  {</a:t>
            </a:r>
          </a:p>
          <a:p>
            <a:r>
              <a:rPr lang="de-DE" sz="2000" dirty="0">
                <a:solidFill>
                  <a:srgbClr val="4A5568"/>
                </a:solidFill>
                <a:latin typeface="Consolas"/>
              </a:rPr>
              <a:t>2   </a:t>
            </a:r>
            <a:r>
              <a:rPr lang="de-DE" sz="2000" dirty="0" err="1">
                <a:solidFill>
                  <a:srgbClr val="89B4FA"/>
                </a:solidFill>
                <a:latin typeface="Consolas"/>
              </a:rPr>
              <a:t>display</a:t>
            </a:r>
            <a:r>
              <a:rPr lang="de-DE" sz="2000" dirty="0">
                <a:solidFill>
                  <a:srgbClr val="89B4FA"/>
                </a:solidFill>
                <a:latin typeface="Consolas"/>
              </a:rPr>
              <a:t>: none; </a:t>
            </a:r>
          </a:p>
          <a:p>
            <a:r>
              <a:rPr lang="de-DE" sz="2000" dirty="0">
                <a:solidFill>
                  <a:srgbClr val="4A5568"/>
                </a:solidFill>
                <a:latin typeface="Consolas"/>
              </a:rPr>
              <a:t>3</a:t>
            </a:r>
            <a:r>
              <a:rPr lang="de-DE" sz="2000" dirty="0">
                <a:solidFill>
                  <a:srgbClr val="CBA6F7"/>
                </a:solidFill>
                <a:latin typeface="Consolas"/>
              </a:rPr>
              <a:t> }</a:t>
            </a:r>
            <a:endParaRPr lang="de-DE" sz="2000" dirty="0">
              <a:solidFill>
                <a:srgbClr val="7030A0"/>
              </a:solidFill>
              <a:latin typeface="Consolas"/>
            </a:endParaRPr>
          </a:p>
          <a:p>
            <a:r>
              <a:rPr lang="de-DE" sz="2000" dirty="0">
                <a:solidFill>
                  <a:srgbClr val="4A5568"/>
                </a:solidFill>
                <a:latin typeface="Consolas"/>
              </a:rPr>
              <a:t>4 </a:t>
            </a:r>
            <a:r>
              <a:rPr lang="de-DE" sz="2000" dirty="0">
                <a:solidFill>
                  <a:srgbClr val="CBA6F7"/>
                </a:solidFill>
                <a:latin typeface="Consolas"/>
              </a:rPr>
              <a:t>.btn.loading .btn-spinner {</a:t>
            </a:r>
          </a:p>
          <a:p>
            <a:r>
              <a:rPr lang="de-DE" sz="2000" dirty="0">
                <a:solidFill>
                  <a:srgbClr val="4A5568"/>
                </a:solidFill>
                <a:latin typeface="Consolas"/>
              </a:rPr>
              <a:t>5   </a:t>
            </a:r>
            <a:r>
              <a:rPr lang="de-DE" sz="2000" dirty="0" err="1">
                <a:solidFill>
                  <a:srgbClr val="89B4FA"/>
                </a:solidFill>
                <a:latin typeface="Consolas"/>
              </a:rPr>
              <a:t>display</a:t>
            </a:r>
            <a:r>
              <a:rPr lang="de-DE" sz="2000" dirty="0">
                <a:solidFill>
                  <a:srgbClr val="89B4FA"/>
                </a:solidFill>
                <a:latin typeface="Consolas"/>
              </a:rPr>
              <a:t>: block; </a:t>
            </a:r>
          </a:p>
          <a:p>
            <a:r>
              <a:rPr lang="de-DE" sz="2000" dirty="0">
                <a:solidFill>
                  <a:srgbClr val="4A5568"/>
                </a:solidFill>
                <a:latin typeface="Consolas"/>
              </a:rPr>
              <a:t>6 </a:t>
            </a:r>
            <a:r>
              <a:rPr lang="de-DE" sz="2000" dirty="0">
                <a:solidFill>
                  <a:srgbClr val="CBA6F7"/>
                </a:solidFill>
                <a:latin typeface="Consolas"/>
              </a:rPr>
              <a:t>}</a:t>
            </a:r>
            <a:endParaRPr lang="de-DE" sz="2000" dirty="0">
              <a:solidFill>
                <a:srgbClr val="89B4FA"/>
              </a:solidFill>
              <a:latin typeface="Consola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503920" cy="621792"/>
          </a:xfrm>
          <a:prstGeom prst="rect">
            <a:avLst/>
          </a:prstGeom>
          <a:solidFill>
            <a:srgbClr val="1E2340"/>
          </a:solidFill>
          <a:ln w="12700">
            <a:solidFill>
              <a:srgbClr val="2D356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2070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– &lt;dialog&gt;: The Dialog element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447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https://developer.mozilla.org/en-US/docs/Web/HTML/Element/dialog</a:t>
            </a:r>
          </a:p>
        </p:txBody>
      </p:sp>
      <p:sp>
        <p:nvSpPr>
          <p:cNvPr id="8" name="Shape 6"/>
          <p:cNvSpPr/>
          <p:nvPr/>
        </p:nvSpPr>
        <p:spPr>
          <a:xfrm>
            <a:off x="365760" y="1892808"/>
            <a:ext cx="8503920" cy="621792"/>
          </a:xfrm>
          <a:prstGeom prst="rect">
            <a:avLst/>
          </a:prstGeom>
          <a:solidFill>
            <a:srgbClr val="1E2340"/>
          </a:solidFill>
          <a:ln w="12700">
            <a:solidFill>
              <a:srgbClr val="2D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95681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9568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– Popover API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400" b="0" i="0" dirty="0">
                <a:solidFill>
                  <a:srgbClr val="FAF9F5"/>
                </a:solidFill>
                <a:effectLst/>
                <a:latin typeface="anthropicSans"/>
              </a:rPr>
              <a:t>https://developer.mozilla.org/en-US/docs/Web/API/Popover_API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642616"/>
            <a:ext cx="8503920" cy="621792"/>
          </a:xfrm>
          <a:prstGeom prst="rect">
            <a:avLst/>
          </a:prstGeom>
          <a:solidFill>
            <a:srgbClr val="1E2340"/>
          </a:solidFill>
          <a:ln w="12700">
            <a:solidFill>
              <a:srgbClr val="2D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70662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7066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– @starting-style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94436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400" b="0" i="0" dirty="0">
                <a:solidFill>
                  <a:srgbClr val="FAF9F5"/>
                </a:solidFill>
                <a:effectLst/>
                <a:latin typeface="anthropicSans"/>
              </a:rPr>
              <a:t>https://developer.mozilla.org/en-US/docs/Web/CSS/@starting-style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392424"/>
            <a:ext cx="8503920" cy="621792"/>
          </a:xfrm>
          <a:prstGeom prst="rect">
            <a:avLst/>
          </a:prstGeom>
          <a:solidFill>
            <a:srgbClr val="1E2340"/>
          </a:solidFill>
          <a:ln w="12700">
            <a:solidFill>
              <a:srgbClr val="2D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4564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4564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– &lt;progress&gt;: The Progress Indicator element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69417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400" b="0" i="0" dirty="0">
                <a:solidFill>
                  <a:srgbClr val="FAF9F5"/>
                </a:solidFill>
                <a:effectLst/>
                <a:latin typeface="anthropicSans"/>
              </a:rPr>
              <a:t>https://developer.mozilla.org/en-US/docs/Web/HTML/Element/progress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142232"/>
            <a:ext cx="8503920" cy="621792"/>
          </a:xfrm>
          <a:prstGeom prst="rect">
            <a:avLst/>
          </a:prstGeom>
          <a:solidFill>
            <a:srgbClr val="1E2340"/>
          </a:solidFill>
          <a:ln w="12700">
            <a:solidFill>
              <a:srgbClr val="2D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206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2062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– :focus-visible pseudo-class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4439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400" b="0" i="0" dirty="0">
                <a:solidFill>
                  <a:srgbClr val="FAF9F5"/>
                </a:solidFill>
                <a:effectLst/>
                <a:latin typeface="anthropicSans"/>
              </a:rPr>
              <a:t>https://developer.mozilla.org/en-US/docs/Web/CSS/:focus-visible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3816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2000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1141</Words>
  <Application>Microsoft Office PowerPoint</Application>
  <PresentationFormat>Bildschirmpräsentation (16:9)</PresentationFormat>
  <Paragraphs>188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6" baseType="lpstr">
      <vt:lpstr>anthropicSans</vt:lpstr>
      <vt:lpstr>Aptos</vt:lpstr>
      <vt:lpstr>Arial</vt:lpstr>
      <vt:lpstr>Calibri</vt:lpstr>
      <vt:lpstr>Consolas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Moderne UI-Komponenten mit HTML/CSS</dc:title>
  <dc:subject>PptxGenJS Presentation</dc:subject>
  <dc:creator>Nhi Duong</dc:creator>
  <cp:lastModifiedBy>Duong, Thi Quynh Nhi  SH/HZA-HAAGS</cp:lastModifiedBy>
  <cp:revision>2</cp:revision>
  <dcterms:created xsi:type="dcterms:W3CDTF">2026-02-24T20:37:06Z</dcterms:created>
  <dcterms:modified xsi:type="dcterms:W3CDTF">2026-03-06T14:03:47Z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3c2d95-ffb8-4f09-8d49-eacb0a6220f7_Enabled">
    <vt:lpwstr>true</vt:lpwstr>
  </property>
  <property fmtid="{D5CDD505-2E9C-101B-9397-08002B2CF9AE}" pid="3" name="MSIP_Label_f33c2d95-ffb8-4f09-8d49-eacb0a6220f7_SetDate">
    <vt:lpwstr>2026-02-24T20:52:40Z</vt:lpwstr>
  </property>
  <property fmtid="{D5CDD505-2E9C-101B-9397-08002B2CF9AE}" pid="4" name="MSIP_Label_f33c2d95-ffb8-4f09-8d49-eacb0a6220f7_Method">
    <vt:lpwstr>Standard</vt:lpwstr>
  </property>
  <property fmtid="{D5CDD505-2E9C-101B-9397-08002B2CF9AE}" pid="5" name="MSIP_Label_f33c2d95-ffb8-4f09-8d49-eacb0a6220f7_Name">
    <vt:lpwstr>Internal</vt:lpwstr>
  </property>
  <property fmtid="{D5CDD505-2E9C-101B-9397-08002B2CF9AE}" pid="6" name="MSIP_Label_f33c2d95-ffb8-4f09-8d49-eacb0a6220f7_SiteId">
    <vt:lpwstr>67416604-6509-4014-9859-45e709f53d3f</vt:lpwstr>
  </property>
  <property fmtid="{D5CDD505-2E9C-101B-9397-08002B2CF9AE}" pid="7" name="MSIP_Label_f33c2d95-ffb8-4f09-8d49-eacb0a6220f7_ActionId">
    <vt:lpwstr>e3ac5efd-9293-4985-8d69-57df1d5994d4</vt:lpwstr>
  </property>
  <property fmtid="{D5CDD505-2E9C-101B-9397-08002B2CF9AE}" pid="8" name="MSIP_Label_f33c2d95-ffb8-4f09-8d49-eacb0a6220f7_ContentBits">
    <vt:lpwstr>2</vt:lpwstr>
  </property>
  <property fmtid="{D5CDD505-2E9C-101B-9397-08002B2CF9AE}" pid="9" name="MSIP_Label_f33c2d95-ffb8-4f09-8d49-eacb0a6220f7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INTERNAL</vt:lpwstr>
  </property>
</Properties>
</file>