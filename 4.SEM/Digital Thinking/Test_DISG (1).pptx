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4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7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1629A-2589-49B4-A1F2-DF808F726640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1CA18-25E5-4CDB-BC4A-E2D00C242E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030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122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D8466-18EB-4313-BF4E-A5FE6EC6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050C04-A893-48C3-BB04-4B9B19B37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465983-C4A6-4967-A90A-31302D89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1EDC42-3598-43AC-9C63-72E97E41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E0BA68-CF93-4154-BE49-67D7FEA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94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38B700-325A-45F2-9C78-3F9BF052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2D5D01-5A53-439E-B8C1-A97863013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20EEE6-C813-4BF6-BB8F-3806B75F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83943A-814E-4474-82B5-AA220536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56EBE9-BCAB-418B-8212-CE604EA5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46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629E52-94CF-4CB8-9E9F-6C3EF100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C3A01E-1505-4725-A019-11CE7FFDD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A2EEC2-AB10-4CF8-A768-14A57CCC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0D7D02-A8C1-4E88-9F03-7B4464F0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23609B-012D-492F-8210-50899D5F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173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0DDBE-7751-48F0-AD5E-586D80D2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797FA9-195D-45CF-BC22-6792B87A0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20B8A1-7191-4A06-B102-B26FC005E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0D843A-08E3-4DE6-8786-2BED73A7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6D935D-733F-412B-B6EC-D31F6CD9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E43208-DE99-47EF-A76D-5A43C66F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967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ECDA50-459E-4BEC-8E67-36A19FB4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D1D819-6D39-44E1-BB0A-337EFB4FC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A69B18-E7A5-4FD8-90B1-DB1522724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3C7C0D-515B-4477-9298-31A05269F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21644B8-58A5-4489-B90B-99AC388AE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402855-C3C4-4B19-BE18-C3717B5A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10A69E8-2B47-4FC3-83F4-B469CB44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C98374B-06E7-4A2E-82D6-5D0BF01D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48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CB374-1C38-44BA-BD01-DDE40F28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35FBAD-146A-495B-A06B-4C3BA915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7EFE4-4B33-4DCE-B34D-BD3B02A1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52BC84-FC87-46EE-B792-D41BD0AC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15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D45209C-9BD2-49FB-8333-B438A3C65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F8E319-2FB1-4BEE-9284-953ECEFA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DF47DD-39DB-41D8-A4C7-81F55EAC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607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A0DF3-9F0C-4FBA-A668-76920157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94A1F8-88E3-4637-906B-8A90CB886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879DF3-770A-4AC6-B742-6269CA5B5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77DF89-4EDD-426B-B020-CA9BCF0C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ECBE30-B683-4134-9BBB-F45CF8F9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6A8977-23BE-4939-B6A7-91239358B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882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1B325-D177-43E8-92F8-6E7BC24B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7CB0CC-34DC-4695-8FF8-45E9B9F0B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E8A9E7-CE07-4BC2-B4CE-FCCBC6A4A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6BA0BE-CF9C-47BE-B580-AA960811B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38A81C-F8BA-4AF1-BF55-2F9BC2E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CF9FC8-8710-481E-BAF4-244719A1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23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02F3D-FAF4-48F6-89FF-135AA761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A3CDDD-25A6-44C6-9B15-80C9E7752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75A62A-BE66-4314-AE6F-39E5C624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144B97-C756-493A-B26D-07FE55CC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51117-A55F-47E5-8EAC-DF49C486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734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7C07748-BAF1-42C5-BAFA-CFE4329DA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41101A2-5FE8-48D0-8926-AC0AF5B92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F2958F-C91F-4812-9F25-22282F7F7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F2E258-0963-4501-B4E8-FB3EDC3F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2651C4-09DD-4EAE-8966-F9FF1822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799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&lt;Agenda&gt;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001" y="1692000"/>
            <a:ext cx="11326284" cy="383181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"/>
              <a:tabLst/>
              <a:defRPr/>
            </a:lvl2pPr>
            <a:lvl3pPr marL="360000" marR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itchFamily="34" charset="0"/>
              <a:buChar char="–"/>
              <a:tabLst/>
              <a:defRPr/>
            </a:lvl3pPr>
            <a:lvl4pPr marL="5334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itchFamily="34" charset="0"/>
              <a:buChar char="–"/>
              <a:tabLst/>
              <a:defRPr sz="1600"/>
            </a:lvl4pPr>
            <a:lvl5pPr marL="540000">
              <a:buClr>
                <a:schemeClr val="accent2"/>
              </a:buClr>
              <a:buFont typeface="Courier New" pitchFamily="49" charset="0"/>
              <a:buChar char="o"/>
              <a:defRPr/>
            </a:lvl5pPr>
          </a:lstStyle>
          <a:p>
            <a:pPr lvl="0"/>
            <a:r>
              <a:rPr lang="de-DE" dirty="0"/>
              <a:t>Agenda Item/</a:t>
            </a:r>
            <a:r>
              <a:rPr lang="de-DE" dirty="0" err="1"/>
              <a:t>Divider</a:t>
            </a:r>
            <a:r>
              <a:rPr lang="de-DE" dirty="0"/>
              <a:t> Headline</a:t>
            </a:r>
          </a:p>
          <a:p>
            <a:pPr lvl="1"/>
            <a:r>
              <a:rPr lang="de-DE" dirty="0"/>
              <a:t>Details</a:t>
            </a:r>
          </a:p>
          <a:p>
            <a:pPr lvl="2"/>
            <a:r>
              <a:rPr lang="de-DE" dirty="0"/>
              <a:t>Third Level</a:t>
            </a:r>
          </a:p>
          <a:p>
            <a:pPr lvl="4"/>
            <a:r>
              <a:rPr lang="de-DE" dirty="0" err="1"/>
              <a:t>Fourth</a:t>
            </a:r>
            <a:r>
              <a:rPr lang="de-DE" dirty="0"/>
              <a:t> Level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67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F61F268-7E09-4435-932A-B28A7F46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1D82D7-B0BE-44D9-ABFC-AF8570272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058F82-6B86-4D3B-A36B-5A566373B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06C24-73A0-4596-A7EA-DDC112E6D09E}" type="datetimeFigureOut">
              <a:rPr lang="de-DE" smtClean="0"/>
              <a:t>21.11.2023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29A0BC-4CBE-4520-844E-3B023546E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E4D3C8-85DA-4969-BFBC-0D563C89E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88380-2E85-4CB2-B831-CB419E826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90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75276" y="142600"/>
            <a:ext cx="9743468" cy="1325563"/>
          </a:xfrm>
        </p:spPr>
        <p:txBody>
          <a:bodyPr>
            <a:normAutofit/>
          </a:bodyPr>
          <a:lstStyle/>
          <a:p>
            <a:pPr algn="ctr"/>
            <a:r>
              <a:rPr lang="de-DE" b="1" dirty="0"/>
              <a:t>Persönlichkeitsprofil: Selbstwahrnehmung</a:t>
            </a:r>
            <a:br>
              <a:rPr lang="de-DE" dirty="0"/>
            </a:br>
            <a:r>
              <a:rPr lang="de-DE" sz="2400" b="0" dirty="0"/>
              <a:t>4: am ehesten          3: …          2: …          1: am wenigsten</a:t>
            </a:r>
            <a:endParaRPr lang="de-DE" b="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003890"/>
              </p:ext>
            </p:extLst>
          </p:nvPr>
        </p:nvGraphicFramePr>
        <p:xfrm>
          <a:off x="3309053" y="1510531"/>
          <a:ext cx="3259566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Optimistisch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Selbstsicher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Genau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Harmonisch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Nachdenkend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Kontaktfreudig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Zuhörend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Wagemutig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Geduldig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Spontan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431605"/>
              </p:ext>
            </p:extLst>
          </p:nvPr>
        </p:nvGraphicFramePr>
        <p:xfrm>
          <a:off x="3309053" y="4101331"/>
          <a:ext cx="3259566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Entscheidungsfreudig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Kontrolliert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Bestimmend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Sorgfältig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Teamfähig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Begeistert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Vertrauensvoll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Analytisch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Beliebt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Kraftvoll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05097"/>
              </p:ext>
            </p:extLst>
          </p:nvPr>
        </p:nvGraphicFramePr>
        <p:xfrm>
          <a:off x="7699966" y="1510531"/>
          <a:ext cx="3259566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Ergebnisorientiert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Beständig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Enthusiastisch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Selbstdiszipliniert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Positiv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Risikofreudig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Zurückhaltend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Unterstützend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Kritisch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Impulsiv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767188"/>
              </p:ext>
            </p:extLst>
          </p:nvPr>
        </p:nvGraphicFramePr>
        <p:xfrm>
          <a:off x="7699966" y="4101331"/>
          <a:ext cx="3259566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Zuverlässig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Zielorientiert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Gesellig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Unauffällig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Furchtlos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Strukturiert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Hartnäckig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Überzeugend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Planend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r>
                        <a:rPr lang="de-DE" sz="1100" dirty="0"/>
                        <a:t>Vermittelnd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3309053" y="2534009"/>
            <a:ext cx="3241113" cy="87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309052" y="1496233"/>
            <a:ext cx="1" cy="51958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550165" y="1528173"/>
            <a:ext cx="18454" cy="51639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309053" y="1501612"/>
            <a:ext cx="3241113" cy="176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31852" y="1528173"/>
            <a:ext cx="18454" cy="51639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699964" y="1490853"/>
            <a:ext cx="18454" cy="51639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699964" y="1503741"/>
            <a:ext cx="3231888" cy="66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345282" y="4612865"/>
            <a:ext cx="3241113" cy="87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345283" y="5643445"/>
            <a:ext cx="3241113" cy="87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346555" y="6692132"/>
            <a:ext cx="3241113" cy="87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3299828" y="3579765"/>
            <a:ext cx="3241113" cy="87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725435" y="2542725"/>
            <a:ext cx="3231888" cy="66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690738" y="3555537"/>
            <a:ext cx="3231888" cy="66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736193" y="4608555"/>
            <a:ext cx="3231888" cy="66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7680918" y="5640285"/>
            <a:ext cx="3231888" cy="66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699963" y="6675359"/>
            <a:ext cx="3231888" cy="66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s://sparkletraining.com.au/wp-content/uploads/2019/12/DISC-Four-Men-480x489.jpg">
            <a:extLst>
              <a:ext uri="{FF2B5EF4-FFF2-40B4-BE49-F238E27FC236}">
                <a16:creationId xmlns:a16="http://schemas.microsoft.com/office/drawing/2014/main" id="{634DD441-9281-440B-8D62-2F12BEE99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73" y="225734"/>
            <a:ext cx="2007019" cy="204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62C71E5-CF24-4F3E-B6D7-A542DBFE02BE}"/>
              </a:ext>
            </a:extLst>
          </p:cNvPr>
          <p:cNvSpPr txBox="1"/>
          <p:nvPr/>
        </p:nvSpPr>
        <p:spPr>
          <a:xfrm>
            <a:off x="447260" y="2549413"/>
            <a:ext cx="23953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Es gibt 10 rote Boxen mit je 4 Attributen.</a:t>
            </a:r>
            <a:br>
              <a:rPr lang="de-DE" dirty="0"/>
            </a:br>
            <a:endParaRPr lang="de-DE" dirty="0"/>
          </a:p>
          <a:p>
            <a:r>
              <a:rPr lang="de-DE" dirty="0"/>
              <a:t>In jeder roten Box: ranken Sie die Attribute nach ‚welches Attribut trifft am ehesten auf mich </a:t>
            </a:r>
            <a:r>
              <a:rPr lang="de-DE"/>
              <a:t>zu‘.</a:t>
            </a:r>
          </a:p>
          <a:p>
            <a:endParaRPr lang="de-DE" dirty="0"/>
          </a:p>
          <a:p>
            <a:r>
              <a:rPr lang="de-DE" dirty="0"/>
              <a:t>Am ehesten: 4 Punkte</a:t>
            </a:r>
          </a:p>
          <a:p>
            <a:r>
              <a:rPr lang="de-DE" dirty="0"/>
              <a:t>.. 3 Punkte</a:t>
            </a:r>
          </a:p>
          <a:p>
            <a:r>
              <a:rPr lang="de-DE" dirty="0"/>
              <a:t>.. 2 Punkte</a:t>
            </a:r>
          </a:p>
          <a:p>
            <a:r>
              <a:rPr lang="de-DE" dirty="0"/>
              <a:t>Am wenigsten: 1 Punkt</a:t>
            </a:r>
          </a:p>
        </p:txBody>
      </p:sp>
    </p:spTree>
    <p:extLst>
      <p:ext uri="{BB962C8B-B14F-4D97-AF65-F5344CB8AC3E}">
        <p14:creationId xmlns:p14="http://schemas.microsoft.com/office/powerpoint/2010/main" val="1775063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Breitbild</PresentationFormat>
  <Paragraphs>49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Wingdings</vt:lpstr>
      <vt:lpstr>Office</vt:lpstr>
      <vt:lpstr>Persönlichkeitsprofil: Selbstwahrnehmung 4: am ehesten          3: …          2: …          1: am wenigsten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Persönlichkeitsprofil: Selbstwahrnehmung 4: am ehesten          3: …          2: …          1: am wenigsten</dc:title>
  <dc:creator>Besitzer</dc:creator>
  <cp:lastModifiedBy>Besitzer</cp:lastModifiedBy>
  <cp:revision>3</cp:revision>
  <dcterms:created xsi:type="dcterms:W3CDTF">2023-11-21T11:14:23Z</dcterms:created>
  <dcterms:modified xsi:type="dcterms:W3CDTF">2023-11-21T11:25:26Z</dcterms:modified>
</cp:coreProperties>
</file>