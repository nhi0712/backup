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9" r:id="rId2"/>
    <p:sldId id="280" r:id="rId3"/>
  </p:sldIdLst>
  <p:sldSz cx="9144000" cy="6858000" type="screen4x3"/>
  <p:notesSz cx="6797675" cy="9926638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DD" userId="fa5d8dce-1e87-4da3-b2b1-08b1cf4c506d" providerId="ADAL" clId="{5CCD6A8F-18AA-4AAA-95D8-4C057F15EAE5}"/>
    <pc:docChg chg="modSld">
      <pc:chgData name="Duong, Thi Quynh Nhi  SH/HZA-HAADD" userId="fa5d8dce-1e87-4da3-b2b1-08b1cf4c506d" providerId="ADAL" clId="{5CCD6A8F-18AA-4AAA-95D8-4C057F15EAE5}" dt="2025-03-20T08:24:37.694" v="1" actId="1076"/>
      <pc:docMkLst>
        <pc:docMk/>
      </pc:docMkLst>
      <pc:sldChg chg="modSp mod">
        <pc:chgData name="Duong, Thi Quynh Nhi  SH/HZA-HAADD" userId="fa5d8dce-1e87-4da3-b2b1-08b1cf4c506d" providerId="ADAL" clId="{5CCD6A8F-18AA-4AAA-95D8-4C057F15EAE5}" dt="2025-03-20T08:24:37.694" v="1" actId="1076"/>
        <pc:sldMkLst>
          <pc:docMk/>
          <pc:sldMk cId="0" sldId="279"/>
        </pc:sldMkLst>
        <pc:graphicFrameChg chg="mod modGraphic">
          <ac:chgData name="Duong, Thi Quynh Nhi  SH/HZA-HAADD" userId="fa5d8dce-1e87-4da3-b2b1-08b1cf4c506d" providerId="ADAL" clId="{5CCD6A8F-18AA-4AAA-95D8-4C057F15EAE5}" dt="2025-03-20T08:24:37.694" v="1" actId="1076"/>
          <ac:graphicFrameMkLst>
            <pc:docMk/>
            <pc:sldMk cId="0" sldId="279"/>
            <ac:graphicFrameMk id="4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584EB-3501-40F5-ABDE-0907BC8076F6}" type="datetimeFigureOut">
              <a:rPr lang="de-DE" smtClean="0"/>
              <a:t>20.03.2025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43C17-D80D-4BCE-AEA0-3DBBE35E0AE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ADC0E8F0-96FB-42DA-BCE6-91E89C8A5193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5562" tIns="47781" rIns="95562" bIns="47781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B33CA4F0-8477-45D8-A10A-9ACF782B21DF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DA91C1-3718-E1F7-A696-B9DD10CF72D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66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Umsatzsteuer   B.S. 85 Nr. 78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829537"/>
              </p:ext>
            </p:extLst>
          </p:nvPr>
        </p:nvGraphicFramePr>
        <p:xfrm>
          <a:off x="359532" y="518098"/>
          <a:ext cx="8424936" cy="6232079"/>
        </p:xfrm>
        <a:graphic>
          <a:graphicData uri="http://schemas.openxmlformats.org/drawingml/2006/table">
            <a:tbl>
              <a:tblPr/>
              <a:tblGrid>
                <a:gridCol w="698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8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130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78    Monat:  ……… 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019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9.600,00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1.824,00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11.424,00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32.000,00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32.000,00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2.500,00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2.500,00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Büromaterial ( = Aufwand)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280,00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333,20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53,20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Löhne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8.500,00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8.500,00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Werbeaufwand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952,00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152,00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29.750,00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25.000,00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4.750,00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Fremdinstandhaltung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700,00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833,00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133,00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1239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8.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6.200,00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6.200,00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4.500,00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5.355,00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855,00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18564,00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18.564,00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49.980,00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42.000,00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Umsatzsteuer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          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7.980,00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Portokosten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550,00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550,00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Umsatzsteuer   B.S. 85 Nr. 78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963279"/>
              </p:ext>
            </p:extLst>
          </p:nvPr>
        </p:nvGraphicFramePr>
        <p:xfrm>
          <a:off x="395536" y="548680"/>
          <a:ext cx="8352928" cy="6433222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78 Abschlussbuchungen   Monat:  ……… 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A1)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Abschreibungen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TA und Maschinen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6.400,00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5.000,00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BGA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2a)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Bestandsveränderungen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Unfertige Erzeugnisse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4.000,00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4.000,00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2b)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Fertige Erzeugnisse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Bestandsveränderungen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11.000,00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11.000,00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A3)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3.017,20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3.017,20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IAAAAAAAAAAwAAAAMAAAAA/////wQAMw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QAAAACABAAC02F3WmwrCREp1M+v2L1NBEFAAAAAAADAAAAAAADAAAAAwADAAAAAAADAAAAAwADAAIA////////BAAAAAMAEAAL5izd8JCgHUKzMJ6W96mmuwUAAAABAAMAAAACAAMAAAABAAMAAAAC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OQLAAAAAAAAAAAAACAB////////////////AAAA////////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BAEDAAAAAgD///////8aAAZMaW5rZWRTaGFwZXNEYXRhUHJvcGVydHlfMAUAAAAAAAQAAAADAAQAAAABAAQAAAADAP///////wQAAAADAP///////wQAAAADAP///////wMABAEDAAAAAwD///////8lAAZMaW5rZWRTaGFwZVByZXNlbnRhdGlvblNldHRpbmdzRGF0YV8wBQAAAAEABAAAAAAABAAAAAIABAAAAAAABAAAAAIABAAAAAAABAAAAAI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E2F3WmwrCREp1M+v2L1NBEDRGF0YQAbAAAABExpbmtlZFNoYXBlRGF0YQAFAAAAAAACTmFtZQAZAAAATGlua2VkU2hhcGVzRGF0YVByb3BlcnR5ABBWZXJzaW9uAAAAAAAJTGFzdFdyaXRlACM+p7KVAQAAAAEA/////8YAxgAAAAVfaWQAEAAAAATmLN3wkKAdQrMwnpb3qaa7A0RhdGEAUwAAAAhQcmVzZW50YXRpb25TY2FubmVkRm9yTGlua2VkU2hhcGVzAAECTnVtYmVyRm9ybWF0U2VwYXJhdG9yTW9kZQAKAAAAQXV0b21hdGljAAACTmFtZQAkAAAATGlua2VkU2hhcGVQcmVzZW50YXRpb25TZXR0aW5nc0RhdGEAEFZlcnNpb24AAAAAAAlMYXN0V3JpdGUAsD6nspU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Bildschirmpräsentation (4:3)</PresentationFormat>
  <Paragraphs>118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Larissa-Design</vt:lpstr>
      <vt:lpstr>HA: Buchungssätze/ Umsatzsteuer   B.S. 85 Nr. 78</vt:lpstr>
      <vt:lpstr>HA: Buchungssätze/ Umsatzsteuer   B.S. 85 Nr. 78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Thorsten Galm</dc:creator>
  <cp:lastModifiedBy>Duong, Thi Quynh Nhi  SH/HZA-HAADD</cp:lastModifiedBy>
  <cp:revision>92</cp:revision>
  <dcterms:created xsi:type="dcterms:W3CDTF">2015-05-11T07:47:32Z</dcterms:created>
  <dcterms:modified xsi:type="dcterms:W3CDTF">2025-03-20T08:24:39Z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2025-03-20T08:24:39Z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ffb585f5-c8de-430a-b899-a9b5580cf4fa</vt:lpwstr>
  </property>
  <property fmtid="{D5CDD505-2E9C-101B-9397-08002B2CF9AE}" pid="8" name="MSIP_Label_f33c2d95-ffb8-4f09-8d49-eacb0a6220f7_ContentBits">
    <vt:lpwstr>2</vt:lpwstr>
  </property>
  <property fmtid="{D5CDD505-2E9C-101B-9397-08002B2CF9AE}" pid="9" name="ClassificationContentMarkingFooterLocations">
    <vt:lpwstr>Larissa-Design:8</vt:lpwstr>
  </property>
  <property fmtid="{D5CDD505-2E9C-101B-9397-08002B2CF9AE}" pid="10" name="ClassificationContentMarkingFooterText">
    <vt:lpwstr>INTERNAL</vt:lpwstr>
  </property>
</Properties>
</file>