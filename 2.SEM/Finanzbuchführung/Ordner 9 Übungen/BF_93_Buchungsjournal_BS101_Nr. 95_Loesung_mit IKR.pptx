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9" r:id="rId2"/>
    <p:sldId id="281" r:id="rId3"/>
    <p:sldId id="280" r:id="rId4"/>
  </p:sldIdLst>
  <p:sldSz cx="9144000" cy="6858000" type="screen4x3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ADC0E8F0-96FB-42DA-BCE6-91E89C8A5193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2" tIns="47781" rIns="95562" bIns="4778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89774"/>
              </p:ext>
            </p:extLst>
          </p:nvPr>
        </p:nvGraphicFramePr>
        <p:xfrm>
          <a:off x="395536" y="548680"/>
          <a:ext cx="8352928" cy="5397098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        </a:t>
                      </a:r>
                      <a:r>
                        <a:rPr lang="de-DE" sz="14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6700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3.800,00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3.800,00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31.773,00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26.700,00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5.073,00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6140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1.400,00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2880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266,00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1.666,00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15.000,00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2.850,00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17.850,00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6030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2030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1.600,00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1.600,00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12.852,00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12.852,00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14.800,00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14.800,00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7510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2.200,00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2.200,00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3001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2880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1.400,00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1.400,00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81668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22.134,00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18.600,00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3.534,00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11.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6200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11.700,00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11.700,00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7700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2.100,00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2.100,00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87135"/>
              </p:ext>
            </p:extLst>
          </p:nvPr>
        </p:nvGraphicFramePr>
        <p:xfrm>
          <a:off x="395536" y="548680"/>
          <a:ext cx="8352928" cy="2898130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        </a:t>
                      </a:r>
                      <a:r>
                        <a:rPr lang="de-DE" sz="14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3.500,00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665,00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4.165,00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6160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114,00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714,00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3001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1.904,00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48794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5420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11058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60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921686"/>
              </p:ext>
            </p:extLst>
          </p:nvPr>
        </p:nvGraphicFramePr>
        <p:xfrm>
          <a:off x="395536" y="548680"/>
          <a:ext cx="8352928" cy="6265533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        </a:t>
                      </a:r>
                      <a:r>
                        <a:rPr lang="de-DE" sz="1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vorbereitende Abschlussbuchungen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</a:t>
                      </a:r>
                      <a:r>
                        <a:rPr lang="de-DE" sz="1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zur Aufgabe Nr. 95</a:t>
                      </a:r>
                      <a:endParaRPr lang="de-DE" sz="9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1.)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6020 (</a:t>
                      </a: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Hilfsstoffe)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2020 (Hilfsstoffe)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8.500,00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8.500,00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 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5200 (Bestandsveränderungen)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2100 (</a:t>
                      </a: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Unfert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Erzeugn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 b)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2200 (Fertige Erzeugnisse)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5200 (</a:t>
                      </a: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Bestandsveränd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16.000,00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16.000,00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3)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6520 (Abschreibungen SA)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0700 (TA)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5.000,00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4)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4800 (Umsatzsteuer)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2600 (Vorsteuer)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3.895,00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3.895,00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5)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3000 (EK)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3001 (Privat)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3.304,00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3.304,00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Bildschirmpräsentation (4:3)</PresentationFormat>
  <Paragraphs>143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Larissa-Design</vt:lpstr>
      <vt:lpstr>HA: Buchungssätze/ Kontenrahmen IKR  B.S. 101 Nr. 95</vt:lpstr>
      <vt:lpstr>HA: Buchungssätze/ Kontenrahmen IKR  B.S. 101 Nr. 95</vt:lpstr>
      <vt:lpstr>HA: Buchungssätze/ Kontenrahmen IKR  B.S. 101 Nr. 95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Thorsten Galm</dc:creator>
  <cp:lastModifiedBy>Ralph Hoffmann</cp:lastModifiedBy>
  <cp:revision>97</cp:revision>
  <dcterms:created xsi:type="dcterms:W3CDTF">2015-05-11T07:47:32Z</dcterms:created>
  <dcterms:modified xsi:type="dcterms:W3CDTF">2024-06-12T17:58:10Z</dcterms:modified>
</cp:coreProperties>
</file>