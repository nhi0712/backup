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9" r:id="rId2"/>
    <p:sldId id="281" r:id="rId3"/>
    <p:sldId id="280" r:id="rId4"/>
  </p:sldIdLst>
  <p:sldSz cx="9144000" cy="6858000" type="screen4x3"/>
  <p:notesSz cx="6797675" cy="9926638"/>
  <p:custDataLst>
    <p:tags r:id="rId6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118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ong, Thi Quynh Nhi  SH/HZA-HAADD" userId="fa5d8dce-1e87-4da3-b2b1-08b1cf4c506d" providerId="ADAL" clId="{579114C0-746E-4704-A283-99989FB598BB}"/>
    <pc:docChg chg="modSld">
      <pc:chgData name="Duong, Thi Quynh Nhi  SH/HZA-HAADD" userId="fa5d8dce-1e87-4da3-b2b1-08b1cf4c506d" providerId="ADAL" clId="{579114C0-746E-4704-A283-99989FB598BB}" dt="2025-03-20T10:51:01.567" v="178" actId="20577"/>
      <pc:docMkLst>
        <pc:docMk/>
      </pc:docMkLst>
      <pc:sldChg chg="modSp mod">
        <pc:chgData name="Duong, Thi Quynh Nhi  SH/HZA-HAADD" userId="fa5d8dce-1e87-4da3-b2b1-08b1cf4c506d" providerId="ADAL" clId="{579114C0-746E-4704-A283-99989FB598BB}" dt="2025-03-20T10:51:01.567" v="178" actId="20577"/>
        <pc:sldMkLst>
          <pc:docMk/>
          <pc:sldMk cId="0" sldId="279"/>
        </pc:sldMkLst>
        <pc:graphicFrameChg chg="modGraphic">
          <ac:chgData name="Duong, Thi Quynh Nhi  SH/HZA-HAADD" userId="fa5d8dce-1e87-4da3-b2b1-08b1cf4c506d" providerId="ADAL" clId="{579114C0-746E-4704-A283-99989FB598BB}" dt="2025-03-20T10:51:01.567" v="178" actId="20577"/>
          <ac:graphicFrameMkLst>
            <pc:docMk/>
            <pc:sldMk cId="0" sldId="279"/>
            <ac:graphicFrameMk id="4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6332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6332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r">
              <a:defRPr sz="1300"/>
            </a:lvl1pPr>
          </a:lstStyle>
          <a:p>
            <a:fld id="{ADC0E8F0-96FB-42DA-BCE6-91E89C8A5193}" type="datetimeFigureOut">
              <a:rPr lang="de-DE" smtClean="0"/>
              <a:pPr/>
              <a:t>20.03.2025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2" tIns="47781" rIns="95562" bIns="47781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5562" tIns="47781" rIns="95562" bIns="47781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6332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r">
              <a:defRPr sz="1300"/>
            </a:lvl1pPr>
          </a:lstStyle>
          <a:p>
            <a:fld id="{B33CA4F0-8477-45D8-A10A-9ACF782B21DF}" type="slidenum">
              <a:rPr lang="de-DE" smtClean="0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20.03.2025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20.03.2025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20.03.2025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20.03.2025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20.03.2025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20.03.2025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20.03.2025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20.03.2025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20.03.2025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20.03.2025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20.03.2025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6B41A-1A19-42F6-BF0A-4CE712537B09}" type="datetimeFigureOut">
              <a:rPr lang="de-DE" smtClean="0"/>
              <a:pPr/>
              <a:t>20.03.2025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AC86CB3-C732-193B-7565-CB511BB29CC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366387" y="6672580"/>
            <a:ext cx="4333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360040"/>
          </a:xfrm>
        </p:spPr>
        <p:txBody>
          <a:bodyPr>
            <a:normAutofit fontScale="90000"/>
          </a:bodyPr>
          <a:lstStyle/>
          <a:p>
            <a:r>
              <a:rPr lang="de-DE" sz="2400" dirty="0"/>
              <a:t>HA: Buchungssätze/ Kontenrahmen IKR  B.S. 101 Nr. 95</a:t>
            </a:r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517105"/>
              </p:ext>
            </p:extLst>
          </p:nvPr>
        </p:nvGraphicFramePr>
        <p:xfrm>
          <a:off x="395536" y="548680"/>
          <a:ext cx="8352928" cy="5397098"/>
        </p:xfrm>
        <a:graphic>
          <a:graphicData uri="http://schemas.openxmlformats.org/drawingml/2006/table">
            <a:tbl>
              <a:tblPr/>
              <a:tblGrid>
                <a:gridCol w="692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3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4056">
                <a:tc gridSpan="5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  <a:tab pos="4951095" algn="l"/>
                        </a:tabLst>
                      </a:pPr>
                      <a:r>
                        <a:rPr lang="de-DE" sz="1800" b="1" dirty="0">
                          <a:latin typeface="Times New Roman"/>
                          <a:ea typeface="Times New Roman"/>
                          <a:cs typeface="Times New Roman"/>
                        </a:rPr>
                        <a:t>Buchungsanweisungen: 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Grundbuch (Buchungsjournal) </a:t>
                      </a: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Seite: .......   </a:t>
                      </a:r>
                      <a:b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Unternehmen /Aufgabe: Nr. 95    Monat:  ………  Jahr:.........                             </a:t>
                      </a:r>
                      <a:r>
                        <a:rPr lang="de-DE" sz="1400" b="1" baseline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826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Lfd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 Nr.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b="1" dirty="0">
                          <a:latin typeface="Times New Roman"/>
                          <a:ea typeface="Times New Roman"/>
                          <a:cs typeface="Times New Roman"/>
                        </a:rPr>
                        <a:t>Buchungstext (Soll an Haben)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Soll-Betrag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>
                          <a:latin typeface="Times New Roman"/>
                          <a:ea typeface="Times New Roman"/>
                          <a:cs typeface="Times New Roman"/>
                        </a:rPr>
                        <a:t>Soll-Kto</a:t>
                      </a:r>
                      <a:endParaRPr lang="de-DE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</a:t>
                      </a: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Kto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Mietaufwand (6700)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Bankguthaben (2800)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3.800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3.800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Forderung (2400)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5000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31.773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26.700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340610" algn="l"/>
                          <a:tab pos="4050665" algn="l"/>
                        </a:tabLst>
                        <a:defRPr/>
                      </a:pPr>
                      <a:r>
                        <a:rPr lang="de-DE" sz="1400">
                          <a:latin typeface="Times New Roman"/>
                          <a:ea typeface="Times New Roman"/>
                          <a:cs typeface="Times New Roman"/>
                        </a:rPr>
                        <a:t>Umsatz (4800)</a:t>
                      </a: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5.073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3.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4.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5.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6.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7.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8.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9.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1816686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10.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11.	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12.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360040"/>
          </a:xfrm>
        </p:spPr>
        <p:txBody>
          <a:bodyPr>
            <a:normAutofit fontScale="90000"/>
          </a:bodyPr>
          <a:lstStyle/>
          <a:p>
            <a:r>
              <a:rPr lang="de-DE" sz="2400" dirty="0"/>
              <a:t>HA: Buchungssätze/ Kontenrahmen IKR  B.S. 101 Nr. 95</a:t>
            </a:r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933371"/>
              </p:ext>
            </p:extLst>
          </p:nvPr>
        </p:nvGraphicFramePr>
        <p:xfrm>
          <a:off x="395536" y="548680"/>
          <a:ext cx="8352928" cy="2898130"/>
        </p:xfrm>
        <a:graphic>
          <a:graphicData uri="http://schemas.openxmlformats.org/drawingml/2006/table">
            <a:tbl>
              <a:tblPr/>
              <a:tblGrid>
                <a:gridCol w="692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3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4056">
                <a:tc gridSpan="5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  <a:tab pos="4951095" algn="l"/>
                        </a:tabLst>
                      </a:pPr>
                      <a:r>
                        <a:rPr lang="de-DE" sz="1800" b="1" dirty="0">
                          <a:latin typeface="Times New Roman"/>
                          <a:ea typeface="Times New Roman"/>
                          <a:cs typeface="Times New Roman"/>
                        </a:rPr>
                        <a:t>Buchungsanweisungen: 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Grundbuch (Buchungsjournal) </a:t>
                      </a: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Seite: .......   </a:t>
                      </a:r>
                      <a:b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Unternehmen /Aufgabe: Nr. 95    Monat:  ………  Jahr:.........                             </a:t>
                      </a:r>
                      <a:r>
                        <a:rPr lang="de-DE" sz="1400" b="1" baseline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826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Lfd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 Nr.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b="1" dirty="0">
                          <a:latin typeface="Times New Roman"/>
                          <a:ea typeface="Times New Roman"/>
                          <a:cs typeface="Times New Roman"/>
                        </a:rPr>
                        <a:t>Buchungstext (Soll an Haben)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Soll-Betrag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>
                          <a:latin typeface="Times New Roman"/>
                          <a:ea typeface="Times New Roman"/>
                          <a:cs typeface="Times New Roman"/>
                        </a:rPr>
                        <a:t>Soll-Kto</a:t>
                      </a:r>
                      <a:endParaRPr lang="de-DE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</a:t>
                      </a: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Kto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1487945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110588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060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360040"/>
          </a:xfrm>
        </p:spPr>
        <p:txBody>
          <a:bodyPr>
            <a:normAutofit fontScale="90000"/>
          </a:bodyPr>
          <a:lstStyle/>
          <a:p>
            <a:r>
              <a:rPr lang="de-DE" sz="2400" dirty="0"/>
              <a:t>HA: Buchungssätze/ Kontenrahmen IKR  B.S. 101 Nr. 95</a:t>
            </a:r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76463"/>
              </p:ext>
            </p:extLst>
          </p:nvPr>
        </p:nvGraphicFramePr>
        <p:xfrm>
          <a:off x="395536" y="548680"/>
          <a:ext cx="8352928" cy="6265533"/>
        </p:xfrm>
        <a:graphic>
          <a:graphicData uri="http://schemas.openxmlformats.org/drawingml/2006/table">
            <a:tbl>
              <a:tblPr/>
              <a:tblGrid>
                <a:gridCol w="692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3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4056">
                <a:tc gridSpan="5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  <a:tab pos="4951095" algn="l"/>
                        </a:tabLst>
                      </a:pPr>
                      <a:r>
                        <a:rPr lang="de-DE" sz="1800" b="1" dirty="0">
                          <a:latin typeface="Times New Roman"/>
                          <a:ea typeface="Times New Roman"/>
                          <a:cs typeface="Times New Roman"/>
                        </a:rPr>
                        <a:t>Buchungsanweisungen: 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Grundbuch (Buchungsjournal) </a:t>
                      </a: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Seite: .......           </a:t>
                      </a:r>
                      <a:r>
                        <a:rPr lang="de-DE" sz="1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vorbereitende Abschlussbuchungen  </a:t>
                      </a:r>
                      <a:b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Unternehmen /Aufgabe: Nr. 95    Monat:  ………  Jahr:.........                     </a:t>
                      </a:r>
                      <a:r>
                        <a:rPr lang="de-DE" sz="1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zur Aufgabe Nr. 95</a:t>
                      </a:r>
                      <a:endParaRPr lang="de-DE" sz="9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826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Lfd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 Nr.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b="1" dirty="0">
                          <a:latin typeface="Times New Roman"/>
                          <a:ea typeface="Times New Roman"/>
                          <a:cs typeface="Times New Roman"/>
                        </a:rPr>
                        <a:t>Buchungstext (Soll an Haben)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Soll-Betrag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>
                          <a:latin typeface="Times New Roman"/>
                          <a:ea typeface="Times New Roman"/>
                          <a:cs typeface="Times New Roman"/>
                        </a:rPr>
                        <a:t>Soll-Kto</a:t>
                      </a:r>
                      <a:endParaRPr lang="de-DE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</a:t>
                      </a: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Kto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 1.)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 2 a)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 2 b)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340610" algn="l"/>
                          <a:tab pos="4050665" algn="l"/>
                        </a:tabLst>
                        <a:defRPr/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 3)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 4)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 5)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IAAAAAAAAAAwAAAAMAAAAA/////wQAGw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wS6WMrS+ixNknzSpLTJjZwFAAAAAAADAAAAAAADAAAAAwADAAAAAAADAAAAAwADAAAAAAADAAAAAwADAAMA////////BAAAAAMAEAALOv7Q0jB5mUmEsmIkcec0BQUAAAABAAMAAAACAAMAAAABAAMAAAACAP///////wMAAAAC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ODgAAAAAAAAAAAAD/////gwCDAAAABV9pZAAQAAAABAS6WMrS+ixNknzSpLTJjZwDRGF0YQAbAAAABExpbmtlZFNoYXBlRGF0YQAFAAAAAAACTmFtZQAZAAAATGlua2VkU2hhcGVzRGF0YVByb3BlcnR5ABBWZXJzaW9uAAAAAAAJTGFzdFdyaXRlAC1rH7OVAQAAAAEA/////8YAxgAAAAVfaWQAEAAAAAQ6/tDSMHmZSYSyYiRx5zQFA0RhdGEAUwAAAAhQcmVzZW50YXRpb25TY2FubmVkRm9yTGlua2VkU2hhcGVzAAECTnVtYmVyRm9ybWF0U2VwYXJhdG9yTW9kZQAKAAAAQXV0b21hdGljAAACTmFtZQAkAAAATGlua2VkU2hhcGVQcmVzZW50YXRpb25TZXR0aW5nc0RhdGEAEFZlcnNpb24AAAAAAAlMYXN0V3JpdGUATGsfs5U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</Words>
  <Application>Microsoft Office PowerPoint</Application>
  <PresentationFormat>Bildschirmpräsentation (4:3)</PresentationFormat>
  <Paragraphs>55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Larissa-Design</vt:lpstr>
      <vt:lpstr>HA: Buchungssätze/ Kontenrahmen IKR  B.S. 101 Nr. 95</vt:lpstr>
      <vt:lpstr>HA: Buchungssätze/ Kontenrahmen IKR  B.S. 101 Nr. 95</vt:lpstr>
      <vt:lpstr>HA: Buchungssätze/ Kontenrahmen IKR  B.S. 101 Nr. 95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Thorsten Galm</dc:creator>
  <cp:lastModifiedBy>Duong, Thi Quynh Nhi  SH/HZA-HAADD</cp:lastModifiedBy>
  <cp:revision>98</cp:revision>
  <dcterms:created xsi:type="dcterms:W3CDTF">2015-05-11T07:47:32Z</dcterms:created>
  <dcterms:modified xsi:type="dcterms:W3CDTF">2025-03-20T10:51:04Z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3c2d95-ffb8-4f09-8d49-eacb0a6220f7_Enabled">
    <vt:lpwstr>true</vt:lpwstr>
  </property>
  <property fmtid="{D5CDD505-2E9C-101B-9397-08002B2CF9AE}" pid="3" name="MSIP_Label_f33c2d95-ffb8-4f09-8d49-eacb0a6220f7_SetDate">
    <vt:lpwstr>2025-03-20T10:46:04Z</vt:lpwstr>
  </property>
  <property fmtid="{D5CDD505-2E9C-101B-9397-08002B2CF9AE}" pid="4" name="MSIP_Label_f33c2d95-ffb8-4f09-8d49-eacb0a6220f7_Method">
    <vt:lpwstr>Standard</vt:lpwstr>
  </property>
  <property fmtid="{D5CDD505-2E9C-101B-9397-08002B2CF9AE}" pid="5" name="MSIP_Label_f33c2d95-ffb8-4f09-8d49-eacb0a6220f7_Name">
    <vt:lpwstr>Internal</vt:lpwstr>
  </property>
  <property fmtid="{D5CDD505-2E9C-101B-9397-08002B2CF9AE}" pid="6" name="MSIP_Label_f33c2d95-ffb8-4f09-8d49-eacb0a6220f7_SiteId">
    <vt:lpwstr>67416604-6509-4014-9859-45e709f53d3f</vt:lpwstr>
  </property>
  <property fmtid="{D5CDD505-2E9C-101B-9397-08002B2CF9AE}" pid="7" name="MSIP_Label_f33c2d95-ffb8-4f09-8d49-eacb0a6220f7_ActionId">
    <vt:lpwstr>06bde89c-1209-45fb-9cc7-50eada9b8a6d</vt:lpwstr>
  </property>
  <property fmtid="{D5CDD505-2E9C-101B-9397-08002B2CF9AE}" pid="8" name="MSIP_Label_f33c2d95-ffb8-4f09-8d49-eacb0a6220f7_ContentBits">
    <vt:lpwstr>2</vt:lpwstr>
  </property>
  <property fmtid="{D5CDD505-2E9C-101B-9397-08002B2CF9AE}" pid="9" name="ClassificationContentMarkingFooterLocations">
    <vt:lpwstr>Larissa-Design:8</vt:lpwstr>
  </property>
  <property fmtid="{D5CDD505-2E9C-101B-9397-08002B2CF9AE}" pid="10" name="ClassificationContentMarkingFooterText">
    <vt:lpwstr>INTERNAL</vt:lpwstr>
  </property>
</Properties>
</file>