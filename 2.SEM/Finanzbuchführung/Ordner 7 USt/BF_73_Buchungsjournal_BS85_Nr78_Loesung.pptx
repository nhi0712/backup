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79" r:id="rId2"/>
    <p:sldId id="280" r:id="rId3"/>
  </p:sldIdLst>
  <p:sldSz cx="9144000" cy="6858000" type="screen4x3"/>
  <p:notesSz cx="6797675" cy="9926638"/>
  <p:custDataLst>
    <p:tags r:id="rId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93" autoAdjust="0"/>
  </p:normalViewPr>
  <p:slideViewPr>
    <p:cSldViewPr>
      <p:cViewPr>
        <p:scale>
          <a:sx n="70" d="100"/>
          <a:sy n="70" d="100"/>
        </p:scale>
        <p:origin x="1180" y="-7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microsoft.com/office/2016/11/relationships/changesInfo" Target="changesInfos/changesInfo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ong, Thi Quynh Nhi  SH/HZA-HAADD" userId="fa5d8dce-1e87-4da3-b2b1-08b1cf4c506d" providerId="ADAL" clId="{B89C1619-608A-4102-98A2-B4536FAE6B24}"/>
    <pc:docChg chg="modSld">
      <pc:chgData name="Duong, Thi Quynh Nhi  SH/HZA-HAADD" userId="fa5d8dce-1e87-4da3-b2b1-08b1cf4c506d" providerId="ADAL" clId="{B89C1619-608A-4102-98A2-B4536FAE6B24}" dt="2025-05-02T17:58:57.803" v="0" actId="1076"/>
      <pc:docMkLst>
        <pc:docMk/>
      </pc:docMkLst>
      <pc:sldChg chg="modSp mod">
        <pc:chgData name="Duong, Thi Quynh Nhi  SH/HZA-HAADD" userId="fa5d8dce-1e87-4da3-b2b1-08b1cf4c506d" providerId="ADAL" clId="{B89C1619-608A-4102-98A2-B4536FAE6B24}" dt="2025-05-02T17:58:57.803" v="0" actId="1076"/>
        <pc:sldMkLst>
          <pc:docMk/>
          <pc:sldMk cId="0" sldId="279"/>
        </pc:sldMkLst>
        <pc:graphicFrameChg chg="mod">
          <ac:chgData name="Duong, Thi Quynh Nhi  SH/HZA-HAADD" userId="fa5d8dce-1e87-4da3-b2b1-08b1cf4c506d" providerId="ADAL" clId="{B89C1619-608A-4102-98A2-B4536FAE6B24}" dt="2025-05-02T17:58:57.803" v="0" actId="1076"/>
          <ac:graphicFrameMkLst>
            <pc:docMk/>
            <pc:sldMk cId="0" sldId="279"/>
            <ac:graphicFrameMk id="4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584EB-3501-40F5-ABDE-0907BC8076F6}" type="datetimeFigureOut">
              <a:rPr lang="de-DE" smtClean="0"/>
              <a:t>02.05.2025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A43C17-D80D-4BCE-AEA0-3DBBE35E0AE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fld id="{ADC0E8F0-96FB-42DA-BCE6-91E89C8A5193}" type="datetimeFigureOut">
              <a:rPr lang="de-DE" smtClean="0"/>
              <a:pPr/>
              <a:t>02.05.2025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5562" tIns="47781" rIns="95562" bIns="47781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fld id="{B33CA4F0-8477-45D8-A10A-9ACF782B21DF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02.05.2025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02.05.2025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02.05.2025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02.05.2025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02.05.2025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02.05.2025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02.05.2025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02.05.2025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02.05.2025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02.05.2025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02.05.2025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6B41A-1A19-42F6-BF0A-4CE712537B09}" type="datetimeFigureOut">
              <a:rPr lang="de-DE" smtClean="0"/>
              <a:pPr/>
              <a:t>02.05.2025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9B3BD42-A264-A6D8-6588-07A48C83C99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66387" y="6672580"/>
            <a:ext cx="4333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de-DE" sz="2400" dirty="0"/>
              <a:t>HA: Buchungssätze/ Umsatzsteuer   B.S. 85 Nr. 78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9961"/>
              </p:ext>
            </p:extLst>
          </p:nvPr>
        </p:nvGraphicFramePr>
        <p:xfrm>
          <a:off x="395536" y="397386"/>
          <a:ext cx="8352928" cy="6433222"/>
        </p:xfrm>
        <a:graphic>
          <a:graphicData uri="http://schemas.openxmlformats.org/drawingml/2006/table">
            <a:tbl>
              <a:tblPr/>
              <a:tblGrid>
                <a:gridCol w="69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3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056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 </a:t>
                      </a:r>
                      <a:b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Nr. 78    Monat:  ………  Jahr:.........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26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Lfd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 Nr.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</a:t>
                      </a: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Kto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Rohstoffe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9.600,00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Vorsteuer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1.824,00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11.424,00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Aufwand Rohstoffe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340610" algn="l"/>
                          <a:tab pos="4050665" algn="l"/>
                        </a:tabLst>
                        <a:defRPr/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Rohstoffe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32.000,00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32.000,00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Aufwand Betriebsstoffe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Betriebsstoffe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2.500,00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2.500,00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Büromaterial ( = Aufwand)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Kasse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280,00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333,20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Vorsteuer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53,20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	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4.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Aufwand</a:t>
                      </a:r>
                      <a:r>
                        <a:rPr lang="de-DE" sz="1400" baseline="0" dirty="0">
                          <a:latin typeface="Times New Roman"/>
                          <a:ea typeface="Times New Roman"/>
                          <a:cs typeface="Times New Roman"/>
                        </a:rPr>
                        <a:t> Löhne</a:t>
                      </a: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8.500,00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8.500,00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5.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Werbeaufwand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800,00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952,00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Vorsteuer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152,00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6.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Umsatzerlöse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29.750,00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25.000,00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Umsatzsteuer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4.750,00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7.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Fremdinstandhaltung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Kasse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700,00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833,00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Vorsteuer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133,00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8.	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Aufwand Hilfsstoffe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Hilfsstoffe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6.200,00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6.200,00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9.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Betriebsstoffe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4.500,00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5.355,00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Vorsteuer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 855,00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18564,00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18.564,00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Umsatzerlöse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49.980,00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42.000,00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Umsatzsteuer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                                  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7.980,00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Portokosten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Kasse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 550,00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550,00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de-DE" sz="2400" dirty="0"/>
              <a:t>HA: Buchungssätze/ Umsatzsteuer   B.S. 85 Nr. 78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963279"/>
              </p:ext>
            </p:extLst>
          </p:nvPr>
        </p:nvGraphicFramePr>
        <p:xfrm>
          <a:off x="395536" y="548680"/>
          <a:ext cx="8352928" cy="6433222"/>
        </p:xfrm>
        <a:graphic>
          <a:graphicData uri="http://schemas.openxmlformats.org/drawingml/2006/table">
            <a:tbl>
              <a:tblPr/>
              <a:tblGrid>
                <a:gridCol w="69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3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056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 </a:t>
                      </a:r>
                      <a:b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Nr. 78 Abschlussbuchungen   Monat:  ………  Jahr:.........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26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Lfd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 Nr.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</a:t>
                      </a: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Kto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A1)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Abschreibungen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TA und Maschinen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6.400,00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5.000,00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BGA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1.400,00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2a)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Bestandsveränderungen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Unfertige Erzeugnisse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4.000,00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4.000,00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2b)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Fertige Erzeugnisse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Bestandsveränderungen	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11.000,00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11.000,00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A3)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Umsatzsteuer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Vorsteuer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3.017,20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3.017,20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MBAQEBAQEBAQEBAQEBAQIAAAAAAAAAAwAAAAMAAAAA/////wQAPwwAAAAAAAAAAAAAIAD///////////////8AAAD////////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zKvKxHvjIBGiDl3Tl2VeAMFAAAAAAADAAAAAAADAAAAAwADAAIA////////BAAAAAMAEAALJn9AJLqhmkyp1aj8sOYuLgUAAAABAAMAAAACAAMAAAABAA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BQMAAAAAAAAAAAAACAB////////////////AAAA////////////////BAAAAAMA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wEDAAAAAgD///////8aAAZMaW5rZWRTaGFwZXNEYXRhUHJvcGVydHlfMAUAAAAAAAQAAAADAAQAAAABAAQAAAAAAP///////wQAAAAAAP///////w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DKvKxHvjIBGiDl3Tl2VeAMDRGF0YQAbAAAABExpbmtlZFNoYXBlRGF0YQAFAAAAAAACTmFtZQAZAAAATGlua2VkU2hhcGVzRGF0YVByb3BlcnR5ABBWZXJzaW9uAAAAAAAJTGFzdFdyaXRlAJvzEJKWAQAAAAEA/////8YAxgAAAAVfaWQAEAAAAAQmf0AkuqGaTKnVqPyw5i4uA0RhdGEAUwAAAAhQcmVzZW50YXRpb25TY2FubmVkRm9yTGlua2VkU2hhcGVzAAECTnVtYmVyRm9ybWF0U2VwYXJhdG9yTW9kZQAKAAAAQXV0b21hdGljAAACTmFtZQAkAAAATGlua2VkU2hhcGVQcmVzZW50YXRpb25TZXR0aW5nc0RhdGEAEFZlcnNpb24AAAAAAAlMYXN0V3JpdGUA6vMQkpY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</Words>
  <Application>Microsoft Office PowerPoint</Application>
  <PresentationFormat>Bildschirmpräsentation (4:3)</PresentationFormat>
  <Paragraphs>118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Larissa-Design</vt:lpstr>
      <vt:lpstr>HA: Buchungssätze/ Umsatzsteuer   B.S. 85 Nr. 78</vt:lpstr>
      <vt:lpstr>HA: Buchungssätze/ Umsatzsteuer   B.S. 85 Nr. 78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Thorsten Galm</dc:creator>
  <cp:lastModifiedBy>Duong, Thi Quynh Nhi  SH/HZA-HAADD</cp:lastModifiedBy>
  <cp:revision>92</cp:revision>
  <dcterms:created xsi:type="dcterms:W3CDTF">2015-05-11T07:47:32Z</dcterms:created>
  <dcterms:modified xsi:type="dcterms:W3CDTF">2025-05-02T17:59:08Z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3c2d95-ffb8-4f09-8d49-eacb0a6220f7_Enabled">
    <vt:lpwstr>true</vt:lpwstr>
  </property>
  <property fmtid="{D5CDD505-2E9C-101B-9397-08002B2CF9AE}" pid="3" name="MSIP_Label_f33c2d95-ffb8-4f09-8d49-eacb0a6220f7_SetDate">
    <vt:lpwstr>2025-05-02T17:59:08Z</vt:lpwstr>
  </property>
  <property fmtid="{D5CDD505-2E9C-101B-9397-08002B2CF9AE}" pid="4" name="MSIP_Label_f33c2d95-ffb8-4f09-8d49-eacb0a6220f7_Method">
    <vt:lpwstr>Standard</vt:lpwstr>
  </property>
  <property fmtid="{D5CDD505-2E9C-101B-9397-08002B2CF9AE}" pid="5" name="MSIP_Label_f33c2d95-ffb8-4f09-8d49-eacb0a6220f7_Name">
    <vt:lpwstr>Internal</vt:lpwstr>
  </property>
  <property fmtid="{D5CDD505-2E9C-101B-9397-08002B2CF9AE}" pid="6" name="MSIP_Label_f33c2d95-ffb8-4f09-8d49-eacb0a6220f7_SiteId">
    <vt:lpwstr>67416604-6509-4014-9859-45e709f53d3f</vt:lpwstr>
  </property>
  <property fmtid="{D5CDD505-2E9C-101B-9397-08002B2CF9AE}" pid="7" name="MSIP_Label_f33c2d95-ffb8-4f09-8d49-eacb0a6220f7_ActionId">
    <vt:lpwstr>0d912eae-f947-49c2-b040-9e5292da53d1</vt:lpwstr>
  </property>
  <property fmtid="{D5CDD505-2E9C-101B-9397-08002B2CF9AE}" pid="8" name="MSIP_Label_f33c2d95-ffb8-4f09-8d49-eacb0a6220f7_ContentBits">
    <vt:lpwstr>2</vt:lpwstr>
  </property>
  <property fmtid="{D5CDD505-2E9C-101B-9397-08002B2CF9AE}" pid="9" name="MSIP_Label_f33c2d95-ffb8-4f09-8d49-eacb0a6220f7_Tag">
    <vt:lpwstr>10, 3, 0, 1</vt:lpwstr>
  </property>
  <property fmtid="{D5CDD505-2E9C-101B-9397-08002B2CF9AE}" pid="10" name="ClassificationContentMarkingFooterLocations">
    <vt:lpwstr>Larissa-Design:8</vt:lpwstr>
  </property>
  <property fmtid="{D5CDD505-2E9C-101B-9397-08002B2CF9AE}" pid="11" name="ClassificationContentMarkingFooterText">
    <vt:lpwstr>INTERNAL</vt:lpwstr>
  </property>
</Properties>
</file>