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15" r:id="rId3"/>
    <p:sldId id="257" r:id="rId4"/>
    <p:sldId id="319" r:id="rId5"/>
    <p:sldId id="298" r:id="rId6"/>
    <p:sldId id="324" r:id="rId7"/>
    <p:sldId id="323" r:id="rId8"/>
    <p:sldId id="314" r:id="rId9"/>
    <p:sldId id="320" r:id="rId10"/>
    <p:sldId id="321" r:id="rId11"/>
    <p:sldId id="322" r:id="rId12"/>
    <p:sldId id="304" r:id="rId13"/>
    <p:sldId id="325" r:id="rId14"/>
    <p:sldId id="316" r:id="rId15"/>
    <p:sldId id="286" r:id="rId16"/>
    <p:sldId id="289" r:id="rId17"/>
    <p:sldId id="290" r:id="rId18"/>
    <p:sldId id="313" r:id="rId19"/>
    <p:sldId id="326" r:id="rId20"/>
  </p:sldIdLst>
  <p:sldSz cx="12192000" cy="6858000"/>
  <p:notesSz cx="6858000" cy="9144000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C2C96-5EC5-4135-AB6C-6ED693E8D061}" v="301" dt="2025-03-24T20:28:00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3262" autoAdjust="0"/>
  </p:normalViewPr>
  <p:slideViewPr>
    <p:cSldViewPr snapToGrid="0" showGuides="1">
      <p:cViewPr varScale="1">
        <p:scale>
          <a:sx n="52" d="100"/>
          <a:sy n="52" d="100"/>
        </p:scale>
        <p:origin x="1104" y="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AE1C2C96-5EC5-4135-AB6C-6ED693E8D061}"/>
    <pc:docChg chg="undo redo custSel addSld delSld modSld sldOrd">
      <pc:chgData name="Duong, Thi Quynh Nhi  SH/HZA-HAADD" userId="fa5d8dce-1e87-4da3-b2b1-08b1cf4c506d" providerId="ADAL" clId="{AE1C2C96-5EC5-4135-AB6C-6ED693E8D061}" dt="2025-03-24T22:07:05.829" v="23900" actId="14100"/>
      <pc:docMkLst>
        <pc:docMk/>
      </pc:docMkLst>
      <pc:sldChg chg="addSp delSp modSp mod setBg delAnim modAnim">
        <pc:chgData name="Duong, Thi Quynh Nhi  SH/HZA-HAADD" userId="fa5d8dce-1e87-4da3-b2b1-08b1cf4c506d" providerId="ADAL" clId="{AE1C2C96-5EC5-4135-AB6C-6ED693E8D061}" dt="2025-03-24T17:48:45.904" v="23365" actId="113"/>
        <pc:sldMkLst>
          <pc:docMk/>
          <pc:sldMk cId="3077901238" sldId="256"/>
        </pc:sldMkLst>
        <pc:spChg chg="mod">
          <ac:chgData name="Duong, Thi Quynh Nhi  SH/HZA-HAADD" userId="fa5d8dce-1e87-4da3-b2b1-08b1cf4c506d" providerId="ADAL" clId="{AE1C2C96-5EC5-4135-AB6C-6ED693E8D061}" dt="2025-03-24T17:48:36.015" v="23363" actId="113"/>
          <ac:spMkLst>
            <pc:docMk/>
            <pc:sldMk cId="3077901238" sldId="256"/>
            <ac:spMk id="2" creationId="{EDE0177F-1331-36C2-C177-8B57ED81817F}"/>
          </ac:spMkLst>
        </pc:spChg>
        <pc:spChg chg="mod">
          <ac:chgData name="Duong, Thi Quynh Nhi  SH/HZA-HAADD" userId="fa5d8dce-1e87-4da3-b2b1-08b1cf4c506d" providerId="ADAL" clId="{AE1C2C96-5EC5-4135-AB6C-6ED693E8D061}" dt="2025-03-24T17:48:45.904" v="23365" actId="113"/>
          <ac:spMkLst>
            <pc:docMk/>
            <pc:sldMk cId="3077901238" sldId="256"/>
            <ac:spMk id="3" creationId="{4651EE42-E7F2-02DC-71D1-693593D5CDD3}"/>
          </ac:spMkLst>
        </pc:spChg>
        <pc:picChg chg="add mod modCrop">
          <ac:chgData name="Duong, Thi Quynh Nhi  SH/HZA-HAADD" userId="fa5d8dce-1e87-4da3-b2b1-08b1cf4c506d" providerId="ADAL" clId="{AE1C2C96-5EC5-4135-AB6C-6ED693E8D061}" dt="2025-03-21T08:04:27.567" v="1690" actId="1076"/>
          <ac:picMkLst>
            <pc:docMk/>
            <pc:sldMk cId="3077901238" sldId="256"/>
            <ac:picMk id="5" creationId="{B4F8DA58-EB1D-915D-D94C-D69BC54B3CD5}"/>
          </ac:picMkLst>
        </pc:picChg>
        <pc:picChg chg="add mod">
          <ac:chgData name="Duong, Thi Quynh Nhi  SH/HZA-HAADD" userId="fa5d8dce-1e87-4da3-b2b1-08b1cf4c506d" providerId="ADAL" clId="{AE1C2C96-5EC5-4135-AB6C-6ED693E8D061}" dt="2025-03-22T21:30:57.363" v="8519" actId="1076"/>
          <ac:picMkLst>
            <pc:docMk/>
            <pc:sldMk cId="3077901238" sldId="256"/>
            <ac:picMk id="8" creationId="{5821276B-AB04-D0D6-ECA1-07B52AFAAC27}"/>
          </ac:picMkLst>
        </pc:picChg>
        <pc:picChg chg="add mod ord">
          <ac:chgData name="Duong, Thi Quynh Nhi  SH/HZA-HAADD" userId="fa5d8dce-1e87-4da3-b2b1-08b1cf4c506d" providerId="ADAL" clId="{AE1C2C96-5EC5-4135-AB6C-6ED693E8D061}" dt="2025-03-22T21:31:40.862" v="8522" actId="1076"/>
          <ac:picMkLst>
            <pc:docMk/>
            <pc:sldMk cId="3077901238" sldId="256"/>
            <ac:picMk id="9" creationId="{F35954DA-C5F4-7DFB-7098-671E541DF7E7}"/>
          </ac:picMkLst>
        </pc:picChg>
      </pc:sldChg>
      <pc:sldChg chg="addSp delSp modSp new mod ord delAnim modAnim">
        <pc:chgData name="Duong, Thi Quynh Nhi  SH/HZA-HAADD" userId="fa5d8dce-1e87-4da3-b2b1-08b1cf4c506d" providerId="ADAL" clId="{AE1C2C96-5EC5-4135-AB6C-6ED693E8D061}" dt="2025-03-24T17:50:15.974" v="23373" actId="255"/>
        <pc:sldMkLst>
          <pc:docMk/>
          <pc:sldMk cId="578208282" sldId="257"/>
        </pc:sldMkLst>
        <pc:spChg chg="mod">
          <ac:chgData name="Duong, Thi Quynh Nhi  SH/HZA-HAADD" userId="fa5d8dce-1e87-4da3-b2b1-08b1cf4c506d" providerId="ADAL" clId="{AE1C2C96-5EC5-4135-AB6C-6ED693E8D061}" dt="2025-03-24T17:50:15.974" v="23373" actId="255"/>
          <ac:spMkLst>
            <pc:docMk/>
            <pc:sldMk cId="578208282" sldId="257"/>
            <ac:spMk id="2" creationId="{BB0DD2AD-F87D-F499-293C-709506FE6410}"/>
          </ac:spMkLst>
        </pc:spChg>
        <pc:spChg chg="add mod">
          <ac:chgData name="Duong, Thi Quynh Nhi  SH/HZA-HAADD" userId="fa5d8dce-1e87-4da3-b2b1-08b1cf4c506d" providerId="ADAL" clId="{AE1C2C96-5EC5-4135-AB6C-6ED693E8D061}" dt="2025-03-24T16:50:53.611" v="22637" actId="123"/>
          <ac:spMkLst>
            <pc:docMk/>
            <pc:sldMk cId="578208282" sldId="257"/>
            <ac:spMk id="3" creationId="{E59715B2-0B12-4133-9F2F-D1046BB891D1}"/>
          </ac:spMkLst>
        </pc:spChg>
        <pc:picChg chg="add del mod">
          <ac:chgData name="Duong, Thi Quynh Nhi  SH/HZA-HAADD" userId="fa5d8dce-1e87-4da3-b2b1-08b1cf4c506d" providerId="ADAL" clId="{AE1C2C96-5EC5-4135-AB6C-6ED693E8D061}" dt="2025-03-24T16:52:24.027" v="22656" actId="21"/>
          <ac:picMkLst>
            <pc:docMk/>
            <pc:sldMk cId="578208282" sldId="257"/>
            <ac:picMk id="5" creationId="{31530818-D219-CABA-4446-A952F04BD275}"/>
          </ac:picMkLst>
        </pc:picChg>
        <pc:picChg chg="add mod">
          <ac:chgData name="Duong, Thi Quynh Nhi  SH/HZA-HAADD" userId="fa5d8dce-1e87-4da3-b2b1-08b1cf4c506d" providerId="ADAL" clId="{AE1C2C96-5EC5-4135-AB6C-6ED693E8D061}" dt="2025-03-21T08:05:06.603" v="1701"/>
          <ac:picMkLst>
            <pc:docMk/>
            <pc:sldMk cId="578208282" sldId="257"/>
            <ac:picMk id="6" creationId="{EC439701-9C12-68F1-35C1-656D2DB31D35}"/>
          </ac:picMkLst>
        </pc:picChg>
      </pc:sldChg>
      <pc:sldChg chg="addSp delSp modSp new add del mod setBg modAnim">
        <pc:chgData name="Duong, Thi Quynh Nhi  SH/HZA-HAADD" userId="fa5d8dce-1e87-4da3-b2b1-08b1cf4c506d" providerId="ADAL" clId="{AE1C2C96-5EC5-4135-AB6C-6ED693E8D061}" dt="2025-03-23T20:26:46.969" v="18749" actId="2696"/>
        <pc:sldMkLst>
          <pc:docMk/>
          <pc:sldMk cId="2565024742" sldId="258"/>
        </pc:sldMkLst>
        <pc:spChg chg="del mod">
          <ac:chgData name="Duong, Thi Quynh Nhi  SH/HZA-HAADD" userId="fa5d8dce-1e87-4da3-b2b1-08b1cf4c506d" providerId="ADAL" clId="{AE1C2C96-5EC5-4135-AB6C-6ED693E8D061}" dt="2025-03-23T20:22:51.601" v="18716" actId="478"/>
          <ac:spMkLst>
            <pc:docMk/>
            <pc:sldMk cId="2565024742" sldId="258"/>
            <ac:spMk id="3" creationId="{D2FB0687-8F8A-5D7F-5B8F-60266B77FD32}"/>
          </ac:spMkLst>
        </pc:spChg>
        <pc:spChg chg="add mod">
          <ac:chgData name="Duong, Thi Quynh Nhi  SH/HZA-HAADD" userId="fa5d8dce-1e87-4da3-b2b1-08b1cf4c506d" providerId="ADAL" clId="{AE1C2C96-5EC5-4135-AB6C-6ED693E8D061}" dt="2025-03-23T20:24:04.415" v="18726" actId="6549"/>
          <ac:spMkLst>
            <pc:docMk/>
            <pc:sldMk cId="2565024742" sldId="258"/>
            <ac:spMk id="4" creationId="{5E587EA5-9E4F-90BE-DBB1-63D7DF434FC0}"/>
          </ac:spMkLst>
        </pc:spChg>
        <pc:spChg chg="add del mod">
          <ac:chgData name="Duong, Thi Quynh Nhi  SH/HZA-HAADD" userId="fa5d8dce-1e87-4da3-b2b1-08b1cf4c506d" providerId="ADAL" clId="{AE1C2C96-5EC5-4135-AB6C-6ED693E8D061}" dt="2025-03-23T20:22:53.767" v="18717" actId="478"/>
          <ac:spMkLst>
            <pc:docMk/>
            <pc:sldMk cId="2565024742" sldId="258"/>
            <ac:spMk id="6" creationId="{D350569C-2DA5-7DE9-0C3D-A07CE1A856BA}"/>
          </ac:spMkLst>
        </pc:spChg>
        <pc:picChg chg="add mod">
          <ac:chgData name="Duong, Thi Quynh Nhi  SH/HZA-HAADD" userId="fa5d8dce-1e87-4da3-b2b1-08b1cf4c506d" providerId="ADAL" clId="{AE1C2C96-5EC5-4135-AB6C-6ED693E8D061}" dt="2025-03-23T00:00:03.541" v="10747" actId="1076"/>
          <ac:picMkLst>
            <pc:docMk/>
            <pc:sldMk cId="2565024742" sldId="258"/>
            <ac:picMk id="8" creationId="{0496595D-9B24-6A07-32AB-DC403AC44424}"/>
          </ac:picMkLst>
        </pc:picChg>
      </pc:sldChg>
      <pc:sldChg chg="addSp delSp modSp new del mod ord">
        <pc:chgData name="Duong, Thi Quynh Nhi  SH/HZA-HAADD" userId="fa5d8dce-1e87-4da3-b2b1-08b1cf4c506d" providerId="ADAL" clId="{AE1C2C96-5EC5-4135-AB6C-6ED693E8D061}" dt="2025-03-22T21:32:48.235" v="8524" actId="47"/>
        <pc:sldMkLst>
          <pc:docMk/>
          <pc:sldMk cId="1922219500" sldId="259"/>
        </pc:sldMkLst>
      </pc:sldChg>
      <pc:sldChg chg="addSp delSp modSp new del mod ord setBg modShow">
        <pc:chgData name="Duong, Thi Quynh Nhi  SH/HZA-HAADD" userId="fa5d8dce-1e87-4da3-b2b1-08b1cf4c506d" providerId="ADAL" clId="{AE1C2C96-5EC5-4135-AB6C-6ED693E8D061}" dt="2025-03-23T18:56:20.791" v="18024" actId="2696"/>
        <pc:sldMkLst>
          <pc:docMk/>
          <pc:sldMk cId="3904011400" sldId="260"/>
        </pc:sldMkLst>
      </pc:sldChg>
      <pc:sldChg chg="addSp delSp modSp new del mod ord modShow">
        <pc:chgData name="Duong, Thi Quynh Nhi  SH/HZA-HAADD" userId="fa5d8dce-1e87-4da3-b2b1-08b1cf4c506d" providerId="ADAL" clId="{AE1C2C96-5EC5-4135-AB6C-6ED693E8D061}" dt="2025-03-23T18:56:22.781" v="18025" actId="2696"/>
        <pc:sldMkLst>
          <pc:docMk/>
          <pc:sldMk cId="226040066" sldId="261"/>
        </pc:sldMkLst>
      </pc:sldChg>
      <pc:sldChg chg="addSp modSp new del mod ord">
        <pc:chgData name="Duong, Thi Quynh Nhi  SH/HZA-HAADD" userId="fa5d8dce-1e87-4da3-b2b1-08b1cf4c506d" providerId="ADAL" clId="{AE1C2C96-5EC5-4135-AB6C-6ED693E8D061}" dt="2025-03-23T20:17:00.489" v="18603" actId="2696"/>
        <pc:sldMkLst>
          <pc:docMk/>
          <pc:sldMk cId="321730228" sldId="262"/>
        </pc:sldMkLst>
      </pc:sldChg>
      <pc:sldChg chg="addSp delSp modSp new del mod modNotesTx">
        <pc:chgData name="Duong, Thi Quynh Nhi  SH/HZA-HAADD" userId="fa5d8dce-1e87-4da3-b2b1-08b1cf4c506d" providerId="ADAL" clId="{AE1C2C96-5EC5-4135-AB6C-6ED693E8D061}" dt="2025-03-23T20:17:03.880" v="18604" actId="2696"/>
        <pc:sldMkLst>
          <pc:docMk/>
          <pc:sldMk cId="1525039188" sldId="263"/>
        </pc:sldMkLst>
      </pc:sldChg>
      <pc:sldChg chg="add del">
        <pc:chgData name="Duong, Thi Quynh Nhi  SH/HZA-HAADD" userId="fa5d8dce-1e87-4da3-b2b1-08b1cf4c506d" providerId="ADAL" clId="{AE1C2C96-5EC5-4135-AB6C-6ED693E8D061}" dt="2025-03-21T13:23:24.909" v="6402" actId="2696"/>
        <pc:sldMkLst>
          <pc:docMk/>
          <pc:sldMk cId="953793244" sldId="264"/>
        </pc:sldMkLst>
      </pc:sldChg>
      <pc:sldChg chg="addSp delSp add del mod">
        <pc:chgData name="Duong, Thi Quynh Nhi  SH/HZA-HAADD" userId="fa5d8dce-1e87-4da3-b2b1-08b1cf4c506d" providerId="ADAL" clId="{AE1C2C96-5EC5-4135-AB6C-6ED693E8D061}" dt="2025-03-21T13:23:36.618" v="6403" actId="2696"/>
        <pc:sldMkLst>
          <pc:docMk/>
          <pc:sldMk cId="3311719526" sldId="265"/>
        </pc:sldMkLst>
      </pc:sldChg>
      <pc:sldChg chg="addSp delSp modSp new del mod ord">
        <pc:chgData name="Duong, Thi Quynh Nhi  SH/HZA-HAADD" userId="fa5d8dce-1e87-4da3-b2b1-08b1cf4c506d" providerId="ADAL" clId="{AE1C2C96-5EC5-4135-AB6C-6ED693E8D061}" dt="2025-03-21T08:03:03.078" v="1681" actId="47"/>
        <pc:sldMkLst>
          <pc:docMk/>
          <pc:sldMk cId="2810991020" sldId="266"/>
        </pc:sldMkLst>
      </pc:sldChg>
      <pc:sldChg chg="modSp new del mod">
        <pc:chgData name="Duong, Thi Quynh Nhi  SH/HZA-HAADD" userId="fa5d8dce-1e87-4da3-b2b1-08b1cf4c506d" providerId="ADAL" clId="{AE1C2C96-5EC5-4135-AB6C-6ED693E8D061}" dt="2025-03-21T12:53:50.610" v="6260" actId="47"/>
        <pc:sldMkLst>
          <pc:docMk/>
          <pc:sldMk cId="2053399388" sldId="267"/>
        </pc:sldMkLst>
      </pc:sldChg>
      <pc:sldChg chg="modSp new del mod ord">
        <pc:chgData name="Duong, Thi Quynh Nhi  SH/HZA-HAADD" userId="fa5d8dce-1e87-4da3-b2b1-08b1cf4c506d" providerId="ADAL" clId="{AE1C2C96-5EC5-4135-AB6C-6ED693E8D061}" dt="2025-03-22T22:21:55.203" v="9996" actId="2696"/>
        <pc:sldMkLst>
          <pc:docMk/>
          <pc:sldMk cId="2312370280" sldId="268"/>
        </pc:sldMkLst>
      </pc:sldChg>
      <pc:sldChg chg="modSp new del mod ord modShow">
        <pc:chgData name="Duong, Thi Quynh Nhi  SH/HZA-HAADD" userId="fa5d8dce-1e87-4da3-b2b1-08b1cf4c506d" providerId="ADAL" clId="{AE1C2C96-5EC5-4135-AB6C-6ED693E8D061}" dt="2025-03-23T18:56:16.139" v="18023" actId="2696"/>
        <pc:sldMkLst>
          <pc:docMk/>
          <pc:sldMk cId="83334591" sldId="269"/>
        </pc:sldMkLst>
      </pc:sldChg>
      <pc:sldChg chg="addSp modSp new del mod setBg modShow modNotesTx">
        <pc:chgData name="Duong, Thi Quynh Nhi  SH/HZA-HAADD" userId="fa5d8dce-1e87-4da3-b2b1-08b1cf4c506d" providerId="ADAL" clId="{AE1C2C96-5EC5-4135-AB6C-6ED693E8D061}" dt="2025-03-23T20:16:32.035" v="18596" actId="2696"/>
        <pc:sldMkLst>
          <pc:docMk/>
          <pc:sldMk cId="4015562703" sldId="270"/>
        </pc:sldMkLst>
      </pc:sldChg>
      <pc:sldChg chg="addSp delSp modSp new del mod setBg modShow modNotesTx">
        <pc:chgData name="Duong, Thi Quynh Nhi  SH/HZA-HAADD" userId="fa5d8dce-1e87-4da3-b2b1-08b1cf4c506d" providerId="ADAL" clId="{AE1C2C96-5EC5-4135-AB6C-6ED693E8D061}" dt="2025-03-23T20:16:34.067" v="18597" actId="2696"/>
        <pc:sldMkLst>
          <pc:docMk/>
          <pc:sldMk cId="1203453710" sldId="271"/>
        </pc:sldMkLst>
      </pc:sldChg>
      <pc:sldChg chg="addSp delSp modSp new del mod setBg modAnim modShow modNotesTx">
        <pc:chgData name="Duong, Thi Quynh Nhi  SH/HZA-HAADD" userId="fa5d8dce-1e87-4da3-b2b1-08b1cf4c506d" providerId="ADAL" clId="{AE1C2C96-5EC5-4135-AB6C-6ED693E8D061}" dt="2025-03-23T20:16:35.939" v="18598" actId="2696"/>
        <pc:sldMkLst>
          <pc:docMk/>
          <pc:sldMk cId="1583794206" sldId="272"/>
        </pc:sldMkLst>
      </pc:sldChg>
      <pc:sldChg chg="addSp delSp modSp add del mod modShow modNotesTx">
        <pc:chgData name="Duong, Thi Quynh Nhi  SH/HZA-HAADD" userId="fa5d8dce-1e87-4da3-b2b1-08b1cf4c506d" providerId="ADAL" clId="{AE1C2C96-5EC5-4135-AB6C-6ED693E8D061}" dt="2025-03-23T20:16:40.717" v="18600" actId="2696"/>
        <pc:sldMkLst>
          <pc:docMk/>
          <pc:sldMk cId="24858230" sldId="273"/>
        </pc:sldMkLst>
      </pc:sldChg>
      <pc:sldChg chg="addSp delSp modSp add del mod ord modShow modNotesTx">
        <pc:chgData name="Duong, Thi Quynh Nhi  SH/HZA-HAADD" userId="fa5d8dce-1e87-4da3-b2b1-08b1cf4c506d" providerId="ADAL" clId="{AE1C2C96-5EC5-4135-AB6C-6ED693E8D061}" dt="2025-03-23T20:16:38.288" v="18599" actId="2696"/>
        <pc:sldMkLst>
          <pc:docMk/>
          <pc:sldMk cId="2989132888" sldId="274"/>
        </pc:sldMkLst>
      </pc:sldChg>
      <pc:sldChg chg="addSp delSp modSp new del mod modShow modNotesTx">
        <pc:chgData name="Duong, Thi Quynh Nhi  SH/HZA-HAADD" userId="fa5d8dce-1e87-4da3-b2b1-08b1cf4c506d" providerId="ADAL" clId="{AE1C2C96-5EC5-4135-AB6C-6ED693E8D061}" dt="2025-03-23T20:16:42.783" v="18601" actId="2696"/>
        <pc:sldMkLst>
          <pc:docMk/>
          <pc:sldMk cId="3253022067" sldId="275"/>
        </pc:sldMkLst>
      </pc:sldChg>
      <pc:sldChg chg="addSp delSp modSp add del mod setBg delDesignElem modNotesTx">
        <pc:chgData name="Duong, Thi Quynh Nhi  SH/HZA-HAADD" userId="fa5d8dce-1e87-4da3-b2b1-08b1cf4c506d" providerId="ADAL" clId="{AE1C2C96-5EC5-4135-AB6C-6ED693E8D061}" dt="2025-03-23T20:16:54.376" v="18602" actId="2696"/>
        <pc:sldMkLst>
          <pc:docMk/>
          <pc:sldMk cId="1672217401" sldId="276"/>
        </pc:sldMkLst>
      </pc:sldChg>
      <pc:sldChg chg="new del">
        <pc:chgData name="Duong, Thi Quynh Nhi  SH/HZA-HAADD" userId="fa5d8dce-1e87-4da3-b2b1-08b1cf4c506d" providerId="ADAL" clId="{AE1C2C96-5EC5-4135-AB6C-6ED693E8D061}" dt="2025-03-21T13:23:39.194" v="6404" actId="2696"/>
        <pc:sldMkLst>
          <pc:docMk/>
          <pc:sldMk cId="3563709155" sldId="277"/>
        </pc:sldMkLst>
      </pc:sldChg>
      <pc:sldChg chg="modSp new del mod ord">
        <pc:chgData name="Duong, Thi Quynh Nhi  SH/HZA-HAADD" userId="fa5d8dce-1e87-4da3-b2b1-08b1cf4c506d" providerId="ADAL" clId="{AE1C2C96-5EC5-4135-AB6C-6ED693E8D061}" dt="2025-03-22T17:18:16.319" v="8402" actId="2696"/>
        <pc:sldMkLst>
          <pc:docMk/>
          <pc:sldMk cId="296687308" sldId="278"/>
        </pc:sldMkLst>
      </pc:sldChg>
      <pc:sldChg chg="modSp new del mod ord">
        <pc:chgData name="Duong, Thi Quynh Nhi  SH/HZA-HAADD" userId="fa5d8dce-1e87-4da3-b2b1-08b1cf4c506d" providerId="ADAL" clId="{AE1C2C96-5EC5-4135-AB6C-6ED693E8D061}" dt="2025-03-22T17:18:20.446" v="8403" actId="2696"/>
        <pc:sldMkLst>
          <pc:docMk/>
          <pc:sldMk cId="1656740249" sldId="279"/>
        </pc:sldMkLst>
      </pc:sldChg>
      <pc:sldChg chg="modSp new del mod">
        <pc:chgData name="Duong, Thi Quynh Nhi  SH/HZA-HAADD" userId="fa5d8dce-1e87-4da3-b2b1-08b1cf4c506d" providerId="ADAL" clId="{AE1C2C96-5EC5-4135-AB6C-6ED693E8D061}" dt="2025-03-22T22:21:58.638" v="9997" actId="2696"/>
        <pc:sldMkLst>
          <pc:docMk/>
          <pc:sldMk cId="1854351111" sldId="280"/>
        </pc:sldMkLst>
      </pc:sldChg>
      <pc:sldChg chg="delSp modSp add del mod">
        <pc:chgData name="Duong, Thi Quynh Nhi  SH/HZA-HAADD" userId="fa5d8dce-1e87-4da3-b2b1-08b1cf4c506d" providerId="ADAL" clId="{AE1C2C96-5EC5-4135-AB6C-6ED693E8D061}" dt="2025-03-21T14:55:04.714" v="8011" actId="2696"/>
        <pc:sldMkLst>
          <pc:docMk/>
          <pc:sldMk cId="588748539" sldId="281"/>
        </pc:sldMkLst>
      </pc:sldChg>
      <pc:sldChg chg="modSp new del mod ord">
        <pc:chgData name="Duong, Thi Quynh Nhi  SH/HZA-HAADD" userId="fa5d8dce-1e87-4da3-b2b1-08b1cf4c506d" providerId="ADAL" clId="{AE1C2C96-5EC5-4135-AB6C-6ED693E8D061}" dt="2025-03-23T14:20:13.984" v="17263" actId="2696"/>
        <pc:sldMkLst>
          <pc:docMk/>
          <pc:sldMk cId="3422955110" sldId="281"/>
        </pc:sldMkLst>
      </pc:sldChg>
      <pc:sldChg chg="addSp delSp modSp new del mod ord modShow">
        <pc:chgData name="Duong, Thi Quynh Nhi  SH/HZA-HAADD" userId="fa5d8dce-1e87-4da3-b2b1-08b1cf4c506d" providerId="ADAL" clId="{AE1C2C96-5EC5-4135-AB6C-6ED693E8D061}" dt="2025-03-23T20:54:15.086" v="18750" actId="2696"/>
        <pc:sldMkLst>
          <pc:docMk/>
          <pc:sldMk cId="3987924592" sldId="282"/>
        </pc:sldMkLst>
        <pc:spChg chg="mod">
          <ac:chgData name="Duong, Thi Quynh Nhi  SH/HZA-HAADD" userId="fa5d8dce-1e87-4da3-b2b1-08b1cf4c506d" providerId="ADAL" clId="{AE1C2C96-5EC5-4135-AB6C-6ED693E8D061}" dt="2025-03-23T08:51:40.350" v="12416" actId="20577"/>
          <ac:spMkLst>
            <pc:docMk/>
            <pc:sldMk cId="3987924592" sldId="282"/>
            <ac:spMk id="2" creationId="{949872B0-AF88-CCCE-3584-15B5BA71018E}"/>
          </ac:spMkLst>
        </pc:spChg>
        <pc:spChg chg="add mod">
          <ac:chgData name="Duong, Thi Quynh Nhi  SH/HZA-HAADD" userId="fa5d8dce-1e87-4da3-b2b1-08b1cf4c506d" providerId="ADAL" clId="{AE1C2C96-5EC5-4135-AB6C-6ED693E8D061}" dt="2025-03-23T08:59:10.650" v="12602" actId="20577"/>
          <ac:spMkLst>
            <pc:docMk/>
            <pc:sldMk cId="3987924592" sldId="282"/>
            <ac:spMk id="6" creationId="{6EBAA8C3-B58B-A92C-C70B-2253D5F8CFD0}"/>
          </ac:spMkLst>
        </pc:spChg>
        <pc:spChg chg="add del mod">
          <ac:chgData name="Duong, Thi Quynh Nhi  SH/HZA-HAADD" userId="fa5d8dce-1e87-4da3-b2b1-08b1cf4c506d" providerId="ADAL" clId="{AE1C2C96-5EC5-4135-AB6C-6ED693E8D061}" dt="2025-03-23T08:58:06.186" v="12524" actId="478"/>
          <ac:spMkLst>
            <pc:docMk/>
            <pc:sldMk cId="3987924592" sldId="282"/>
            <ac:spMk id="8" creationId="{B094D8A2-CDAF-EE97-EE70-FE9FAED08641}"/>
          </ac:spMkLst>
        </pc:spChg>
        <pc:picChg chg="add mod">
          <ac:chgData name="Duong, Thi Quynh Nhi  SH/HZA-HAADD" userId="fa5d8dce-1e87-4da3-b2b1-08b1cf4c506d" providerId="ADAL" clId="{AE1C2C96-5EC5-4135-AB6C-6ED693E8D061}" dt="2025-03-23T16:58:53.815" v="17896" actId="1076"/>
          <ac:picMkLst>
            <pc:docMk/>
            <pc:sldMk cId="3987924592" sldId="282"/>
            <ac:picMk id="4" creationId="{37398CAA-5C54-B3C1-2E1E-D0DBE6D7B565}"/>
          </ac:picMkLst>
        </pc:picChg>
        <pc:picChg chg="add mod ord">
          <ac:chgData name="Duong, Thi Quynh Nhi  SH/HZA-HAADD" userId="fa5d8dce-1e87-4da3-b2b1-08b1cf4c506d" providerId="ADAL" clId="{AE1C2C96-5EC5-4135-AB6C-6ED693E8D061}" dt="2025-03-23T16:58:49.839" v="17894" actId="1076"/>
          <ac:picMkLst>
            <pc:docMk/>
            <pc:sldMk cId="3987924592" sldId="282"/>
            <ac:picMk id="5" creationId="{1AF083F2-0222-881E-115E-53014A4F82A8}"/>
          </ac:picMkLst>
        </pc:picChg>
        <pc:picChg chg="add del mod">
          <ac:chgData name="Duong, Thi Quynh Nhi  SH/HZA-HAADD" userId="fa5d8dce-1e87-4da3-b2b1-08b1cf4c506d" providerId="ADAL" clId="{AE1C2C96-5EC5-4135-AB6C-6ED693E8D061}" dt="2025-03-23T08:58:07.354" v="12525" actId="478"/>
          <ac:picMkLst>
            <pc:docMk/>
            <pc:sldMk cId="3987924592" sldId="282"/>
            <ac:picMk id="7" creationId="{D5A62ABB-D7E6-7F2C-0DB1-F3072FA950DC}"/>
          </ac:picMkLst>
        </pc:picChg>
      </pc:sldChg>
      <pc:sldChg chg="addSp delSp modSp add del mod ord modShow">
        <pc:chgData name="Duong, Thi Quynh Nhi  SH/HZA-HAADD" userId="fa5d8dce-1e87-4da3-b2b1-08b1cf4c506d" providerId="ADAL" clId="{AE1C2C96-5EC5-4135-AB6C-6ED693E8D061}" dt="2025-03-22T22:54:29.687" v="10310" actId="2696"/>
        <pc:sldMkLst>
          <pc:docMk/>
          <pc:sldMk cId="2701267367" sldId="283"/>
        </pc:sldMkLst>
      </pc:sldChg>
      <pc:sldChg chg="addSp delSp modSp add del mod ord">
        <pc:chgData name="Duong, Thi Quynh Nhi  SH/HZA-HAADD" userId="fa5d8dce-1e87-4da3-b2b1-08b1cf4c506d" providerId="ADAL" clId="{AE1C2C96-5EC5-4135-AB6C-6ED693E8D061}" dt="2025-03-23T18:55:26.715" v="18020" actId="2696"/>
        <pc:sldMkLst>
          <pc:docMk/>
          <pc:sldMk cId="3616694228" sldId="284"/>
        </pc:sldMkLst>
      </pc:sldChg>
      <pc:sldChg chg="addSp delSp modSp add del mod modNotesTx">
        <pc:chgData name="Duong, Thi Quynh Nhi  SH/HZA-HAADD" userId="fa5d8dce-1e87-4da3-b2b1-08b1cf4c506d" providerId="ADAL" clId="{AE1C2C96-5EC5-4135-AB6C-6ED693E8D061}" dt="2025-03-22T22:38:13.430" v="10081" actId="47"/>
        <pc:sldMkLst>
          <pc:docMk/>
          <pc:sldMk cId="735484311" sldId="285"/>
        </pc:sldMkLst>
      </pc:sldChg>
      <pc:sldChg chg="addSp delSp modSp new mod ord modAnim">
        <pc:chgData name="Duong, Thi Quynh Nhi  SH/HZA-HAADD" userId="fa5d8dce-1e87-4da3-b2b1-08b1cf4c506d" providerId="ADAL" clId="{AE1C2C96-5EC5-4135-AB6C-6ED693E8D061}" dt="2025-03-24T16:59:47.058" v="22723"/>
        <pc:sldMkLst>
          <pc:docMk/>
          <pc:sldMk cId="3215632815" sldId="286"/>
        </pc:sldMkLst>
        <pc:spChg chg="mod">
          <ac:chgData name="Duong, Thi Quynh Nhi  SH/HZA-HAADD" userId="fa5d8dce-1e87-4da3-b2b1-08b1cf4c506d" providerId="ADAL" clId="{AE1C2C96-5EC5-4135-AB6C-6ED693E8D061}" dt="2025-03-22T23:12:57.278" v="10543" actId="1076"/>
          <ac:spMkLst>
            <pc:docMk/>
            <pc:sldMk cId="3215632815" sldId="286"/>
            <ac:spMk id="2" creationId="{CDDF8614-D210-05AA-308C-4FED5270704B}"/>
          </ac:spMkLst>
        </pc:spChg>
        <pc:picChg chg="add mod">
          <ac:chgData name="Duong, Thi Quynh Nhi  SH/HZA-HAADD" userId="fa5d8dce-1e87-4da3-b2b1-08b1cf4c506d" providerId="ADAL" clId="{AE1C2C96-5EC5-4135-AB6C-6ED693E8D061}" dt="2025-03-22T23:13:03.932" v="10544"/>
          <ac:picMkLst>
            <pc:docMk/>
            <pc:sldMk cId="3215632815" sldId="286"/>
            <ac:picMk id="4" creationId="{E4BC00A0-E09C-BD11-1690-F2C8E946C7FE}"/>
          </ac:picMkLst>
        </pc:picChg>
        <pc:picChg chg="add mod">
          <ac:chgData name="Duong, Thi Quynh Nhi  SH/HZA-HAADD" userId="fa5d8dce-1e87-4da3-b2b1-08b1cf4c506d" providerId="ADAL" clId="{AE1C2C96-5EC5-4135-AB6C-6ED693E8D061}" dt="2025-03-22T23:15:41.091" v="10550" actId="1076"/>
          <ac:picMkLst>
            <pc:docMk/>
            <pc:sldMk cId="3215632815" sldId="286"/>
            <ac:picMk id="5" creationId="{19B3F793-36B5-B95F-7FB7-5A8CF673D374}"/>
          </ac:picMkLst>
        </pc:picChg>
        <pc:picChg chg="add mod">
          <ac:chgData name="Duong, Thi Quynh Nhi  SH/HZA-HAADD" userId="fa5d8dce-1e87-4da3-b2b1-08b1cf4c506d" providerId="ADAL" clId="{AE1C2C96-5EC5-4135-AB6C-6ED693E8D061}" dt="2025-03-22T23:15:54.764" v="10554" actId="1076"/>
          <ac:picMkLst>
            <pc:docMk/>
            <pc:sldMk cId="3215632815" sldId="286"/>
            <ac:picMk id="6" creationId="{F022B479-8201-8739-A7F5-D3E9A0BD7449}"/>
          </ac:picMkLst>
        </pc:picChg>
      </pc:sldChg>
      <pc:sldChg chg="addSp delSp modSp new del mod">
        <pc:chgData name="Duong, Thi Quynh Nhi  SH/HZA-HAADD" userId="fa5d8dce-1e87-4da3-b2b1-08b1cf4c506d" providerId="ADAL" clId="{AE1C2C96-5EC5-4135-AB6C-6ED693E8D061}" dt="2025-03-23T18:55:31.660" v="18021" actId="2696"/>
        <pc:sldMkLst>
          <pc:docMk/>
          <pc:sldMk cId="2643020016" sldId="287"/>
        </pc:sldMkLst>
      </pc:sldChg>
      <pc:sldChg chg="addSp delSp modSp add del mod">
        <pc:chgData name="Duong, Thi Quynh Nhi  SH/HZA-HAADD" userId="fa5d8dce-1e87-4da3-b2b1-08b1cf4c506d" providerId="ADAL" clId="{AE1C2C96-5EC5-4135-AB6C-6ED693E8D061}" dt="2025-03-23T18:55:19.617" v="18019" actId="2696"/>
        <pc:sldMkLst>
          <pc:docMk/>
          <pc:sldMk cId="3718047365" sldId="288"/>
        </pc:sldMkLst>
      </pc:sldChg>
      <pc:sldChg chg="addSp modSp new del mod">
        <pc:chgData name="Duong, Thi Quynh Nhi  SH/HZA-HAADD" userId="fa5d8dce-1e87-4da3-b2b1-08b1cf4c506d" providerId="ADAL" clId="{AE1C2C96-5EC5-4135-AB6C-6ED693E8D061}" dt="2025-03-22T22:58:32.713" v="10364" actId="2696"/>
        <pc:sldMkLst>
          <pc:docMk/>
          <pc:sldMk cId="3383240552" sldId="289"/>
        </pc:sldMkLst>
      </pc:sldChg>
      <pc:sldChg chg="addSp modSp new mod ord">
        <pc:chgData name="Duong, Thi Quynh Nhi  SH/HZA-HAADD" userId="fa5d8dce-1e87-4da3-b2b1-08b1cf4c506d" providerId="ADAL" clId="{AE1C2C96-5EC5-4135-AB6C-6ED693E8D061}" dt="2025-03-24T18:39:47.484" v="23866" actId="20577"/>
        <pc:sldMkLst>
          <pc:docMk/>
          <pc:sldMk cId="3432280658" sldId="289"/>
        </pc:sldMkLst>
        <pc:spChg chg="mod">
          <ac:chgData name="Duong, Thi Quynh Nhi  SH/HZA-HAADD" userId="fa5d8dce-1e87-4da3-b2b1-08b1cf4c506d" providerId="ADAL" clId="{AE1C2C96-5EC5-4135-AB6C-6ED693E8D061}" dt="2025-03-24T18:29:40.990" v="23830" actId="113"/>
          <ac:spMkLst>
            <pc:docMk/>
            <pc:sldMk cId="3432280658" sldId="289"/>
            <ac:spMk id="2" creationId="{3E1AC9A4-90A3-7547-0069-B369A0DB8529}"/>
          </ac:spMkLst>
        </pc:spChg>
        <pc:spChg chg="mod">
          <ac:chgData name="Duong, Thi Quynh Nhi  SH/HZA-HAADD" userId="fa5d8dce-1e87-4da3-b2b1-08b1cf4c506d" providerId="ADAL" clId="{AE1C2C96-5EC5-4135-AB6C-6ED693E8D061}" dt="2025-03-24T18:39:47.484" v="23866" actId="20577"/>
          <ac:spMkLst>
            <pc:docMk/>
            <pc:sldMk cId="3432280658" sldId="289"/>
            <ac:spMk id="3" creationId="{A7EC942C-365F-2C00-C7E5-01A09943C1CE}"/>
          </ac:spMkLst>
        </pc:spChg>
        <pc:picChg chg="add mod">
          <ac:chgData name="Duong, Thi Quynh Nhi  SH/HZA-HAADD" userId="fa5d8dce-1e87-4da3-b2b1-08b1cf4c506d" providerId="ADAL" clId="{AE1C2C96-5EC5-4135-AB6C-6ED693E8D061}" dt="2025-03-23T20:16:19.325" v="18592"/>
          <ac:picMkLst>
            <pc:docMk/>
            <pc:sldMk cId="3432280658" sldId="289"/>
            <ac:picMk id="4" creationId="{C1A0E7E8-D19B-5070-D5C9-32CD4E9EE523}"/>
          </ac:picMkLst>
        </pc:picChg>
        <pc:picChg chg="add mod">
          <ac:chgData name="Duong, Thi Quynh Nhi  SH/HZA-HAADD" userId="fa5d8dce-1e87-4da3-b2b1-08b1cf4c506d" providerId="ADAL" clId="{AE1C2C96-5EC5-4135-AB6C-6ED693E8D061}" dt="2025-03-23T20:16:25.141" v="18594"/>
          <ac:picMkLst>
            <pc:docMk/>
            <pc:sldMk cId="3432280658" sldId="289"/>
            <ac:picMk id="5" creationId="{2FA74420-7782-25E3-84D0-10D78E7D8912}"/>
          </ac:picMkLst>
        </pc:picChg>
      </pc:sldChg>
      <pc:sldChg chg="addSp modSp new mod ord">
        <pc:chgData name="Duong, Thi Quynh Nhi  SH/HZA-HAADD" userId="fa5d8dce-1e87-4da3-b2b1-08b1cf4c506d" providerId="ADAL" clId="{AE1C2C96-5EC5-4135-AB6C-6ED693E8D061}" dt="2025-03-24T18:29:59.830" v="23834" actId="255"/>
        <pc:sldMkLst>
          <pc:docMk/>
          <pc:sldMk cId="163196463" sldId="290"/>
        </pc:sldMkLst>
        <pc:spChg chg="mod">
          <ac:chgData name="Duong, Thi Quynh Nhi  SH/HZA-HAADD" userId="fa5d8dce-1e87-4da3-b2b1-08b1cf4c506d" providerId="ADAL" clId="{AE1C2C96-5EC5-4135-AB6C-6ED693E8D061}" dt="2025-03-24T18:29:55.265" v="23833" actId="113"/>
          <ac:spMkLst>
            <pc:docMk/>
            <pc:sldMk cId="163196463" sldId="290"/>
            <ac:spMk id="2" creationId="{4A63AC79-E66F-D1BE-FAA0-9874660A1EE3}"/>
          </ac:spMkLst>
        </pc:spChg>
        <pc:spChg chg="mod">
          <ac:chgData name="Duong, Thi Quynh Nhi  SH/HZA-HAADD" userId="fa5d8dce-1e87-4da3-b2b1-08b1cf4c506d" providerId="ADAL" clId="{AE1C2C96-5EC5-4135-AB6C-6ED693E8D061}" dt="2025-03-24T18:29:59.830" v="23834" actId="255"/>
          <ac:spMkLst>
            <pc:docMk/>
            <pc:sldMk cId="163196463" sldId="290"/>
            <ac:spMk id="3" creationId="{4BD70A87-73AD-4577-9AAF-9A7F1274778E}"/>
          </ac:spMkLst>
        </pc:spChg>
        <pc:picChg chg="add mod">
          <ac:chgData name="Duong, Thi Quynh Nhi  SH/HZA-HAADD" userId="fa5d8dce-1e87-4da3-b2b1-08b1cf4c506d" providerId="ADAL" clId="{AE1C2C96-5EC5-4135-AB6C-6ED693E8D061}" dt="2025-03-23T20:16:20.764" v="18593"/>
          <ac:picMkLst>
            <pc:docMk/>
            <pc:sldMk cId="163196463" sldId="290"/>
            <ac:picMk id="4" creationId="{F1C6952B-5735-C40B-9FD7-29C904262F3B}"/>
          </ac:picMkLst>
        </pc:picChg>
        <pc:picChg chg="add mod">
          <ac:chgData name="Duong, Thi Quynh Nhi  SH/HZA-HAADD" userId="fa5d8dce-1e87-4da3-b2b1-08b1cf4c506d" providerId="ADAL" clId="{AE1C2C96-5EC5-4135-AB6C-6ED693E8D061}" dt="2025-03-23T20:16:27.657" v="18595"/>
          <ac:picMkLst>
            <pc:docMk/>
            <pc:sldMk cId="163196463" sldId="290"/>
            <ac:picMk id="5" creationId="{25A92F46-A291-9C70-3A11-7B0032FC2559}"/>
          </ac:picMkLst>
        </pc:picChg>
      </pc:sldChg>
      <pc:sldChg chg="addSp delSp modSp add del mod ord setBg modShow">
        <pc:chgData name="Duong, Thi Quynh Nhi  SH/HZA-HAADD" userId="fa5d8dce-1e87-4da3-b2b1-08b1cf4c506d" providerId="ADAL" clId="{AE1C2C96-5EC5-4135-AB6C-6ED693E8D061}" dt="2025-03-24T09:40:06.714" v="19521" actId="2696"/>
        <pc:sldMkLst>
          <pc:docMk/>
          <pc:sldMk cId="3266012270" sldId="291"/>
        </pc:sldMkLst>
        <pc:spChg chg="mod">
          <ac:chgData name="Duong, Thi Quynh Nhi  SH/HZA-HAADD" userId="fa5d8dce-1e87-4da3-b2b1-08b1cf4c506d" providerId="ADAL" clId="{AE1C2C96-5EC5-4135-AB6C-6ED693E8D061}" dt="2025-03-23T20:06:32.106" v="18029" actId="1076"/>
          <ac:spMkLst>
            <pc:docMk/>
            <pc:sldMk cId="3266012270" sldId="291"/>
            <ac:spMk id="2" creationId="{EA03C663-4BD5-448F-B523-6DA0D6EF03C9}"/>
          </ac:spMkLst>
        </pc:spChg>
        <pc:spChg chg="del mod ord">
          <ac:chgData name="Duong, Thi Quynh Nhi  SH/HZA-HAADD" userId="fa5d8dce-1e87-4da3-b2b1-08b1cf4c506d" providerId="ADAL" clId="{AE1C2C96-5EC5-4135-AB6C-6ED693E8D061}" dt="2025-03-23T12:33:42.256" v="16219" actId="478"/>
          <ac:spMkLst>
            <pc:docMk/>
            <pc:sldMk cId="3266012270" sldId="291"/>
            <ac:spMk id="3" creationId="{D6202EED-06BC-785C-F386-8F3A8B34C257}"/>
          </ac:spMkLst>
        </pc:spChg>
        <pc:picChg chg="add mod">
          <ac:chgData name="Duong, Thi Quynh Nhi  SH/HZA-HAADD" userId="fa5d8dce-1e87-4da3-b2b1-08b1cf4c506d" providerId="ADAL" clId="{AE1C2C96-5EC5-4135-AB6C-6ED693E8D061}" dt="2025-03-23T20:06:38.642" v="18031" actId="1076"/>
          <ac:picMkLst>
            <pc:docMk/>
            <pc:sldMk cId="3266012270" sldId="291"/>
            <ac:picMk id="4" creationId="{81AE200F-16E2-DFF3-F333-F14551C3D238}"/>
          </ac:picMkLst>
        </pc:picChg>
        <pc:picChg chg="mod">
          <ac:chgData name="Duong, Thi Quynh Nhi  SH/HZA-HAADD" userId="fa5d8dce-1e87-4da3-b2b1-08b1cf4c506d" providerId="ADAL" clId="{AE1C2C96-5EC5-4135-AB6C-6ED693E8D061}" dt="2025-03-23T12:29:47.529" v="16117" actId="1076"/>
          <ac:picMkLst>
            <pc:docMk/>
            <pc:sldMk cId="3266012270" sldId="291"/>
            <ac:picMk id="5" creationId="{31FA7712-DDDC-DC86-F277-DA6CAC411FD4}"/>
          </ac:picMkLst>
        </pc:picChg>
      </pc:sldChg>
      <pc:sldChg chg="addSp delSp modSp add del mod ord modShow">
        <pc:chgData name="Duong, Thi Quynh Nhi  SH/HZA-HAADD" userId="fa5d8dce-1e87-4da3-b2b1-08b1cf4c506d" providerId="ADAL" clId="{AE1C2C96-5EC5-4135-AB6C-6ED693E8D061}" dt="2025-03-24T18:32:34.715" v="23851" actId="2696"/>
        <pc:sldMkLst>
          <pc:docMk/>
          <pc:sldMk cId="1224817850" sldId="292"/>
        </pc:sldMkLst>
        <pc:spChg chg="mod">
          <ac:chgData name="Duong, Thi Quynh Nhi  SH/HZA-HAADD" userId="fa5d8dce-1e87-4da3-b2b1-08b1cf4c506d" providerId="ADAL" clId="{AE1C2C96-5EC5-4135-AB6C-6ED693E8D061}" dt="2025-03-23T08:41:50.229" v="12177" actId="20577"/>
          <ac:spMkLst>
            <pc:docMk/>
            <pc:sldMk cId="1224817850" sldId="292"/>
            <ac:spMk id="2" creationId="{B6863E23-5C37-8619-26B3-857BE699EA9F}"/>
          </ac:spMkLst>
        </pc:spChg>
        <pc:spChg chg="mod">
          <ac:chgData name="Duong, Thi Quynh Nhi  SH/HZA-HAADD" userId="fa5d8dce-1e87-4da3-b2b1-08b1cf4c506d" providerId="ADAL" clId="{AE1C2C96-5EC5-4135-AB6C-6ED693E8D061}" dt="2025-03-23T16:51:32.494" v="17877" actId="403"/>
          <ac:spMkLst>
            <pc:docMk/>
            <pc:sldMk cId="1224817850" sldId="292"/>
            <ac:spMk id="3" creationId="{42C1470A-8AA5-4EA1-25C4-DEA94F0413A8}"/>
          </ac:spMkLst>
        </pc:spChg>
        <pc:spChg chg="add del mod">
          <ac:chgData name="Duong, Thi Quynh Nhi  SH/HZA-HAADD" userId="fa5d8dce-1e87-4da3-b2b1-08b1cf4c506d" providerId="ADAL" clId="{AE1C2C96-5EC5-4135-AB6C-6ED693E8D061}" dt="2025-03-23T10:00:00.620" v="12607" actId="478"/>
          <ac:spMkLst>
            <pc:docMk/>
            <pc:sldMk cId="1224817850" sldId="292"/>
            <ac:spMk id="8" creationId="{E4D8E195-70B4-B074-A051-37504A2B28C7}"/>
          </ac:spMkLst>
        </pc:spChg>
        <pc:spChg chg="add del mod">
          <ac:chgData name="Duong, Thi Quynh Nhi  SH/HZA-HAADD" userId="fa5d8dce-1e87-4da3-b2b1-08b1cf4c506d" providerId="ADAL" clId="{AE1C2C96-5EC5-4135-AB6C-6ED693E8D061}" dt="2025-03-23T10:14:59.795" v="12659" actId="478"/>
          <ac:spMkLst>
            <pc:docMk/>
            <pc:sldMk cId="1224817850" sldId="292"/>
            <ac:spMk id="12" creationId="{975049CA-52C4-510C-3744-4BB38542DF88}"/>
          </ac:spMkLst>
        </pc:spChg>
        <pc:spChg chg="add del mod">
          <ac:chgData name="Duong, Thi Quynh Nhi  SH/HZA-HAADD" userId="fa5d8dce-1e87-4da3-b2b1-08b1cf4c506d" providerId="ADAL" clId="{AE1C2C96-5EC5-4135-AB6C-6ED693E8D061}" dt="2025-03-24T07:46:44.001" v="18770" actId="478"/>
          <ac:spMkLst>
            <pc:docMk/>
            <pc:sldMk cId="1224817850" sldId="292"/>
            <ac:spMk id="15" creationId="{C1ED11C2-9232-AA16-0AC5-8B4423EA4F73}"/>
          </ac:spMkLst>
        </pc:spChg>
        <pc:picChg chg="add del mod">
          <ac:chgData name="Duong, Thi Quynh Nhi  SH/HZA-HAADD" userId="fa5d8dce-1e87-4da3-b2b1-08b1cf4c506d" providerId="ADAL" clId="{AE1C2C96-5EC5-4135-AB6C-6ED693E8D061}" dt="2025-03-24T08:17:32.966" v="18863" actId="21"/>
          <ac:picMkLst>
            <pc:docMk/>
            <pc:sldMk cId="1224817850" sldId="292"/>
            <ac:picMk id="4" creationId="{2F5E995A-1A43-77AA-9330-01DA56DBF454}"/>
          </ac:picMkLst>
        </pc:picChg>
        <pc:picChg chg="mod modCrop">
          <ac:chgData name="Duong, Thi Quynh Nhi  SH/HZA-HAADD" userId="fa5d8dce-1e87-4da3-b2b1-08b1cf4c506d" providerId="ADAL" clId="{AE1C2C96-5EC5-4135-AB6C-6ED693E8D061}" dt="2025-03-24T07:48:52.919" v="18779" actId="1076"/>
          <ac:picMkLst>
            <pc:docMk/>
            <pc:sldMk cId="1224817850" sldId="292"/>
            <ac:picMk id="5" creationId="{01A1C12C-51FA-B64C-1A2A-E7A75090FC53}"/>
          </ac:picMkLst>
        </pc:picChg>
        <pc:picChg chg="add mod">
          <ac:chgData name="Duong, Thi Quynh Nhi  SH/HZA-HAADD" userId="fa5d8dce-1e87-4da3-b2b1-08b1cf4c506d" providerId="ADAL" clId="{AE1C2C96-5EC5-4135-AB6C-6ED693E8D061}" dt="2025-03-24T07:52:52.275" v="18783" actId="1076"/>
          <ac:picMkLst>
            <pc:docMk/>
            <pc:sldMk cId="1224817850" sldId="292"/>
            <ac:picMk id="7" creationId="{D899A595-0D1D-3C67-4573-55B0B16B667C}"/>
          </ac:picMkLst>
        </pc:picChg>
        <pc:picChg chg="add del mod">
          <ac:chgData name="Duong, Thi Quynh Nhi  SH/HZA-HAADD" userId="fa5d8dce-1e87-4da3-b2b1-08b1cf4c506d" providerId="ADAL" clId="{AE1C2C96-5EC5-4135-AB6C-6ED693E8D061}" dt="2025-03-24T08:17:44.076" v="18868" actId="21"/>
          <ac:picMkLst>
            <pc:docMk/>
            <pc:sldMk cId="1224817850" sldId="292"/>
            <ac:picMk id="9" creationId="{70BE1536-A7D2-60F8-8A14-D308FC242248}"/>
          </ac:picMkLst>
        </pc:picChg>
        <pc:picChg chg="add mod">
          <ac:chgData name="Duong, Thi Quynh Nhi  SH/HZA-HAADD" userId="fa5d8dce-1e87-4da3-b2b1-08b1cf4c506d" providerId="ADAL" clId="{AE1C2C96-5EC5-4135-AB6C-6ED693E8D061}" dt="2025-03-24T08:17:29.681" v="18862" actId="1076"/>
          <ac:picMkLst>
            <pc:docMk/>
            <pc:sldMk cId="1224817850" sldId="292"/>
            <ac:picMk id="10" creationId="{38E463F4-DA6D-D0FF-14C5-EE3BD4E0088A}"/>
          </ac:picMkLst>
        </pc:picChg>
        <pc:picChg chg="add del mod">
          <ac:chgData name="Duong, Thi Quynh Nhi  SH/HZA-HAADD" userId="fa5d8dce-1e87-4da3-b2b1-08b1cf4c506d" providerId="ADAL" clId="{AE1C2C96-5EC5-4135-AB6C-6ED693E8D061}" dt="2025-03-23T10:00:01.905" v="12608" actId="478"/>
          <ac:picMkLst>
            <pc:docMk/>
            <pc:sldMk cId="1224817850" sldId="292"/>
            <ac:picMk id="10" creationId="{496A4478-3582-98A9-2529-8C5FF5BCE6F1}"/>
          </ac:picMkLst>
        </pc:picChg>
        <pc:picChg chg="add del mod">
          <ac:chgData name="Duong, Thi Quynh Nhi  SH/HZA-HAADD" userId="fa5d8dce-1e87-4da3-b2b1-08b1cf4c506d" providerId="ADAL" clId="{AE1C2C96-5EC5-4135-AB6C-6ED693E8D061}" dt="2025-03-23T10:15:00.992" v="12660" actId="478"/>
          <ac:picMkLst>
            <pc:docMk/>
            <pc:sldMk cId="1224817850" sldId="292"/>
            <ac:picMk id="13" creationId="{126349EA-BEBD-BF3D-9C41-480E3A27884D}"/>
          </ac:picMkLst>
        </pc:picChg>
        <pc:picChg chg="add del mod">
          <ac:chgData name="Duong, Thi Quynh Nhi  SH/HZA-HAADD" userId="fa5d8dce-1e87-4da3-b2b1-08b1cf4c506d" providerId="ADAL" clId="{AE1C2C96-5EC5-4135-AB6C-6ED693E8D061}" dt="2025-03-23T10:15:02.110" v="12661" actId="478"/>
          <ac:picMkLst>
            <pc:docMk/>
            <pc:sldMk cId="1224817850" sldId="292"/>
            <ac:picMk id="14" creationId="{BFA4AFCF-3044-620C-DB03-4F27AD72C0C4}"/>
          </ac:picMkLst>
        </pc:picChg>
      </pc:sldChg>
      <pc:sldChg chg="addSp delSp modSp new del mod ord">
        <pc:chgData name="Duong, Thi Quynh Nhi  SH/HZA-HAADD" userId="fa5d8dce-1e87-4da3-b2b1-08b1cf4c506d" providerId="ADAL" clId="{AE1C2C96-5EC5-4135-AB6C-6ED693E8D061}" dt="2025-03-23T18:58:58.834" v="18026" actId="2696"/>
        <pc:sldMkLst>
          <pc:docMk/>
          <pc:sldMk cId="389457518" sldId="293"/>
        </pc:sldMkLst>
        <pc:spChg chg="del">
          <ac:chgData name="Duong, Thi Quynh Nhi  SH/HZA-HAADD" userId="fa5d8dce-1e87-4da3-b2b1-08b1cf4c506d" providerId="ADAL" clId="{AE1C2C96-5EC5-4135-AB6C-6ED693E8D061}" dt="2025-03-23T08:57:59.752" v="12523"/>
          <ac:spMkLst>
            <pc:docMk/>
            <pc:sldMk cId="389457518" sldId="293"/>
            <ac:spMk id="3" creationId="{17082A83-EDF7-54B2-868A-7AD2186D6724}"/>
          </ac:spMkLst>
        </pc:spChg>
        <pc:spChg chg="add mod">
          <ac:chgData name="Duong, Thi Quynh Nhi  SH/HZA-HAADD" userId="fa5d8dce-1e87-4da3-b2b1-08b1cf4c506d" providerId="ADAL" clId="{AE1C2C96-5EC5-4135-AB6C-6ED693E8D061}" dt="2025-03-23T16:58:36.138" v="17888" actId="21"/>
          <ac:spMkLst>
            <pc:docMk/>
            <pc:sldMk cId="389457518" sldId="293"/>
            <ac:spMk id="6" creationId="{9E9B6B27-E9AB-0880-BC42-A52CF2C677C9}"/>
          </ac:spMkLst>
        </pc:spChg>
        <pc:picChg chg="add del mod">
          <ac:chgData name="Duong, Thi Quynh Nhi  SH/HZA-HAADD" userId="fa5d8dce-1e87-4da3-b2b1-08b1cf4c506d" providerId="ADAL" clId="{AE1C2C96-5EC5-4135-AB6C-6ED693E8D061}" dt="2025-03-23T16:58:36.138" v="17888" actId="21"/>
          <ac:picMkLst>
            <pc:docMk/>
            <pc:sldMk cId="389457518" sldId="293"/>
            <ac:picMk id="4" creationId="{37398CAA-5C54-B3C1-2E1E-D0DBE6D7B565}"/>
          </ac:picMkLst>
        </pc:picChg>
      </pc:sldChg>
      <pc:sldChg chg="addSp delSp modSp new del mod ord modAnim modShow">
        <pc:chgData name="Duong, Thi Quynh Nhi  SH/HZA-HAADD" userId="fa5d8dce-1e87-4da3-b2b1-08b1cf4c506d" providerId="ADAL" clId="{AE1C2C96-5EC5-4135-AB6C-6ED693E8D061}" dt="2025-03-23T19:09:45.038" v="18027" actId="2696"/>
        <pc:sldMkLst>
          <pc:docMk/>
          <pc:sldMk cId="1189518316" sldId="294"/>
        </pc:sldMkLst>
        <pc:spChg chg="del">
          <ac:chgData name="Duong, Thi Quynh Nhi  SH/HZA-HAADD" userId="fa5d8dce-1e87-4da3-b2b1-08b1cf4c506d" providerId="ADAL" clId="{AE1C2C96-5EC5-4135-AB6C-6ED693E8D061}" dt="2025-03-23T13:37:46.841" v="16597"/>
          <ac:spMkLst>
            <pc:docMk/>
            <pc:sldMk cId="1189518316" sldId="294"/>
            <ac:spMk id="2" creationId="{A34D1892-3060-70FA-1769-614444921384}"/>
          </ac:spMkLst>
        </pc:spChg>
        <pc:spChg chg="del">
          <ac:chgData name="Duong, Thi Quynh Nhi  SH/HZA-HAADD" userId="fa5d8dce-1e87-4da3-b2b1-08b1cf4c506d" providerId="ADAL" clId="{AE1C2C96-5EC5-4135-AB6C-6ED693E8D061}" dt="2025-03-23T09:59:45.498" v="12604"/>
          <ac:spMkLst>
            <pc:docMk/>
            <pc:sldMk cId="1189518316" sldId="294"/>
            <ac:spMk id="3" creationId="{63A664ED-149A-D393-3B6B-A9002C672B43}"/>
          </ac:spMkLst>
        </pc:spChg>
        <pc:spChg chg="add del mod">
          <ac:chgData name="Duong, Thi Quynh Nhi  SH/HZA-HAADD" userId="fa5d8dce-1e87-4da3-b2b1-08b1cf4c506d" providerId="ADAL" clId="{AE1C2C96-5EC5-4135-AB6C-6ED693E8D061}" dt="2025-03-23T13:59:03.478" v="16692" actId="478"/>
          <ac:spMkLst>
            <pc:docMk/>
            <pc:sldMk cId="1189518316" sldId="294"/>
            <ac:spMk id="4" creationId="{7EDBF9F7-3434-81F4-094C-19FA1F9B0B1A}"/>
          </ac:spMkLst>
        </pc:spChg>
        <pc:spChg chg="add mod">
          <ac:chgData name="Duong, Thi Quynh Nhi  SH/HZA-HAADD" userId="fa5d8dce-1e87-4da3-b2b1-08b1cf4c506d" providerId="ADAL" clId="{AE1C2C96-5EC5-4135-AB6C-6ED693E8D061}" dt="2025-03-23T13:59:38.223" v="16727" actId="1076"/>
          <ac:spMkLst>
            <pc:docMk/>
            <pc:sldMk cId="1189518316" sldId="294"/>
            <ac:spMk id="6" creationId="{D5193748-61FF-2EFF-A523-5FC3BCF92D61}"/>
          </ac:spMkLst>
        </pc:spChg>
        <pc:spChg chg="add del mod">
          <ac:chgData name="Duong, Thi Quynh Nhi  SH/HZA-HAADD" userId="fa5d8dce-1e87-4da3-b2b1-08b1cf4c506d" providerId="ADAL" clId="{AE1C2C96-5EC5-4135-AB6C-6ED693E8D061}" dt="2025-03-23T13:59:26.087" v="16725" actId="478"/>
          <ac:spMkLst>
            <pc:docMk/>
            <pc:sldMk cId="1189518316" sldId="294"/>
            <ac:spMk id="17" creationId="{60ECE605-AA8A-8D4E-204F-9D8AAF4C9756}"/>
          </ac:spMkLst>
        </pc:spChg>
        <pc:picChg chg="add del mod">
          <ac:chgData name="Duong, Thi Quynh Nhi  SH/HZA-HAADD" userId="fa5d8dce-1e87-4da3-b2b1-08b1cf4c506d" providerId="ADAL" clId="{AE1C2C96-5EC5-4135-AB6C-6ED693E8D061}" dt="2025-03-23T13:59:28.426" v="16726" actId="478"/>
          <ac:picMkLst>
            <pc:docMk/>
            <pc:sldMk cId="1189518316" sldId="294"/>
            <ac:picMk id="5" creationId="{CEE173B9-D789-61B1-4C06-06B0C5F66D7F}"/>
          </ac:picMkLst>
        </pc:picChg>
        <pc:picChg chg="add mod modCrop">
          <ac:chgData name="Duong, Thi Quynh Nhi  SH/HZA-HAADD" userId="fa5d8dce-1e87-4da3-b2b1-08b1cf4c506d" providerId="ADAL" clId="{AE1C2C96-5EC5-4135-AB6C-6ED693E8D061}" dt="2025-03-23T13:45:03.516" v="16632" actId="1076"/>
          <ac:picMkLst>
            <pc:docMk/>
            <pc:sldMk cId="1189518316" sldId="294"/>
            <ac:picMk id="7" creationId="{CBBE30D1-0F82-E52A-E4E0-055CE4D2D210}"/>
          </ac:picMkLst>
        </pc:picChg>
        <pc:picChg chg="add del mod">
          <ac:chgData name="Duong, Thi Quynh Nhi  SH/HZA-HAADD" userId="fa5d8dce-1e87-4da3-b2b1-08b1cf4c506d" providerId="ADAL" clId="{AE1C2C96-5EC5-4135-AB6C-6ED693E8D061}" dt="2025-03-23T13:42:35.978" v="16609" actId="478"/>
          <ac:picMkLst>
            <pc:docMk/>
            <pc:sldMk cId="1189518316" sldId="294"/>
            <ac:picMk id="8" creationId="{984610ED-EFBB-D23A-EE32-E75F5943379B}"/>
          </ac:picMkLst>
        </pc:picChg>
        <pc:picChg chg="add mod">
          <ac:chgData name="Duong, Thi Quynh Nhi  SH/HZA-HAADD" userId="fa5d8dce-1e87-4da3-b2b1-08b1cf4c506d" providerId="ADAL" clId="{AE1C2C96-5EC5-4135-AB6C-6ED693E8D061}" dt="2025-03-23T13:45:29.212" v="16647" actId="1076"/>
          <ac:picMkLst>
            <pc:docMk/>
            <pc:sldMk cId="1189518316" sldId="294"/>
            <ac:picMk id="9" creationId="{DF6CF83A-DF4F-B50D-1E99-DE783321BC52}"/>
          </ac:picMkLst>
        </pc:picChg>
        <pc:picChg chg="add mod">
          <ac:chgData name="Duong, Thi Quynh Nhi  SH/HZA-HAADD" userId="fa5d8dce-1e87-4da3-b2b1-08b1cf4c506d" providerId="ADAL" clId="{AE1C2C96-5EC5-4135-AB6C-6ED693E8D061}" dt="2025-03-23T13:45:23.016" v="16644" actId="688"/>
          <ac:picMkLst>
            <pc:docMk/>
            <pc:sldMk cId="1189518316" sldId="294"/>
            <ac:picMk id="10" creationId="{98AF83DF-7BC9-6936-CA9C-0F7D65B1C420}"/>
          </ac:picMkLst>
        </pc:picChg>
        <pc:picChg chg="add mod">
          <ac:chgData name="Duong, Thi Quynh Nhi  SH/HZA-HAADD" userId="fa5d8dce-1e87-4da3-b2b1-08b1cf4c506d" providerId="ADAL" clId="{AE1C2C96-5EC5-4135-AB6C-6ED693E8D061}" dt="2025-03-23T13:51:33.381" v="16653" actId="14100"/>
          <ac:picMkLst>
            <pc:docMk/>
            <pc:sldMk cId="1189518316" sldId="294"/>
            <ac:picMk id="11" creationId="{E148F835-680C-150D-3518-28E787FE4044}"/>
          </ac:picMkLst>
        </pc:picChg>
        <pc:picChg chg="add del mod">
          <ac:chgData name="Duong, Thi Quynh Nhi  SH/HZA-HAADD" userId="fa5d8dce-1e87-4da3-b2b1-08b1cf4c506d" providerId="ADAL" clId="{AE1C2C96-5EC5-4135-AB6C-6ED693E8D061}" dt="2025-03-23T13:44:22.039" v="16628" actId="478"/>
          <ac:picMkLst>
            <pc:docMk/>
            <pc:sldMk cId="1189518316" sldId="294"/>
            <ac:picMk id="12" creationId="{9A6B28E3-B1EC-683D-6027-E36A5901DA8A}"/>
          </ac:picMkLst>
        </pc:picChg>
        <pc:picChg chg="add mod">
          <ac:chgData name="Duong, Thi Quynh Nhi  SH/HZA-HAADD" userId="fa5d8dce-1e87-4da3-b2b1-08b1cf4c506d" providerId="ADAL" clId="{AE1C2C96-5EC5-4135-AB6C-6ED693E8D061}" dt="2025-03-23T13:52:52.441" v="16675" actId="1076"/>
          <ac:picMkLst>
            <pc:docMk/>
            <pc:sldMk cId="1189518316" sldId="294"/>
            <ac:picMk id="13" creationId="{0D093955-657F-FD04-95A4-A77B0A28338D}"/>
          </ac:picMkLst>
        </pc:picChg>
        <pc:picChg chg="add mod">
          <ac:chgData name="Duong, Thi Quynh Nhi  SH/HZA-HAADD" userId="fa5d8dce-1e87-4da3-b2b1-08b1cf4c506d" providerId="ADAL" clId="{AE1C2C96-5EC5-4135-AB6C-6ED693E8D061}" dt="2025-03-23T13:45:32.330" v="16648" actId="1076"/>
          <ac:picMkLst>
            <pc:docMk/>
            <pc:sldMk cId="1189518316" sldId="294"/>
            <ac:picMk id="14" creationId="{4EB3118F-9006-E7E4-D4CD-5920D2915E95}"/>
          </ac:picMkLst>
        </pc:picChg>
        <pc:picChg chg="add mod">
          <ac:chgData name="Duong, Thi Quynh Nhi  SH/HZA-HAADD" userId="fa5d8dce-1e87-4da3-b2b1-08b1cf4c506d" providerId="ADAL" clId="{AE1C2C96-5EC5-4135-AB6C-6ED693E8D061}" dt="2025-03-23T13:52:47.361" v="16673" actId="1076"/>
          <ac:picMkLst>
            <pc:docMk/>
            <pc:sldMk cId="1189518316" sldId="294"/>
            <ac:picMk id="15" creationId="{C4176B1A-8A0A-4997-6ECD-EBC4F8E59BED}"/>
          </ac:picMkLst>
        </pc:picChg>
        <pc:picChg chg="add mod">
          <ac:chgData name="Duong, Thi Quynh Nhi  SH/HZA-HAADD" userId="fa5d8dce-1e87-4da3-b2b1-08b1cf4c506d" providerId="ADAL" clId="{AE1C2C96-5EC5-4135-AB6C-6ED693E8D061}" dt="2025-03-23T13:52:44.652" v="16671" actId="1076"/>
          <ac:picMkLst>
            <pc:docMk/>
            <pc:sldMk cId="1189518316" sldId="294"/>
            <ac:picMk id="2050" creationId="{DCCBA9F1-793F-F7EA-6AA3-C22F8B0C66B2}"/>
          </ac:picMkLst>
        </pc:picChg>
        <pc:picChg chg="add del mod">
          <ac:chgData name="Duong, Thi Quynh Nhi  SH/HZA-HAADD" userId="fa5d8dce-1e87-4da3-b2b1-08b1cf4c506d" providerId="ADAL" clId="{AE1C2C96-5EC5-4135-AB6C-6ED693E8D061}" dt="2025-03-23T13:45:12.317" v="16637" actId="478"/>
          <ac:picMkLst>
            <pc:docMk/>
            <pc:sldMk cId="1189518316" sldId="294"/>
            <ac:picMk id="2052" creationId="{5ECBFDB9-C6E4-664C-A2ED-657B26FAE295}"/>
          </ac:picMkLst>
        </pc:picChg>
      </pc:sldChg>
      <pc:sldChg chg="addSp delSp modSp new del mod modShow">
        <pc:chgData name="Duong, Thi Quynh Nhi  SH/HZA-HAADD" userId="fa5d8dce-1e87-4da3-b2b1-08b1cf4c506d" providerId="ADAL" clId="{AE1C2C96-5EC5-4135-AB6C-6ED693E8D061}" dt="2025-03-23T18:55:37.660" v="18022" actId="2696"/>
        <pc:sldMkLst>
          <pc:docMk/>
          <pc:sldMk cId="3298588805" sldId="295"/>
        </pc:sldMkLst>
        <pc:spChg chg="mod">
          <ac:chgData name="Duong, Thi Quynh Nhi  SH/HZA-HAADD" userId="fa5d8dce-1e87-4da3-b2b1-08b1cf4c506d" providerId="ADAL" clId="{AE1C2C96-5EC5-4135-AB6C-6ED693E8D061}" dt="2025-03-23T10:22:05.805" v="13101" actId="1076"/>
          <ac:spMkLst>
            <pc:docMk/>
            <pc:sldMk cId="3298588805" sldId="295"/>
            <ac:spMk id="2" creationId="{2E65D369-59B8-5627-FFCA-07DDE839EBAF}"/>
          </ac:spMkLst>
        </pc:spChg>
        <pc:spChg chg="del">
          <ac:chgData name="Duong, Thi Quynh Nhi  SH/HZA-HAADD" userId="fa5d8dce-1e87-4da3-b2b1-08b1cf4c506d" providerId="ADAL" clId="{AE1C2C96-5EC5-4135-AB6C-6ED693E8D061}" dt="2025-03-23T10:14:50.012" v="12656"/>
          <ac:spMkLst>
            <pc:docMk/>
            <pc:sldMk cId="3298588805" sldId="295"/>
            <ac:spMk id="3" creationId="{9EF250D2-ADA6-5D23-CCBF-9CFEB663C93F}"/>
          </ac:spMkLst>
        </pc:spChg>
        <pc:spChg chg="add del mod">
          <ac:chgData name="Duong, Thi Quynh Nhi  SH/HZA-HAADD" userId="fa5d8dce-1e87-4da3-b2b1-08b1cf4c506d" providerId="ADAL" clId="{AE1C2C96-5EC5-4135-AB6C-6ED693E8D061}" dt="2025-03-23T14:22:16.820" v="17265" actId="478"/>
          <ac:spMkLst>
            <pc:docMk/>
            <pc:sldMk cId="3298588805" sldId="295"/>
            <ac:spMk id="6" creationId="{5E68605A-876E-8904-B351-0210EEE7354D}"/>
          </ac:spMkLst>
        </pc:spChg>
        <pc:picChg chg="add mod">
          <ac:chgData name="Duong, Thi Quynh Nhi  SH/HZA-HAADD" userId="fa5d8dce-1e87-4da3-b2b1-08b1cf4c506d" providerId="ADAL" clId="{AE1C2C96-5EC5-4135-AB6C-6ED693E8D061}" dt="2025-03-23T10:22:18.948" v="13107" actId="1076"/>
          <ac:picMkLst>
            <pc:docMk/>
            <pc:sldMk cId="3298588805" sldId="295"/>
            <ac:picMk id="4" creationId="{2DB41645-63C2-8293-E1A2-F211BC3A0666}"/>
          </ac:picMkLst>
        </pc:picChg>
        <pc:picChg chg="add mod">
          <ac:chgData name="Duong, Thi Quynh Nhi  SH/HZA-HAADD" userId="fa5d8dce-1e87-4da3-b2b1-08b1cf4c506d" providerId="ADAL" clId="{AE1C2C96-5EC5-4135-AB6C-6ED693E8D061}" dt="2025-03-23T13:28:56.929" v="16531" actId="1076"/>
          <ac:picMkLst>
            <pc:docMk/>
            <pc:sldMk cId="3298588805" sldId="295"/>
            <ac:picMk id="5" creationId="{D8BA9261-6740-55A3-8551-83D246366BEC}"/>
          </ac:picMkLst>
        </pc:picChg>
      </pc:sldChg>
      <pc:sldChg chg="addSp modSp new del mod modShow">
        <pc:chgData name="Duong, Thi Quynh Nhi  SH/HZA-HAADD" userId="fa5d8dce-1e87-4da3-b2b1-08b1cf4c506d" providerId="ADAL" clId="{AE1C2C96-5EC5-4135-AB6C-6ED693E8D061}" dt="2025-03-24T16:49:57.181" v="22630" actId="2696"/>
        <pc:sldMkLst>
          <pc:docMk/>
          <pc:sldMk cId="3517231104" sldId="296"/>
        </pc:sldMkLst>
        <pc:spChg chg="mod">
          <ac:chgData name="Duong, Thi Quynh Nhi  SH/HZA-HAADD" userId="fa5d8dce-1e87-4da3-b2b1-08b1cf4c506d" providerId="ADAL" clId="{AE1C2C96-5EC5-4135-AB6C-6ED693E8D061}" dt="2025-03-23T10:52:16.888" v="13204" actId="20577"/>
          <ac:spMkLst>
            <pc:docMk/>
            <pc:sldMk cId="3517231104" sldId="296"/>
            <ac:spMk id="2" creationId="{592E1A64-5546-FE1A-4FF7-E55E00B67B05}"/>
          </ac:spMkLst>
        </pc:spChg>
        <pc:spChg chg="mod">
          <ac:chgData name="Duong, Thi Quynh Nhi  SH/HZA-HAADD" userId="fa5d8dce-1e87-4da3-b2b1-08b1cf4c506d" providerId="ADAL" clId="{AE1C2C96-5EC5-4135-AB6C-6ED693E8D061}" dt="2025-03-23T11:22:59.990" v="14275" actId="27636"/>
          <ac:spMkLst>
            <pc:docMk/>
            <pc:sldMk cId="3517231104" sldId="296"/>
            <ac:spMk id="3" creationId="{77698FB6-E0E1-5894-753D-8BC0223B9109}"/>
          </ac:spMkLst>
        </pc:spChg>
        <pc:picChg chg="add mod">
          <ac:chgData name="Duong, Thi Quynh Nhi  SH/HZA-HAADD" userId="fa5d8dce-1e87-4da3-b2b1-08b1cf4c506d" providerId="ADAL" clId="{AE1C2C96-5EC5-4135-AB6C-6ED693E8D061}" dt="2025-03-23T11:00:00.158" v="13736"/>
          <ac:picMkLst>
            <pc:docMk/>
            <pc:sldMk cId="3517231104" sldId="296"/>
            <ac:picMk id="4" creationId="{D7738C84-6A62-477B-A45C-137DE6D2A0FB}"/>
          </ac:picMkLst>
        </pc:picChg>
      </pc:sldChg>
      <pc:sldChg chg="addSp modSp new del mod ord setBg modAnim modShow">
        <pc:chgData name="Duong, Thi Quynh Nhi  SH/HZA-HAADD" userId="fa5d8dce-1e87-4da3-b2b1-08b1cf4c506d" providerId="ADAL" clId="{AE1C2C96-5EC5-4135-AB6C-6ED693E8D061}" dt="2025-03-24T18:34:33.060" v="23852" actId="2696"/>
        <pc:sldMkLst>
          <pc:docMk/>
          <pc:sldMk cId="1705013076" sldId="297"/>
        </pc:sldMkLst>
        <pc:spChg chg="mod">
          <ac:chgData name="Duong, Thi Quynh Nhi  SH/HZA-HAADD" userId="fa5d8dce-1e87-4da3-b2b1-08b1cf4c506d" providerId="ADAL" clId="{AE1C2C96-5EC5-4135-AB6C-6ED693E8D061}" dt="2025-03-23T13:18:02.281" v="16338" actId="26606"/>
          <ac:spMkLst>
            <pc:docMk/>
            <pc:sldMk cId="1705013076" sldId="297"/>
            <ac:spMk id="2" creationId="{76D1D9A3-6F1D-9717-E965-EABA1D28F2A1}"/>
          </ac:spMkLst>
        </pc:spChg>
        <pc:spChg chg="mod">
          <ac:chgData name="Duong, Thi Quynh Nhi  SH/HZA-HAADD" userId="fa5d8dce-1e87-4da3-b2b1-08b1cf4c506d" providerId="ADAL" clId="{AE1C2C96-5EC5-4135-AB6C-6ED693E8D061}" dt="2025-03-23T13:20:19.976" v="16518" actId="1076"/>
          <ac:spMkLst>
            <pc:docMk/>
            <pc:sldMk cId="1705013076" sldId="297"/>
            <ac:spMk id="3" creationId="{B1AAC929-EC11-00EC-C375-484008A0547E}"/>
          </ac:spMkLst>
        </pc:spChg>
        <pc:spChg chg="add mod">
          <ac:chgData name="Duong, Thi Quynh Nhi  SH/HZA-HAADD" userId="fa5d8dce-1e87-4da3-b2b1-08b1cf4c506d" providerId="ADAL" clId="{AE1C2C96-5EC5-4135-AB6C-6ED693E8D061}" dt="2025-03-23T13:20:13.203" v="16516" actId="1076"/>
          <ac:spMkLst>
            <pc:docMk/>
            <pc:sldMk cId="1705013076" sldId="297"/>
            <ac:spMk id="6" creationId="{B3B4FFFF-FDA9-7565-8619-CE7E436560DF}"/>
          </ac:spMkLst>
        </pc:spChg>
        <pc:picChg chg="add mod">
          <ac:chgData name="Duong, Thi Quynh Nhi  SH/HZA-HAADD" userId="fa5d8dce-1e87-4da3-b2b1-08b1cf4c506d" providerId="ADAL" clId="{AE1C2C96-5EC5-4135-AB6C-6ED693E8D061}" dt="2025-03-23T13:16:04.639" v="16325"/>
          <ac:picMkLst>
            <pc:docMk/>
            <pc:sldMk cId="1705013076" sldId="297"/>
            <ac:picMk id="4" creationId="{7CA307EC-BB6A-A57F-433D-CA3678F40F2D}"/>
          </ac:picMkLst>
        </pc:picChg>
        <pc:picChg chg="add mod ord modCrop">
          <ac:chgData name="Duong, Thi Quynh Nhi  SH/HZA-HAADD" userId="fa5d8dce-1e87-4da3-b2b1-08b1cf4c506d" providerId="ADAL" clId="{AE1C2C96-5EC5-4135-AB6C-6ED693E8D061}" dt="2025-03-23T13:20:26.499" v="16519" actId="1076"/>
          <ac:picMkLst>
            <pc:docMk/>
            <pc:sldMk cId="1705013076" sldId="297"/>
            <ac:picMk id="5" creationId="{3492AACA-5379-36F9-E507-D20EBF213670}"/>
          </ac:picMkLst>
        </pc:picChg>
      </pc:sldChg>
      <pc:sldChg chg="addSp delSp modSp new mod setBg modClrScheme chgLayout">
        <pc:chgData name="Duong, Thi Quynh Nhi  SH/HZA-HAADD" userId="fa5d8dce-1e87-4da3-b2b1-08b1cf4c506d" providerId="ADAL" clId="{AE1C2C96-5EC5-4135-AB6C-6ED693E8D061}" dt="2025-03-24T20:27:35.306" v="23873" actId="20577"/>
        <pc:sldMkLst>
          <pc:docMk/>
          <pc:sldMk cId="904464707" sldId="298"/>
        </pc:sldMkLst>
        <pc:spChg chg="mod ord">
          <ac:chgData name="Duong, Thi Quynh Nhi  SH/HZA-HAADD" userId="fa5d8dce-1e87-4da3-b2b1-08b1cf4c506d" providerId="ADAL" clId="{AE1C2C96-5EC5-4135-AB6C-6ED693E8D061}" dt="2025-03-24T17:51:19.484" v="23392" actId="255"/>
          <ac:spMkLst>
            <pc:docMk/>
            <pc:sldMk cId="904464707" sldId="298"/>
            <ac:spMk id="2" creationId="{B9B76E2A-2E01-667F-E6AC-4B7FB2ABC210}"/>
          </ac:spMkLst>
        </pc:spChg>
        <pc:spChg chg="del mod">
          <ac:chgData name="Duong, Thi Quynh Nhi  SH/HZA-HAADD" userId="fa5d8dce-1e87-4da3-b2b1-08b1cf4c506d" providerId="ADAL" clId="{AE1C2C96-5EC5-4135-AB6C-6ED693E8D061}" dt="2025-03-24T16:12:32.286" v="21084" actId="478"/>
          <ac:spMkLst>
            <pc:docMk/>
            <pc:sldMk cId="904464707" sldId="298"/>
            <ac:spMk id="3" creationId="{0883E79A-9832-C52A-632F-432E4164A49D}"/>
          </ac:spMkLst>
        </pc:spChg>
        <pc:spChg chg="add mod ord">
          <ac:chgData name="Duong, Thi Quynh Nhi  SH/HZA-HAADD" userId="fa5d8dce-1e87-4da3-b2b1-08b1cf4c506d" providerId="ADAL" clId="{AE1C2C96-5EC5-4135-AB6C-6ED693E8D061}" dt="2025-03-24T20:27:35.306" v="23873" actId="20577"/>
          <ac:spMkLst>
            <pc:docMk/>
            <pc:sldMk cId="904464707" sldId="298"/>
            <ac:spMk id="5" creationId="{F14C0343-C35B-BAE9-7AFB-7B6C866E1EC5}"/>
          </ac:spMkLst>
        </pc:spChg>
        <pc:spChg chg="add del mod">
          <ac:chgData name="Duong, Thi Quynh Nhi  SH/HZA-HAADD" userId="fa5d8dce-1e87-4da3-b2b1-08b1cf4c506d" providerId="ADAL" clId="{AE1C2C96-5EC5-4135-AB6C-6ED693E8D061}" dt="2025-03-24T16:37:31.172" v="22270" actId="21"/>
          <ac:spMkLst>
            <pc:docMk/>
            <pc:sldMk cId="904464707" sldId="298"/>
            <ac:spMk id="14" creationId="{958A2994-1425-7156-3A9C-16ED02EF3DDE}"/>
          </ac:spMkLst>
        </pc:spChg>
        <pc:spChg chg="add del mod">
          <ac:chgData name="Duong, Thi Quynh Nhi  SH/HZA-HAADD" userId="fa5d8dce-1e87-4da3-b2b1-08b1cf4c506d" providerId="ADAL" clId="{AE1C2C96-5EC5-4135-AB6C-6ED693E8D061}" dt="2025-03-24T16:34:29.492" v="22047" actId="478"/>
          <ac:spMkLst>
            <pc:docMk/>
            <pc:sldMk cId="904464707" sldId="298"/>
            <ac:spMk id="15" creationId="{F473DC5C-C295-B436-1492-E7B4C83E1758}"/>
          </ac:spMkLst>
        </pc:spChg>
        <pc:spChg chg="add del">
          <ac:chgData name="Duong, Thi Quynh Nhi  SH/HZA-HAADD" userId="fa5d8dce-1e87-4da3-b2b1-08b1cf4c506d" providerId="ADAL" clId="{AE1C2C96-5EC5-4135-AB6C-6ED693E8D061}" dt="2025-03-24T16:53:25.550" v="22667" actId="26606"/>
          <ac:spMkLst>
            <pc:docMk/>
            <pc:sldMk cId="904464707" sldId="298"/>
            <ac:spMk id="18" creationId="{4E2ED6F9-63C3-4A8D-9BB4-1EA62533B672}"/>
          </ac:spMkLst>
        </pc:spChg>
        <pc:spChg chg="add del">
          <ac:chgData name="Duong, Thi Quynh Nhi  SH/HZA-HAADD" userId="fa5d8dce-1e87-4da3-b2b1-08b1cf4c506d" providerId="ADAL" clId="{AE1C2C96-5EC5-4135-AB6C-6ED693E8D061}" dt="2025-03-24T16:53:25.550" v="22667" actId="26606"/>
          <ac:spMkLst>
            <pc:docMk/>
            <pc:sldMk cId="904464707" sldId="298"/>
            <ac:spMk id="19" creationId="{6D72081E-AD41-4FBB-B02B-698A68DBCA5E}"/>
          </ac:spMkLst>
        </pc:spChg>
        <pc:spChg chg="add del">
          <ac:chgData name="Duong, Thi Quynh Nhi  SH/HZA-HAADD" userId="fa5d8dce-1e87-4da3-b2b1-08b1cf4c506d" providerId="ADAL" clId="{AE1C2C96-5EC5-4135-AB6C-6ED693E8D061}" dt="2025-03-24T16:55:36.070" v="22687" actId="26606"/>
          <ac:spMkLst>
            <pc:docMk/>
            <pc:sldMk cId="904464707" sldId="298"/>
            <ac:spMk id="20" creationId="{B1595A09-E336-4D1B-9B3A-06A2287A54E2}"/>
          </ac:spMkLst>
        </pc:spChg>
        <pc:spChg chg="add del">
          <ac:chgData name="Duong, Thi Quynh Nhi  SH/HZA-HAADD" userId="fa5d8dce-1e87-4da3-b2b1-08b1cf4c506d" providerId="ADAL" clId="{AE1C2C96-5EC5-4135-AB6C-6ED693E8D061}" dt="2025-03-24T16:53:00.290" v="22663" actId="26606"/>
          <ac:spMkLst>
            <pc:docMk/>
            <pc:sldMk cId="904464707" sldId="298"/>
            <ac:spMk id="21" creationId="{3BA513B0-82FF-4F41-8178-885375D1CFB5}"/>
          </ac:spMkLst>
        </pc:spChg>
        <pc:spChg chg="add del">
          <ac:chgData name="Duong, Thi Quynh Nhi  SH/HZA-HAADD" userId="fa5d8dce-1e87-4da3-b2b1-08b1cf4c506d" providerId="ADAL" clId="{AE1C2C96-5EC5-4135-AB6C-6ED693E8D061}" dt="2025-03-24T16:55:36.070" v="22687" actId="26606"/>
          <ac:spMkLst>
            <pc:docMk/>
            <pc:sldMk cId="904464707" sldId="298"/>
            <ac:spMk id="22" creationId="{3540989C-C7B8-473B-BF87-6F2DA6A90006}"/>
          </ac:spMkLst>
        </pc:spChg>
        <pc:spChg chg="add del">
          <ac:chgData name="Duong, Thi Quynh Nhi  SH/HZA-HAADD" userId="fa5d8dce-1e87-4da3-b2b1-08b1cf4c506d" providerId="ADAL" clId="{AE1C2C96-5EC5-4135-AB6C-6ED693E8D061}" dt="2025-03-24T16:55:38.345" v="22689" actId="26606"/>
          <ac:spMkLst>
            <pc:docMk/>
            <pc:sldMk cId="904464707" sldId="298"/>
            <ac:spMk id="24" creationId="{0A1A6F78-C919-46F0-9B0A-2ED38886155D}"/>
          </ac:spMkLst>
        </pc:spChg>
        <pc:spChg chg="add del">
          <ac:chgData name="Duong, Thi Quynh Nhi  SH/HZA-HAADD" userId="fa5d8dce-1e87-4da3-b2b1-08b1cf4c506d" providerId="ADAL" clId="{AE1C2C96-5EC5-4135-AB6C-6ED693E8D061}" dt="2025-03-24T16:53:25.550" v="22667" actId="26606"/>
          <ac:spMkLst>
            <pc:docMk/>
            <pc:sldMk cId="904464707" sldId="298"/>
            <ac:spMk id="25" creationId="{716248AD-805F-41BF-9B57-FC53E5B32F98}"/>
          </ac:spMkLst>
        </pc:spChg>
        <pc:spChg chg="add del">
          <ac:chgData name="Duong, Thi Quynh Nhi  SH/HZA-HAADD" userId="fa5d8dce-1e87-4da3-b2b1-08b1cf4c506d" providerId="ADAL" clId="{AE1C2C96-5EC5-4135-AB6C-6ED693E8D061}" dt="2025-03-24T16:53:25.550" v="22667" actId="26606"/>
          <ac:spMkLst>
            <pc:docMk/>
            <pc:sldMk cId="904464707" sldId="298"/>
            <ac:spMk id="27" creationId="{1F82758F-B2B3-4F0A-BB90-4BFFEDD166D6}"/>
          </ac:spMkLst>
        </pc:spChg>
        <pc:spChg chg="add del">
          <ac:chgData name="Duong, Thi Quynh Nhi  SH/HZA-HAADD" userId="fa5d8dce-1e87-4da3-b2b1-08b1cf4c506d" providerId="ADAL" clId="{AE1C2C96-5EC5-4135-AB6C-6ED693E8D061}" dt="2025-03-24T16:55:38.345" v="22689" actId="26606"/>
          <ac:spMkLst>
            <pc:docMk/>
            <pc:sldMk cId="904464707" sldId="298"/>
            <ac:spMk id="28" creationId="{93C59B8F-AEFF-4D3A-BA0E-3C43111987AE}"/>
          </ac:spMkLst>
        </pc:spChg>
        <pc:spChg chg="add del">
          <ac:chgData name="Duong, Thi Quynh Nhi  SH/HZA-HAADD" userId="fa5d8dce-1e87-4da3-b2b1-08b1cf4c506d" providerId="ADAL" clId="{AE1C2C96-5EC5-4135-AB6C-6ED693E8D061}" dt="2025-03-24T16:55:38.345" v="22689" actId="26606"/>
          <ac:spMkLst>
            <pc:docMk/>
            <pc:sldMk cId="904464707" sldId="298"/>
            <ac:spMk id="29" creationId="{E042CD37-C859-44CD-853E-5A3427DDB9C0}"/>
          </ac:spMkLst>
        </pc:spChg>
        <pc:spChg chg="add">
          <ac:chgData name="Duong, Thi Quynh Nhi  SH/HZA-HAADD" userId="fa5d8dce-1e87-4da3-b2b1-08b1cf4c506d" providerId="ADAL" clId="{AE1C2C96-5EC5-4135-AB6C-6ED693E8D061}" dt="2025-03-24T17:49:05.530" v="23366" actId="26606"/>
          <ac:spMkLst>
            <pc:docMk/>
            <pc:sldMk cId="904464707" sldId="298"/>
            <ac:spMk id="30" creationId="{743AA782-23D1-4521-8CAD-47662984AA08}"/>
          </ac:spMkLst>
        </pc:spChg>
        <pc:spChg chg="add">
          <ac:chgData name="Duong, Thi Quynh Nhi  SH/HZA-HAADD" userId="fa5d8dce-1e87-4da3-b2b1-08b1cf4c506d" providerId="ADAL" clId="{AE1C2C96-5EC5-4135-AB6C-6ED693E8D061}" dt="2025-03-24T17:49:05.530" v="23366" actId="26606"/>
          <ac:spMkLst>
            <pc:docMk/>
            <pc:sldMk cId="904464707" sldId="298"/>
            <ac:spMk id="31" creationId="{650D18FE-0824-4A46-B22C-A86B52E5780A}"/>
          </ac:spMkLst>
        </pc:spChg>
        <pc:grpChg chg="add del">
          <ac:chgData name="Duong, Thi Quynh Nhi  SH/HZA-HAADD" userId="fa5d8dce-1e87-4da3-b2b1-08b1cf4c506d" providerId="ADAL" clId="{AE1C2C96-5EC5-4135-AB6C-6ED693E8D061}" dt="2025-03-24T16:53:00.290" v="22663" actId="26606"/>
          <ac:grpSpMkLst>
            <pc:docMk/>
            <pc:sldMk cId="904464707" sldId="298"/>
            <ac:grpSpMk id="23" creationId="{93DB8501-F9F2-4ACD-B56A-9019CD5006D6}"/>
          </ac:grpSpMkLst>
        </pc:grpChg>
        <pc:picChg chg="add mod ord">
          <ac:chgData name="Duong, Thi Quynh Nhi  SH/HZA-HAADD" userId="fa5d8dce-1e87-4da3-b2b1-08b1cf4c506d" providerId="ADAL" clId="{AE1C2C96-5EC5-4135-AB6C-6ED693E8D061}" dt="2025-03-24T16:53:03.420" v="22666" actId="26606"/>
          <ac:picMkLst>
            <pc:docMk/>
            <pc:sldMk cId="904464707" sldId="298"/>
            <ac:picMk id="4" creationId="{DBEC3DE7-0EE6-7448-07C2-F275B5B3F99B}"/>
          </ac:picMkLst>
        </pc:picChg>
        <pc:picChg chg="add del mod">
          <ac:chgData name="Duong, Thi Quynh Nhi  SH/HZA-HAADD" userId="fa5d8dce-1e87-4da3-b2b1-08b1cf4c506d" providerId="ADAL" clId="{AE1C2C96-5EC5-4135-AB6C-6ED693E8D061}" dt="2025-03-24T16:25:27.468" v="21471" actId="478"/>
          <ac:picMkLst>
            <pc:docMk/>
            <pc:sldMk cId="904464707" sldId="298"/>
            <ac:picMk id="7" creationId="{32181C42-F738-5737-302D-E95FC854652D}"/>
          </ac:picMkLst>
        </pc:picChg>
        <pc:picChg chg="add del mod">
          <ac:chgData name="Duong, Thi Quynh Nhi  SH/HZA-HAADD" userId="fa5d8dce-1e87-4da3-b2b1-08b1cf4c506d" providerId="ADAL" clId="{AE1C2C96-5EC5-4135-AB6C-6ED693E8D061}" dt="2025-03-24T16:34:27.258" v="22046" actId="478"/>
          <ac:picMkLst>
            <pc:docMk/>
            <pc:sldMk cId="904464707" sldId="298"/>
            <ac:picMk id="9" creationId="{24D68B87-0DF4-FDD3-1A79-6B669833C9E2}"/>
          </ac:picMkLst>
        </pc:picChg>
        <pc:picChg chg="add del mod modCrop">
          <ac:chgData name="Duong, Thi Quynh Nhi  SH/HZA-HAADD" userId="fa5d8dce-1e87-4da3-b2b1-08b1cf4c506d" providerId="ADAL" clId="{AE1C2C96-5EC5-4135-AB6C-6ED693E8D061}" dt="2025-03-24T16:48:35.241" v="22615" actId="21"/>
          <ac:picMkLst>
            <pc:docMk/>
            <pc:sldMk cId="904464707" sldId="298"/>
            <ac:picMk id="11" creationId="{E4CE29F9-21D3-9BFA-90C2-1F3339838A8D}"/>
          </ac:picMkLst>
        </pc:picChg>
        <pc:picChg chg="add del mod">
          <ac:chgData name="Duong, Thi Quynh Nhi  SH/HZA-HAADD" userId="fa5d8dce-1e87-4da3-b2b1-08b1cf4c506d" providerId="ADAL" clId="{AE1C2C96-5EC5-4135-AB6C-6ED693E8D061}" dt="2025-03-24T16:35:27.505" v="22053" actId="21"/>
          <ac:picMkLst>
            <pc:docMk/>
            <pc:sldMk cId="904464707" sldId="298"/>
            <ac:picMk id="13" creationId="{46984E68-90DA-B9F1-C9D3-B0EC792AC6A8}"/>
          </ac:picMkLst>
        </pc:picChg>
        <pc:picChg chg="add mod ord">
          <ac:chgData name="Duong, Thi Quynh Nhi  SH/HZA-HAADD" userId="fa5d8dce-1e87-4da3-b2b1-08b1cf4c506d" providerId="ADAL" clId="{AE1C2C96-5EC5-4135-AB6C-6ED693E8D061}" dt="2025-03-24T18:38:09.229" v="23865" actId="1076"/>
          <ac:picMkLst>
            <pc:docMk/>
            <pc:sldMk cId="904464707" sldId="298"/>
            <ac:picMk id="16" creationId="{2CD59E10-3037-AF00-BD2A-54C4109CAB26}"/>
          </ac:picMkLst>
        </pc:picChg>
        <pc:picChg chg="add del">
          <ac:chgData name="Duong, Thi Quynh Nhi  SH/HZA-HAADD" userId="fa5d8dce-1e87-4da3-b2b1-08b1cf4c506d" providerId="ADAL" clId="{AE1C2C96-5EC5-4135-AB6C-6ED693E8D061}" dt="2025-03-24T16:55:38.345" v="22689" actId="26606"/>
          <ac:picMkLst>
            <pc:docMk/>
            <pc:sldMk cId="904464707" sldId="298"/>
            <ac:picMk id="26" creationId="{49882614-11C4-4368-9534-6EBAC3488C70}"/>
          </ac:picMkLst>
        </pc:picChg>
      </pc:sldChg>
      <pc:sldChg chg="addSp delSp modSp new del mod ord delAnim modAnim modShow">
        <pc:chgData name="Duong, Thi Quynh Nhi  SH/HZA-HAADD" userId="fa5d8dce-1e87-4da3-b2b1-08b1cf4c506d" providerId="ADAL" clId="{AE1C2C96-5EC5-4135-AB6C-6ED693E8D061}" dt="2025-03-24T18:34:35.605" v="23853" actId="2696"/>
        <pc:sldMkLst>
          <pc:docMk/>
          <pc:sldMk cId="456096765" sldId="299"/>
        </pc:sldMkLst>
        <pc:spChg chg="mod">
          <ac:chgData name="Duong, Thi Quynh Nhi  SH/HZA-HAADD" userId="fa5d8dce-1e87-4da3-b2b1-08b1cf4c506d" providerId="ADAL" clId="{AE1C2C96-5EC5-4135-AB6C-6ED693E8D061}" dt="2025-03-23T12:27:07.464" v="16090" actId="1076"/>
          <ac:spMkLst>
            <pc:docMk/>
            <pc:sldMk cId="456096765" sldId="299"/>
            <ac:spMk id="2" creationId="{FACF953A-D990-E36A-38E6-139CF787DCA4}"/>
          </ac:spMkLst>
        </pc:spChg>
        <pc:spChg chg="del">
          <ac:chgData name="Duong, Thi Quynh Nhi  SH/HZA-HAADD" userId="fa5d8dce-1e87-4da3-b2b1-08b1cf4c506d" providerId="ADAL" clId="{AE1C2C96-5EC5-4135-AB6C-6ED693E8D061}" dt="2025-03-23T12:27:03.892" v="16089" actId="478"/>
          <ac:spMkLst>
            <pc:docMk/>
            <pc:sldMk cId="456096765" sldId="299"/>
            <ac:spMk id="3" creationId="{DD54FF8E-CCA2-2783-5547-FA0DC3255BAD}"/>
          </ac:spMkLst>
        </pc:spChg>
        <pc:spChg chg="add del mod">
          <ac:chgData name="Duong, Thi Quynh Nhi  SH/HZA-HAADD" userId="fa5d8dce-1e87-4da3-b2b1-08b1cf4c506d" providerId="ADAL" clId="{AE1C2C96-5EC5-4135-AB6C-6ED693E8D061}" dt="2025-03-24T18:31:43.166" v="23844" actId="478"/>
          <ac:spMkLst>
            <pc:docMk/>
            <pc:sldMk cId="456096765" sldId="299"/>
            <ac:spMk id="7" creationId="{1A99A253-49F9-FF77-436C-E843DE264A6D}"/>
          </ac:spMkLst>
        </pc:spChg>
        <pc:picChg chg="add mod">
          <ac:chgData name="Duong, Thi Quynh Nhi  SH/HZA-HAADD" userId="fa5d8dce-1e87-4da3-b2b1-08b1cf4c506d" providerId="ADAL" clId="{AE1C2C96-5EC5-4135-AB6C-6ED693E8D061}" dt="2025-03-23T12:27:12.583" v="16091"/>
          <ac:picMkLst>
            <pc:docMk/>
            <pc:sldMk cId="456096765" sldId="299"/>
            <ac:picMk id="4" creationId="{C39F9559-3B0D-C4A2-3532-40726B8AFB96}"/>
          </ac:picMkLst>
        </pc:picChg>
        <pc:picChg chg="add del mod">
          <ac:chgData name="Duong, Thi Quynh Nhi  SH/HZA-HAADD" userId="fa5d8dce-1e87-4da3-b2b1-08b1cf4c506d" providerId="ADAL" clId="{AE1C2C96-5EC5-4135-AB6C-6ED693E8D061}" dt="2025-03-23T13:12:57.351" v="16323" actId="478"/>
          <ac:picMkLst>
            <pc:docMk/>
            <pc:sldMk cId="456096765" sldId="299"/>
            <ac:picMk id="5" creationId="{5798FF96-FC6E-1773-3A88-E23041D240D3}"/>
          </ac:picMkLst>
        </pc:picChg>
        <pc:picChg chg="add mod">
          <ac:chgData name="Duong, Thi Quynh Nhi  SH/HZA-HAADD" userId="fa5d8dce-1e87-4da3-b2b1-08b1cf4c506d" providerId="ADAL" clId="{AE1C2C96-5EC5-4135-AB6C-6ED693E8D061}" dt="2025-03-23T12:27:47.814" v="16099" actId="1076"/>
          <ac:picMkLst>
            <pc:docMk/>
            <pc:sldMk cId="456096765" sldId="299"/>
            <ac:picMk id="6" creationId="{A918FE1D-2150-F19C-EB44-37F565B2F216}"/>
          </ac:picMkLst>
        </pc:picChg>
      </pc:sldChg>
      <pc:sldChg chg="addSp modSp new del mod">
        <pc:chgData name="Duong, Thi Quynh Nhi  SH/HZA-HAADD" userId="fa5d8dce-1e87-4da3-b2b1-08b1cf4c506d" providerId="ADAL" clId="{AE1C2C96-5EC5-4135-AB6C-6ED693E8D061}" dt="2025-03-24T18:31:01.675" v="23835" actId="2696"/>
        <pc:sldMkLst>
          <pc:docMk/>
          <pc:sldMk cId="1589058074" sldId="300"/>
        </pc:sldMkLst>
        <pc:spChg chg="mod">
          <ac:chgData name="Duong, Thi Quynh Nhi  SH/HZA-HAADD" userId="fa5d8dce-1e87-4da3-b2b1-08b1cf4c506d" providerId="ADAL" clId="{AE1C2C96-5EC5-4135-AB6C-6ED693E8D061}" dt="2025-03-24T14:42:09.757" v="19870" actId="1076"/>
          <ac:spMkLst>
            <pc:docMk/>
            <pc:sldMk cId="1589058074" sldId="300"/>
            <ac:spMk id="2" creationId="{F6AD1D48-946B-D26E-0D81-95A977833A0A}"/>
          </ac:spMkLst>
        </pc:spChg>
        <pc:spChg chg="mod">
          <ac:chgData name="Duong, Thi Quynh Nhi  SH/HZA-HAADD" userId="fa5d8dce-1e87-4da3-b2b1-08b1cf4c506d" providerId="ADAL" clId="{AE1C2C96-5EC5-4135-AB6C-6ED693E8D061}" dt="2025-03-24T14:41:56.987" v="19869" actId="6549"/>
          <ac:spMkLst>
            <pc:docMk/>
            <pc:sldMk cId="1589058074" sldId="300"/>
            <ac:spMk id="3" creationId="{4A5F0429-780D-C61F-2403-98423F3E2362}"/>
          </ac:spMkLst>
        </pc:spChg>
        <pc:picChg chg="add mod">
          <ac:chgData name="Duong, Thi Quynh Nhi  SH/HZA-HAADD" userId="fa5d8dce-1e87-4da3-b2b1-08b1cf4c506d" providerId="ADAL" clId="{AE1C2C96-5EC5-4135-AB6C-6ED693E8D061}" dt="2025-03-23T13:24:15.877" v="16528"/>
          <ac:picMkLst>
            <pc:docMk/>
            <pc:sldMk cId="1589058074" sldId="300"/>
            <ac:picMk id="4" creationId="{C02728A8-F97D-5FE1-2498-95B34B2504FE}"/>
          </ac:picMkLst>
        </pc:picChg>
        <pc:picChg chg="add mod">
          <ac:chgData name="Duong, Thi Quynh Nhi  SH/HZA-HAADD" userId="fa5d8dce-1e87-4da3-b2b1-08b1cf4c506d" providerId="ADAL" clId="{AE1C2C96-5EC5-4135-AB6C-6ED693E8D061}" dt="2025-03-23T13:26:15.743" v="16529"/>
          <ac:picMkLst>
            <pc:docMk/>
            <pc:sldMk cId="1589058074" sldId="300"/>
            <ac:picMk id="5" creationId="{CB23B2DD-5922-8176-87DC-B1EAF8BFF68E}"/>
          </ac:picMkLst>
        </pc:picChg>
      </pc:sldChg>
      <pc:sldChg chg="addSp modSp new del mod modShow">
        <pc:chgData name="Duong, Thi Quynh Nhi  SH/HZA-HAADD" userId="fa5d8dce-1e87-4da3-b2b1-08b1cf4c506d" providerId="ADAL" clId="{AE1C2C96-5EC5-4135-AB6C-6ED693E8D061}" dt="2025-03-24T18:32:28.043" v="23849" actId="2696"/>
        <pc:sldMkLst>
          <pc:docMk/>
          <pc:sldMk cId="1576530743" sldId="301"/>
        </pc:sldMkLst>
        <pc:spChg chg="mod">
          <ac:chgData name="Duong, Thi Quynh Nhi  SH/HZA-HAADD" userId="fa5d8dce-1e87-4da3-b2b1-08b1cf4c506d" providerId="ADAL" clId="{AE1C2C96-5EC5-4135-AB6C-6ED693E8D061}" dt="2025-03-23T11:53:55.971" v="15389" actId="20577"/>
          <ac:spMkLst>
            <pc:docMk/>
            <pc:sldMk cId="1576530743" sldId="301"/>
            <ac:spMk id="2" creationId="{8D988385-E6FE-46CC-782A-9ADA3A2F8480}"/>
          </ac:spMkLst>
        </pc:spChg>
        <pc:spChg chg="mod">
          <ac:chgData name="Duong, Thi Quynh Nhi  SH/HZA-HAADD" userId="fa5d8dce-1e87-4da3-b2b1-08b1cf4c506d" providerId="ADAL" clId="{AE1C2C96-5EC5-4135-AB6C-6ED693E8D061}" dt="2025-03-23T12:19:36.694" v="15666" actId="20577"/>
          <ac:spMkLst>
            <pc:docMk/>
            <pc:sldMk cId="1576530743" sldId="301"/>
            <ac:spMk id="3" creationId="{5F862B49-B963-BE54-59BB-733ED017D665}"/>
          </ac:spMkLst>
        </pc:spChg>
        <pc:picChg chg="add mod">
          <ac:chgData name="Duong, Thi Quynh Nhi  SH/HZA-HAADD" userId="fa5d8dce-1e87-4da3-b2b1-08b1cf4c506d" providerId="ADAL" clId="{AE1C2C96-5EC5-4135-AB6C-6ED693E8D061}" dt="2025-03-23T13:26:18.188" v="16530"/>
          <ac:picMkLst>
            <pc:docMk/>
            <pc:sldMk cId="1576530743" sldId="301"/>
            <ac:picMk id="4" creationId="{2B237026-CE2A-99F5-AFCB-4646261C37E7}"/>
          </ac:picMkLst>
        </pc:picChg>
        <pc:picChg chg="add mod">
          <ac:chgData name="Duong, Thi Quynh Nhi  SH/HZA-HAADD" userId="fa5d8dce-1e87-4da3-b2b1-08b1cf4c506d" providerId="ADAL" clId="{AE1C2C96-5EC5-4135-AB6C-6ED693E8D061}" dt="2025-03-23T12:22:52.564" v="15670" actId="1076"/>
          <ac:picMkLst>
            <pc:docMk/>
            <pc:sldMk cId="1576530743" sldId="301"/>
            <ac:picMk id="1026" creationId="{D14FE5A7-50F4-BB8A-EC23-12DD34245E96}"/>
          </ac:picMkLst>
        </pc:picChg>
      </pc:sldChg>
      <pc:sldChg chg="addSp modSp new del mod modShow">
        <pc:chgData name="Duong, Thi Quynh Nhi  SH/HZA-HAADD" userId="fa5d8dce-1e87-4da3-b2b1-08b1cf4c506d" providerId="ADAL" clId="{AE1C2C96-5EC5-4135-AB6C-6ED693E8D061}" dt="2025-03-24T18:32:31.284" v="23850" actId="2696"/>
        <pc:sldMkLst>
          <pc:docMk/>
          <pc:sldMk cId="1888940646" sldId="302"/>
        </pc:sldMkLst>
        <pc:spChg chg="mod">
          <ac:chgData name="Duong, Thi Quynh Nhi  SH/HZA-HAADD" userId="fa5d8dce-1e87-4da3-b2b1-08b1cf4c506d" providerId="ADAL" clId="{AE1C2C96-5EC5-4135-AB6C-6ED693E8D061}" dt="2025-03-23T12:23:45.326" v="15758" actId="20577"/>
          <ac:spMkLst>
            <pc:docMk/>
            <pc:sldMk cId="1888940646" sldId="302"/>
            <ac:spMk id="2" creationId="{EDF123FA-7632-2375-F244-1946241D7024}"/>
          </ac:spMkLst>
        </pc:spChg>
        <pc:spChg chg="mod">
          <ac:chgData name="Duong, Thi Quynh Nhi  SH/HZA-HAADD" userId="fa5d8dce-1e87-4da3-b2b1-08b1cf4c506d" providerId="ADAL" clId="{AE1C2C96-5EC5-4135-AB6C-6ED693E8D061}" dt="2025-03-23T16:51:22.646" v="17875" actId="20577"/>
          <ac:spMkLst>
            <pc:docMk/>
            <pc:sldMk cId="1888940646" sldId="302"/>
            <ac:spMk id="3" creationId="{BF0F9486-D4AD-B64B-F190-BBE5D43F601E}"/>
          </ac:spMkLst>
        </pc:spChg>
        <pc:picChg chg="add mod">
          <ac:chgData name="Duong, Thi Quynh Nhi  SH/HZA-HAADD" userId="fa5d8dce-1e87-4da3-b2b1-08b1cf4c506d" providerId="ADAL" clId="{AE1C2C96-5EC5-4135-AB6C-6ED693E8D061}" dt="2025-03-23T15:02:58.286" v="17294"/>
          <ac:picMkLst>
            <pc:docMk/>
            <pc:sldMk cId="1888940646" sldId="302"/>
            <ac:picMk id="4" creationId="{87C2EF97-441D-8314-0BB7-FA19BD6CFE9C}"/>
          </ac:picMkLst>
        </pc:picChg>
      </pc:sldChg>
      <pc:sldChg chg="addSp modSp new del mod">
        <pc:chgData name="Duong, Thi Quynh Nhi  SH/HZA-HAADD" userId="fa5d8dce-1e87-4da3-b2b1-08b1cf4c506d" providerId="ADAL" clId="{AE1C2C96-5EC5-4135-AB6C-6ED693E8D061}" dt="2025-03-23T18:25:53.117" v="18005" actId="2696"/>
        <pc:sldMkLst>
          <pc:docMk/>
          <pc:sldMk cId="1157288517" sldId="303"/>
        </pc:sldMkLst>
        <pc:picChg chg="add mod">
          <ac:chgData name="Duong, Thi Quynh Nhi  SH/HZA-HAADD" userId="fa5d8dce-1e87-4da3-b2b1-08b1cf4c506d" providerId="ADAL" clId="{AE1C2C96-5EC5-4135-AB6C-6ED693E8D061}" dt="2025-03-23T13:30:34.673" v="16592" actId="14100"/>
          <ac:picMkLst>
            <pc:docMk/>
            <pc:sldMk cId="1157288517" sldId="303"/>
            <ac:picMk id="4" creationId="{D3C915C9-26F2-5A8D-B606-287F95E05BAB}"/>
          </ac:picMkLst>
        </pc:picChg>
      </pc:sldChg>
      <pc:sldChg chg="addSp delSp modSp new mod ord modAnim">
        <pc:chgData name="Duong, Thi Quynh Nhi  SH/HZA-HAADD" userId="fa5d8dce-1e87-4da3-b2b1-08b1cf4c506d" providerId="ADAL" clId="{AE1C2C96-5EC5-4135-AB6C-6ED693E8D061}" dt="2025-03-24T18:40:13.690" v="23868" actId="14100"/>
        <pc:sldMkLst>
          <pc:docMk/>
          <pc:sldMk cId="2546803518" sldId="304"/>
        </pc:sldMkLst>
        <pc:spChg chg="del">
          <ac:chgData name="Duong, Thi Quynh Nhi  SH/HZA-HAADD" userId="fa5d8dce-1e87-4da3-b2b1-08b1cf4c506d" providerId="ADAL" clId="{AE1C2C96-5EC5-4135-AB6C-6ED693E8D061}" dt="2025-03-23T13:58:50.534" v="16690"/>
          <ac:spMkLst>
            <pc:docMk/>
            <pc:sldMk cId="2546803518" sldId="304"/>
            <ac:spMk id="2" creationId="{DCB7D41A-29EC-7503-F4A5-FBA533D9E960}"/>
          </ac:spMkLst>
        </pc:spChg>
        <pc:spChg chg="add mod">
          <ac:chgData name="Duong, Thi Quynh Nhi  SH/HZA-HAADD" userId="fa5d8dce-1e87-4da3-b2b1-08b1cf4c506d" providerId="ADAL" clId="{AE1C2C96-5EC5-4135-AB6C-6ED693E8D061}" dt="2025-03-24T17:55:37.279" v="23427" actId="255"/>
          <ac:spMkLst>
            <pc:docMk/>
            <pc:sldMk cId="2546803518" sldId="304"/>
            <ac:spMk id="3" creationId="{0A14AA58-1922-253E-86F0-BA10D47F756C}"/>
          </ac:spMkLst>
        </pc:spChg>
        <pc:spChg chg="add del mod">
          <ac:chgData name="Duong, Thi Quynh Nhi  SH/HZA-HAADD" userId="fa5d8dce-1e87-4da3-b2b1-08b1cf4c506d" providerId="ADAL" clId="{AE1C2C96-5EC5-4135-AB6C-6ED693E8D061}" dt="2025-03-24T17:21:23.732" v="22803" actId="478"/>
          <ac:spMkLst>
            <pc:docMk/>
            <pc:sldMk cId="2546803518" sldId="304"/>
            <ac:spMk id="4" creationId="{8593FADE-8E39-E030-9C05-11B096D60921}"/>
          </ac:spMkLst>
        </pc:spChg>
        <pc:spChg chg="add mod">
          <ac:chgData name="Duong, Thi Quynh Nhi  SH/HZA-HAADD" userId="fa5d8dce-1e87-4da3-b2b1-08b1cf4c506d" providerId="ADAL" clId="{AE1C2C96-5EC5-4135-AB6C-6ED693E8D061}" dt="2025-03-24T18:22:14.980" v="23444" actId="1076"/>
          <ac:spMkLst>
            <pc:docMk/>
            <pc:sldMk cId="2546803518" sldId="304"/>
            <ac:spMk id="5" creationId="{AE850614-62D9-54F6-58D7-4A8D30EA72F6}"/>
          </ac:spMkLst>
        </pc:spChg>
        <pc:spChg chg="add mod">
          <ac:chgData name="Duong, Thi Quynh Nhi  SH/HZA-HAADD" userId="fa5d8dce-1e87-4da3-b2b1-08b1cf4c506d" providerId="ADAL" clId="{AE1C2C96-5EC5-4135-AB6C-6ED693E8D061}" dt="2025-03-24T18:40:13.690" v="23868" actId="14100"/>
          <ac:spMkLst>
            <pc:docMk/>
            <pc:sldMk cId="2546803518" sldId="304"/>
            <ac:spMk id="10" creationId="{2B293853-A664-9E99-3B7B-D87330BC35B9}"/>
          </ac:spMkLst>
        </pc:spChg>
        <pc:picChg chg="add mod">
          <ac:chgData name="Duong, Thi Quynh Nhi  SH/HZA-HAADD" userId="fa5d8dce-1e87-4da3-b2b1-08b1cf4c506d" providerId="ADAL" clId="{AE1C2C96-5EC5-4135-AB6C-6ED693E8D061}" dt="2025-03-24T16:59:19.938" v="22718"/>
          <ac:picMkLst>
            <pc:docMk/>
            <pc:sldMk cId="2546803518" sldId="304"/>
            <ac:picMk id="2" creationId="{596C27C7-16E1-D914-315A-147C9732D598}"/>
          </ac:picMkLst>
        </pc:picChg>
        <pc:picChg chg="add del mod">
          <ac:chgData name="Duong, Thi Quynh Nhi  SH/HZA-HAADD" userId="fa5d8dce-1e87-4da3-b2b1-08b1cf4c506d" providerId="ADAL" clId="{AE1C2C96-5EC5-4135-AB6C-6ED693E8D061}" dt="2025-03-23T13:58:43.024" v="16687" actId="478"/>
          <ac:picMkLst>
            <pc:docMk/>
            <pc:sldMk cId="2546803518" sldId="304"/>
            <ac:picMk id="3" creationId="{0D9BAEC6-F26C-0EE9-715B-2CE83A0599D5}"/>
          </ac:picMkLst>
        </pc:picChg>
        <pc:picChg chg="add del mod">
          <ac:chgData name="Duong, Thi Quynh Nhi  SH/HZA-HAADD" userId="fa5d8dce-1e87-4da3-b2b1-08b1cf4c506d" providerId="ADAL" clId="{AE1C2C96-5EC5-4135-AB6C-6ED693E8D061}" dt="2025-03-24T17:29:33.801" v="23039" actId="478"/>
          <ac:picMkLst>
            <pc:docMk/>
            <pc:sldMk cId="2546803518" sldId="304"/>
            <ac:picMk id="6" creationId="{10EB3295-4620-F873-7310-3C622369CC7E}"/>
          </ac:picMkLst>
        </pc:picChg>
        <pc:picChg chg="add del mod">
          <ac:chgData name="Duong, Thi Quynh Nhi  SH/HZA-HAADD" userId="fa5d8dce-1e87-4da3-b2b1-08b1cf4c506d" providerId="ADAL" clId="{AE1C2C96-5EC5-4135-AB6C-6ED693E8D061}" dt="2025-03-24T17:26:34.901" v="22938" actId="478"/>
          <ac:picMkLst>
            <pc:docMk/>
            <pc:sldMk cId="2546803518" sldId="304"/>
            <ac:picMk id="8" creationId="{96E776A8-5730-E690-3D84-C6C0B7AD7670}"/>
          </ac:picMkLst>
        </pc:picChg>
        <pc:picChg chg="add mod">
          <ac:chgData name="Duong, Thi Quynh Nhi  SH/HZA-HAADD" userId="fa5d8dce-1e87-4da3-b2b1-08b1cf4c506d" providerId="ADAL" clId="{AE1C2C96-5EC5-4135-AB6C-6ED693E8D061}" dt="2025-03-24T17:36:56.978" v="23329" actId="1076"/>
          <ac:picMkLst>
            <pc:docMk/>
            <pc:sldMk cId="2546803518" sldId="304"/>
            <ac:picMk id="9" creationId="{2BFAEB5D-E79A-3E8E-9EBF-9F54AE263C68}"/>
          </ac:picMkLst>
        </pc:picChg>
        <pc:picChg chg="add del mod">
          <ac:chgData name="Duong, Thi Quynh Nhi  SH/HZA-HAADD" userId="fa5d8dce-1e87-4da3-b2b1-08b1cf4c506d" providerId="ADAL" clId="{AE1C2C96-5EC5-4135-AB6C-6ED693E8D061}" dt="2025-03-24T17:29:35.325" v="23040" actId="478"/>
          <ac:picMkLst>
            <pc:docMk/>
            <pc:sldMk cId="2546803518" sldId="304"/>
            <ac:picMk id="12" creationId="{B8858891-24B3-9B5D-BFBA-F408A4D73095}"/>
          </ac:picMkLst>
        </pc:picChg>
        <pc:picChg chg="add mod">
          <ac:chgData name="Duong, Thi Quynh Nhi  SH/HZA-HAADD" userId="fa5d8dce-1e87-4da3-b2b1-08b1cf4c506d" providerId="ADAL" clId="{AE1C2C96-5EC5-4135-AB6C-6ED693E8D061}" dt="2025-03-24T17:38:01.270" v="23337" actId="1076"/>
          <ac:picMkLst>
            <pc:docMk/>
            <pc:sldMk cId="2546803518" sldId="304"/>
            <ac:picMk id="13" creationId="{2F6C2232-6F6B-6644-3341-39CD084F35DE}"/>
          </ac:picMkLst>
        </pc:picChg>
      </pc:sldChg>
      <pc:sldChg chg="new del">
        <pc:chgData name="Duong, Thi Quynh Nhi  SH/HZA-HAADD" userId="fa5d8dce-1e87-4da3-b2b1-08b1cf4c506d" providerId="ADAL" clId="{AE1C2C96-5EC5-4135-AB6C-6ED693E8D061}" dt="2025-03-23T16:50:58.446" v="17871" actId="2696"/>
        <pc:sldMkLst>
          <pc:docMk/>
          <pc:sldMk cId="1830599360" sldId="305"/>
        </pc:sldMkLst>
      </pc:sldChg>
      <pc:sldChg chg="addSp delSp modSp new del mod">
        <pc:chgData name="Duong, Thi Quynh Nhi  SH/HZA-HAADD" userId="fa5d8dce-1e87-4da3-b2b1-08b1cf4c506d" providerId="ADAL" clId="{AE1C2C96-5EC5-4135-AB6C-6ED693E8D061}" dt="2025-03-23T18:27:29.875" v="18006" actId="2696"/>
        <pc:sldMkLst>
          <pc:docMk/>
          <pc:sldMk cId="2077482549" sldId="305"/>
        </pc:sldMkLst>
        <pc:spChg chg="del">
          <ac:chgData name="Duong, Thi Quynh Nhi  SH/HZA-HAADD" userId="fa5d8dce-1e87-4da3-b2b1-08b1cf4c506d" providerId="ADAL" clId="{AE1C2C96-5EC5-4135-AB6C-6ED693E8D061}" dt="2025-03-23T16:59:54.962" v="17905" actId="22"/>
          <ac:spMkLst>
            <pc:docMk/>
            <pc:sldMk cId="2077482549" sldId="305"/>
            <ac:spMk id="3" creationId="{AF1CBB77-F907-83AC-1849-5E422956F890}"/>
          </ac:spMkLst>
        </pc:spChg>
        <pc:spChg chg="add mod">
          <ac:chgData name="Duong, Thi Quynh Nhi  SH/HZA-HAADD" userId="fa5d8dce-1e87-4da3-b2b1-08b1cf4c506d" providerId="ADAL" clId="{AE1C2C96-5EC5-4135-AB6C-6ED693E8D061}" dt="2025-03-23T17:00:06.609" v="17908" actId="21"/>
          <ac:spMkLst>
            <pc:docMk/>
            <pc:sldMk cId="2077482549" sldId="305"/>
            <ac:spMk id="7" creationId="{DCA90AD0-82C0-9969-3CE2-758982F87BA1}"/>
          </ac:spMkLst>
        </pc:spChg>
        <pc:picChg chg="add del mod ord">
          <ac:chgData name="Duong, Thi Quynh Nhi  SH/HZA-HAADD" userId="fa5d8dce-1e87-4da3-b2b1-08b1cf4c506d" providerId="ADAL" clId="{AE1C2C96-5EC5-4135-AB6C-6ED693E8D061}" dt="2025-03-23T17:00:06.609" v="17908" actId="21"/>
          <ac:picMkLst>
            <pc:docMk/>
            <pc:sldMk cId="2077482549" sldId="305"/>
            <ac:picMk id="5" creationId="{81AE200F-16E2-DFF3-F333-F14551C3D238}"/>
          </ac:picMkLst>
        </pc:picChg>
      </pc:sldChg>
      <pc:sldChg chg="new del">
        <pc:chgData name="Duong, Thi Quynh Nhi  SH/HZA-HAADD" userId="fa5d8dce-1e87-4da3-b2b1-08b1cf4c506d" providerId="ADAL" clId="{AE1C2C96-5EC5-4135-AB6C-6ED693E8D061}" dt="2025-03-23T15:33:51.119" v="17637" actId="47"/>
        <pc:sldMkLst>
          <pc:docMk/>
          <pc:sldMk cId="3109108029" sldId="305"/>
        </pc:sldMkLst>
      </pc:sldChg>
      <pc:sldChg chg="addSp delSp modSp add del mod ord setBg delDesignElem">
        <pc:chgData name="Duong, Thi Quynh Nhi  SH/HZA-HAADD" userId="fa5d8dce-1e87-4da3-b2b1-08b1cf4c506d" providerId="ADAL" clId="{AE1C2C96-5EC5-4135-AB6C-6ED693E8D061}" dt="2025-03-23T15:32:40.154" v="17487" actId="47"/>
        <pc:sldMkLst>
          <pc:docMk/>
          <pc:sldMk cId="1289446398" sldId="306"/>
        </pc:sldMkLst>
        <pc:spChg chg="add del mod">
          <ac:chgData name="Duong, Thi Quynh Nhi  SH/HZA-HAADD" userId="fa5d8dce-1e87-4da3-b2b1-08b1cf4c506d" providerId="ADAL" clId="{AE1C2C96-5EC5-4135-AB6C-6ED693E8D061}" dt="2025-03-23T15:32:18.368" v="17482" actId="47"/>
          <ac:spMkLst>
            <pc:docMk/>
            <pc:sldMk cId="1289446398" sldId="306"/>
            <ac:spMk id="4" creationId="{270E8BF5-0842-695C-C52C-687ADE541C51}"/>
          </ac:spMkLst>
        </pc:spChg>
        <pc:spChg chg="del">
          <ac:chgData name="Duong, Thi Quynh Nhi  SH/HZA-HAADD" userId="fa5d8dce-1e87-4da3-b2b1-08b1cf4c506d" providerId="ADAL" clId="{AE1C2C96-5EC5-4135-AB6C-6ED693E8D061}" dt="2025-03-23T15:32:01.956" v="17468"/>
          <ac:spMkLst>
            <pc:docMk/>
            <pc:sldMk cId="1289446398" sldId="306"/>
            <ac:spMk id="42" creationId="{743AA782-23D1-4521-8CAD-47662984AA08}"/>
          </ac:spMkLst>
        </pc:spChg>
        <pc:spChg chg="del">
          <ac:chgData name="Duong, Thi Quynh Nhi  SH/HZA-HAADD" userId="fa5d8dce-1e87-4da3-b2b1-08b1cf4c506d" providerId="ADAL" clId="{AE1C2C96-5EC5-4135-AB6C-6ED693E8D061}" dt="2025-03-23T15:32:01.956" v="17468"/>
          <ac:spMkLst>
            <pc:docMk/>
            <pc:sldMk cId="1289446398" sldId="306"/>
            <ac:spMk id="44" creationId="{650D18FE-0824-4A46-B22C-A86B52E5780A}"/>
          </ac:spMkLst>
        </pc:spChg>
      </pc:sldChg>
      <pc:sldChg chg="addSp delSp modSp add del mod ord setBg">
        <pc:chgData name="Duong, Thi Quynh Nhi  SH/HZA-HAADD" userId="fa5d8dce-1e87-4da3-b2b1-08b1cf4c506d" providerId="ADAL" clId="{AE1C2C96-5EC5-4135-AB6C-6ED693E8D061}" dt="2025-03-24T18:32:19.247" v="23846" actId="2696"/>
        <pc:sldMkLst>
          <pc:docMk/>
          <pc:sldMk cId="2370049226" sldId="306"/>
        </pc:sldMkLst>
        <pc:spChg chg="mod">
          <ac:chgData name="Duong, Thi Quynh Nhi  SH/HZA-HAADD" userId="fa5d8dce-1e87-4da3-b2b1-08b1cf4c506d" providerId="ADAL" clId="{AE1C2C96-5EC5-4135-AB6C-6ED693E8D061}" dt="2025-03-23T17:20:39.573" v="17943" actId="20577"/>
          <ac:spMkLst>
            <pc:docMk/>
            <pc:sldMk cId="2370049226" sldId="306"/>
            <ac:spMk id="2" creationId="{D3E00EB4-4A79-8AE3-6BEE-71C6DDAEF7FC}"/>
          </ac:spMkLst>
        </pc:spChg>
        <pc:spChg chg="add del mod">
          <ac:chgData name="Duong, Thi Quynh Nhi  SH/HZA-HAADD" userId="fa5d8dce-1e87-4da3-b2b1-08b1cf4c506d" providerId="ADAL" clId="{AE1C2C96-5EC5-4135-AB6C-6ED693E8D061}" dt="2025-03-23T17:06:21.609" v="17920" actId="478"/>
          <ac:spMkLst>
            <pc:docMk/>
            <pc:sldMk cId="2370049226" sldId="306"/>
            <ac:spMk id="7" creationId="{27902FD4-900F-5A0D-9EAD-CBEF6E143CC0}"/>
          </ac:spMkLst>
        </pc:spChg>
        <pc:picChg chg="del">
          <ac:chgData name="Duong, Thi Quynh Nhi  SH/HZA-HAADD" userId="fa5d8dce-1e87-4da3-b2b1-08b1cf4c506d" providerId="ADAL" clId="{AE1C2C96-5EC5-4135-AB6C-6ED693E8D061}" dt="2025-03-23T17:06:16.669" v="17917" actId="478"/>
          <ac:picMkLst>
            <pc:docMk/>
            <pc:sldMk cId="2370049226" sldId="306"/>
            <ac:picMk id="4" creationId="{35900447-4478-98E0-5752-7996F6755F93}"/>
          </ac:picMkLst>
        </pc:picChg>
        <pc:picChg chg="mod">
          <ac:chgData name="Duong, Thi Quynh Nhi  SH/HZA-HAADD" userId="fa5d8dce-1e87-4da3-b2b1-08b1cf4c506d" providerId="ADAL" clId="{AE1C2C96-5EC5-4135-AB6C-6ED693E8D061}" dt="2025-03-23T17:06:52.340" v="17939" actId="14100"/>
          <ac:picMkLst>
            <pc:docMk/>
            <pc:sldMk cId="2370049226" sldId="306"/>
            <ac:picMk id="5" creationId="{EDEEF413-3B39-97A0-5CBD-7136007B165D}"/>
          </ac:picMkLst>
        </pc:picChg>
        <pc:picChg chg="add mod">
          <ac:chgData name="Duong, Thi Quynh Nhi  SH/HZA-HAADD" userId="fa5d8dce-1e87-4da3-b2b1-08b1cf4c506d" providerId="ADAL" clId="{AE1C2C96-5EC5-4135-AB6C-6ED693E8D061}" dt="2025-03-23T17:06:58.191" v="17942" actId="1076"/>
          <ac:picMkLst>
            <pc:docMk/>
            <pc:sldMk cId="2370049226" sldId="306"/>
            <ac:picMk id="9" creationId="{BFC5E438-07B6-7C05-F0E4-D56F6F0D2997}"/>
          </ac:picMkLst>
        </pc:picChg>
      </pc:sldChg>
      <pc:sldChg chg="addSp delSp modSp add del mod ord setBg">
        <pc:chgData name="Duong, Thi Quynh Nhi  SH/HZA-HAADD" userId="fa5d8dce-1e87-4da3-b2b1-08b1cf4c506d" providerId="ADAL" clId="{AE1C2C96-5EC5-4135-AB6C-6ED693E8D061}" dt="2025-03-24T18:32:22.797" v="23847" actId="2696"/>
        <pc:sldMkLst>
          <pc:docMk/>
          <pc:sldMk cId="3130708169" sldId="307"/>
        </pc:sldMkLst>
        <pc:spChg chg="mod">
          <ac:chgData name="Duong, Thi Quynh Nhi  SH/HZA-HAADD" userId="fa5d8dce-1e87-4da3-b2b1-08b1cf4c506d" providerId="ADAL" clId="{AE1C2C96-5EC5-4135-AB6C-6ED693E8D061}" dt="2025-03-23T17:20:46.166" v="17944" actId="20577"/>
          <ac:spMkLst>
            <pc:docMk/>
            <pc:sldMk cId="3130708169" sldId="307"/>
            <ac:spMk id="2" creationId="{BA5321A0-11EC-9F73-FE3A-E2AA6574FFF4}"/>
          </ac:spMkLst>
        </pc:spChg>
        <pc:spChg chg="add del mod">
          <ac:chgData name="Duong, Thi Quynh Nhi  SH/HZA-HAADD" userId="fa5d8dce-1e87-4da3-b2b1-08b1cf4c506d" providerId="ADAL" clId="{AE1C2C96-5EC5-4135-AB6C-6ED693E8D061}" dt="2025-03-23T17:21:57.674" v="17947" actId="478"/>
          <ac:spMkLst>
            <pc:docMk/>
            <pc:sldMk cId="3130708169" sldId="307"/>
            <ac:spMk id="7" creationId="{51CCF700-191F-C34F-B8E9-9AB077AFC834}"/>
          </ac:spMkLst>
        </pc:spChg>
        <pc:picChg chg="del">
          <ac:chgData name="Duong, Thi Quynh Nhi  SH/HZA-HAADD" userId="fa5d8dce-1e87-4da3-b2b1-08b1cf4c506d" providerId="ADAL" clId="{AE1C2C96-5EC5-4135-AB6C-6ED693E8D061}" dt="2025-03-23T17:21:54.620" v="17945" actId="478"/>
          <ac:picMkLst>
            <pc:docMk/>
            <pc:sldMk cId="3130708169" sldId="307"/>
            <ac:picMk id="4" creationId="{4A244FA4-8CE1-78CC-6ADD-DAE084E624ED}"/>
          </ac:picMkLst>
        </pc:picChg>
        <pc:picChg chg="mod">
          <ac:chgData name="Duong, Thi Quynh Nhi  SH/HZA-HAADD" userId="fa5d8dce-1e87-4da3-b2b1-08b1cf4c506d" providerId="ADAL" clId="{AE1C2C96-5EC5-4135-AB6C-6ED693E8D061}" dt="2025-03-23T17:22:00.493" v="17948" actId="14100"/>
          <ac:picMkLst>
            <pc:docMk/>
            <pc:sldMk cId="3130708169" sldId="307"/>
            <ac:picMk id="5" creationId="{13663402-C3D3-A740-7802-EE904943E688}"/>
          </ac:picMkLst>
        </pc:picChg>
        <pc:picChg chg="add mod">
          <ac:chgData name="Duong, Thi Quynh Nhi  SH/HZA-HAADD" userId="fa5d8dce-1e87-4da3-b2b1-08b1cf4c506d" providerId="ADAL" clId="{AE1C2C96-5EC5-4135-AB6C-6ED693E8D061}" dt="2025-03-23T17:22:04.425" v="17951" actId="1076"/>
          <ac:picMkLst>
            <pc:docMk/>
            <pc:sldMk cId="3130708169" sldId="307"/>
            <ac:picMk id="9" creationId="{A6427BFB-DF5F-C1C6-D1E7-C9751DB09492}"/>
          </ac:picMkLst>
        </pc:picChg>
      </pc:sldChg>
      <pc:sldChg chg="addSp delSp modSp add del mod setBg">
        <pc:chgData name="Duong, Thi Quynh Nhi  SH/HZA-HAADD" userId="fa5d8dce-1e87-4da3-b2b1-08b1cf4c506d" providerId="ADAL" clId="{AE1C2C96-5EC5-4135-AB6C-6ED693E8D061}" dt="2025-03-24T09:40:31.450" v="19522" actId="2696"/>
        <pc:sldMkLst>
          <pc:docMk/>
          <pc:sldMk cId="2482985668" sldId="308"/>
        </pc:sldMkLst>
        <pc:spChg chg="mod">
          <ac:chgData name="Duong, Thi Quynh Nhi  SH/HZA-HAADD" userId="fa5d8dce-1e87-4da3-b2b1-08b1cf4c506d" providerId="ADAL" clId="{AE1C2C96-5EC5-4135-AB6C-6ED693E8D061}" dt="2025-03-23T17:31:45.623" v="17956" actId="1076"/>
          <ac:spMkLst>
            <pc:docMk/>
            <pc:sldMk cId="2482985668" sldId="308"/>
            <ac:spMk id="2" creationId="{2A338951-773D-F67A-E407-2D68D329464F}"/>
          </ac:spMkLst>
        </pc:spChg>
        <pc:spChg chg="add del mod">
          <ac:chgData name="Duong, Thi Quynh Nhi  SH/HZA-HAADD" userId="fa5d8dce-1e87-4da3-b2b1-08b1cf4c506d" providerId="ADAL" clId="{AE1C2C96-5EC5-4135-AB6C-6ED693E8D061}" dt="2025-03-23T17:33:02.227" v="17958" actId="22"/>
          <ac:spMkLst>
            <pc:docMk/>
            <pc:sldMk cId="2482985668" sldId="308"/>
            <ac:spMk id="7" creationId="{E4FD5A08-31CA-7F12-666B-E7933B3A64CC}"/>
          </ac:spMkLst>
        </pc:spChg>
        <pc:spChg chg="add del mod">
          <ac:chgData name="Duong, Thi Quynh Nhi  SH/HZA-HAADD" userId="fa5d8dce-1e87-4da3-b2b1-08b1cf4c506d" providerId="ADAL" clId="{AE1C2C96-5EC5-4135-AB6C-6ED693E8D061}" dt="2025-03-23T18:27:48.018" v="18009" actId="478"/>
          <ac:spMkLst>
            <pc:docMk/>
            <pc:sldMk cId="2482985668" sldId="308"/>
            <ac:spMk id="11" creationId="{9193ED2C-C5BD-3506-80BE-7F5F7BB68A97}"/>
          </ac:spMkLst>
        </pc:spChg>
        <pc:picChg chg="del">
          <ac:chgData name="Duong, Thi Quynh Nhi  SH/HZA-HAADD" userId="fa5d8dce-1e87-4da3-b2b1-08b1cf4c506d" providerId="ADAL" clId="{AE1C2C96-5EC5-4135-AB6C-6ED693E8D061}" dt="2025-03-23T17:31:48.703" v="17957" actId="478"/>
          <ac:picMkLst>
            <pc:docMk/>
            <pc:sldMk cId="2482985668" sldId="308"/>
            <ac:picMk id="4" creationId="{4C6FB910-4DEB-7F00-825D-F2C686A53127}"/>
          </ac:picMkLst>
        </pc:picChg>
        <pc:picChg chg="mod modCrop">
          <ac:chgData name="Duong, Thi Quynh Nhi  SH/HZA-HAADD" userId="fa5d8dce-1e87-4da3-b2b1-08b1cf4c506d" providerId="ADAL" clId="{AE1C2C96-5EC5-4135-AB6C-6ED693E8D061}" dt="2025-03-23T17:33:23.642" v="17970" actId="1076"/>
          <ac:picMkLst>
            <pc:docMk/>
            <pc:sldMk cId="2482985668" sldId="308"/>
            <ac:picMk id="5" creationId="{A7E20DAE-BC13-2A9A-D7D2-F62F1E6A046E}"/>
          </ac:picMkLst>
        </pc:picChg>
        <pc:picChg chg="add del mod ord">
          <ac:chgData name="Duong, Thi Quynh Nhi  SH/HZA-HAADD" userId="fa5d8dce-1e87-4da3-b2b1-08b1cf4c506d" providerId="ADAL" clId="{AE1C2C96-5EC5-4135-AB6C-6ED693E8D061}" dt="2025-03-23T18:21:28.076" v="17982" actId="478"/>
          <ac:picMkLst>
            <pc:docMk/>
            <pc:sldMk cId="2482985668" sldId="308"/>
            <ac:picMk id="9" creationId="{4BC0A128-6905-177C-FBA7-D8A375B8760B}"/>
          </ac:picMkLst>
        </pc:picChg>
        <pc:picChg chg="add del mod">
          <ac:chgData name="Duong, Thi Quynh Nhi  SH/HZA-HAADD" userId="fa5d8dce-1e87-4da3-b2b1-08b1cf4c506d" providerId="ADAL" clId="{AE1C2C96-5EC5-4135-AB6C-6ED693E8D061}" dt="2025-03-23T18:55:01.789" v="18016" actId="478"/>
          <ac:picMkLst>
            <pc:docMk/>
            <pc:sldMk cId="2482985668" sldId="308"/>
            <ac:picMk id="13" creationId="{A7D561ED-66C1-3F8A-F259-6DB056FEAFB2}"/>
          </ac:picMkLst>
        </pc:picChg>
        <pc:picChg chg="add mod">
          <ac:chgData name="Duong, Thi Quynh Nhi  SH/HZA-HAADD" userId="fa5d8dce-1e87-4da3-b2b1-08b1cf4c506d" providerId="ADAL" clId="{AE1C2C96-5EC5-4135-AB6C-6ED693E8D061}" dt="2025-03-23T18:54:42.124" v="18014" actId="1076"/>
          <ac:picMkLst>
            <pc:docMk/>
            <pc:sldMk cId="2482985668" sldId="308"/>
            <ac:picMk id="15" creationId="{BF906B13-DD2F-E0C8-1CD6-C51AB623DDFF}"/>
          </ac:picMkLst>
        </pc:picChg>
      </pc:sldChg>
      <pc:sldChg chg="addSp delSp modSp add del mod ord">
        <pc:chgData name="Duong, Thi Quynh Nhi  SH/HZA-HAADD" userId="fa5d8dce-1e87-4da3-b2b1-08b1cf4c506d" providerId="ADAL" clId="{AE1C2C96-5EC5-4135-AB6C-6ED693E8D061}" dt="2025-03-24T17:40:10.817" v="23346" actId="2696"/>
        <pc:sldMkLst>
          <pc:docMk/>
          <pc:sldMk cId="4147396197" sldId="309"/>
        </pc:sldMkLst>
        <pc:spChg chg="mod">
          <ac:chgData name="Duong, Thi Quynh Nhi  SH/HZA-HAADD" userId="fa5d8dce-1e87-4da3-b2b1-08b1cf4c506d" providerId="ADAL" clId="{AE1C2C96-5EC5-4135-AB6C-6ED693E8D061}" dt="2025-03-24T09:37:29.306" v="19518" actId="20577"/>
          <ac:spMkLst>
            <pc:docMk/>
            <pc:sldMk cId="4147396197" sldId="309"/>
            <ac:spMk id="2" creationId="{9D5502B5-63A0-2080-631B-597AFB195361}"/>
          </ac:spMkLst>
        </pc:spChg>
        <pc:spChg chg="add del mod">
          <ac:chgData name="Duong, Thi Quynh Nhi  SH/HZA-HAADD" userId="fa5d8dce-1e87-4da3-b2b1-08b1cf4c506d" providerId="ADAL" clId="{AE1C2C96-5EC5-4135-AB6C-6ED693E8D061}" dt="2025-03-23T18:20:50.835" v="17976" actId="22"/>
          <ac:spMkLst>
            <pc:docMk/>
            <pc:sldMk cId="4147396197" sldId="309"/>
            <ac:spMk id="4" creationId="{99C45578-A8C8-4368-2DEA-B5C5E0F75199}"/>
          </ac:spMkLst>
        </pc:spChg>
        <pc:picChg chg="add mod ord">
          <ac:chgData name="Duong, Thi Quynh Nhi  SH/HZA-HAADD" userId="fa5d8dce-1e87-4da3-b2b1-08b1cf4c506d" providerId="ADAL" clId="{AE1C2C96-5EC5-4135-AB6C-6ED693E8D061}" dt="2025-03-23T20:09:12.686" v="18033" actId="1076"/>
          <ac:picMkLst>
            <pc:docMk/>
            <pc:sldMk cId="4147396197" sldId="309"/>
            <ac:picMk id="8" creationId="{5280697C-3B95-648C-008D-2E07A4AF5BDC}"/>
          </ac:picMkLst>
        </pc:picChg>
        <pc:picChg chg="del">
          <ac:chgData name="Duong, Thi Quynh Nhi  SH/HZA-HAADD" userId="fa5d8dce-1e87-4da3-b2b1-08b1cf4c506d" providerId="ADAL" clId="{AE1C2C96-5EC5-4135-AB6C-6ED693E8D061}" dt="2025-03-23T18:17:53.698" v="17975" actId="478"/>
          <ac:picMkLst>
            <pc:docMk/>
            <pc:sldMk cId="4147396197" sldId="309"/>
            <ac:picMk id="9" creationId="{666C3ADC-6A70-2FA3-AADD-A54A270A9217}"/>
          </ac:picMkLst>
        </pc:picChg>
      </pc:sldChg>
      <pc:sldChg chg="addSp delSp modSp add del mod ord">
        <pc:chgData name="Duong, Thi Quynh Nhi  SH/HZA-HAADD" userId="fa5d8dce-1e87-4da3-b2b1-08b1cf4c506d" providerId="ADAL" clId="{AE1C2C96-5EC5-4135-AB6C-6ED693E8D061}" dt="2025-03-23T18:25:39.564" v="18004" actId="47"/>
        <pc:sldMkLst>
          <pc:docMk/>
          <pc:sldMk cId="3042511845" sldId="310"/>
        </pc:sldMkLst>
        <pc:picChg chg="add mod">
          <ac:chgData name="Duong, Thi Quynh Nhi  SH/HZA-HAADD" userId="fa5d8dce-1e87-4da3-b2b1-08b1cf4c506d" providerId="ADAL" clId="{AE1C2C96-5EC5-4135-AB6C-6ED693E8D061}" dt="2025-03-23T18:24:54.156" v="17998" actId="1076"/>
          <ac:picMkLst>
            <pc:docMk/>
            <pc:sldMk cId="3042511845" sldId="310"/>
            <ac:picMk id="4" creationId="{E6EF2915-1149-239F-EC40-1AA04D0E3C43}"/>
          </ac:picMkLst>
        </pc:picChg>
        <pc:picChg chg="del">
          <ac:chgData name="Duong, Thi Quynh Nhi  SH/HZA-HAADD" userId="fa5d8dce-1e87-4da3-b2b1-08b1cf4c506d" providerId="ADAL" clId="{AE1C2C96-5EC5-4135-AB6C-6ED693E8D061}" dt="2025-03-23T18:24:36.547" v="17993" actId="478"/>
          <ac:picMkLst>
            <pc:docMk/>
            <pc:sldMk cId="3042511845" sldId="310"/>
            <ac:picMk id="9" creationId="{A6E20D29-65A7-70C6-1EFB-66772FD30FAE}"/>
          </ac:picMkLst>
        </pc:picChg>
      </pc:sldChg>
      <pc:sldChg chg="addSp delSp modSp add del mod ord">
        <pc:chgData name="Duong, Thi Quynh Nhi  SH/HZA-HAADD" userId="fa5d8dce-1e87-4da3-b2b1-08b1cf4c506d" providerId="ADAL" clId="{AE1C2C96-5EC5-4135-AB6C-6ED693E8D061}" dt="2025-03-24T09:39:51.078" v="19520" actId="2696"/>
        <pc:sldMkLst>
          <pc:docMk/>
          <pc:sldMk cId="947189699" sldId="311"/>
        </pc:sldMkLst>
        <pc:picChg chg="add mod">
          <ac:chgData name="Duong, Thi Quynh Nhi  SH/HZA-HAADD" userId="fa5d8dce-1e87-4da3-b2b1-08b1cf4c506d" providerId="ADAL" clId="{AE1C2C96-5EC5-4135-AB6C-6ED693E8D061}" dt="2025-03-23T18:25:34.893" v="18003"/>
          <ac:picMkLst>
            <pc:docMk/>
            <pc:sldMk cId="947189699" sldId="311"/>
            <ac:picMk id="3" creationId="{25351644-F4EC-E3FC-8347-ED166BD3695A}"/>
          </ac:picMkLst>
        </pc:picChg>
        <pc:picChg chg="del">
          <ac:chgData name="Duong, Thi Quynh Nhi  SH/HZA-HAADD" userId="fa5d8dce-1e87-4da3-b2b1-08b1cf4c506d" providerId="ADAL" clId="{AE1C2C96-5EC5-4135-AB6C-6ED693E8D061}" dt="2025-03-23T18:25:34.686" v="18002" actId="478"/>
          <ac:picMkLst>
            <pc:docMk/>
            <pc:sldMk cId="947189699" sldId="311"/>
            <ac:picMk id="9" creationId="{3523D748-9BC3-C147-68F9-9B2AD6244303}"/>
          </ac:picMkLst>
        </pc:picChg>
      </pc:sldChg>
      <pc:sldChg chg="add del">
        <pc:chgData name="Duong, Thi Quynh Nhi  SH/HZA-HAADD" userId="fa5d8dce-1e87-4da3-b2b1-08b1cf4c506d" providerId="ADAL" clId="{AE1C2C96-5EC5-4135-AB6C-6ED693E8D061}" dt="2025-03-23T18:24:40.830" v="17995"/>
        <pc:sldMkLst>
          <pc:docMk/>
          <pc:sldMk cId="2393830281" sldId="311"/>
        </pc:sldMkLst>
      </pc:sldChg>
      <pc:sldChg chg="delSp modSp add del mod ord">
        <pc:chgData name="Duong, Thi Quynh Nhi  SH/HZA-HAADD" userId="fa5d8dce-1e87-4da3-b2b1-08b1cf4c506d" providerId="ADAL" clId="{AE1C2C96-5EC5-4135-AB6C-6ED693E8D061}" dt="2025-03-24T18:32:25.752" v="23848" actId="2696"/>
        <pc:sldMkLst>
          <pc:docMk/>
          <pc:sldMk cId="1299284736" sldId="312"/>
        </pc:sldMkLst>
        <pc:picChg chg="mod">
          <ac:chgData name="Duong, Thi Quynh Nhi  SH/HZA-HAADD" userId="fa5d8dce-1e87-4da3-b2b1-08b1cf4c506d" providerId="ADAL" clId="{AE1C2C96-5EC5-4135-AB6C-6ED693E8D061}" dt="2025-03-23T18:55:09.395" v="18018" actId="1076"/>
          <ac:picMkLst>
            <pc:docMk/>
            <pc:sldMk cId="1299284736" sldId="312"/>
            <ac:picMk id="13" creationId="{31D545DE-317B-19A3-A294-6B1394B6D88B}"/>
          </ac:picMkLst>
        </pc:picChg>
        <pc:picChg chg="del">
          <ac:chgData name="Duong, Thi Quynh Nhi  SH/HZA-HAADD" userId="fa5d8dce-1e87-4da3-b2b1-08b1cf4c506d" providerId="ADAL" clId="{AE1C2C96-5EC5-4135-AB6C-6ED693E8D061}" dt="2025-03-23T18:55:05.336" v="18017" actId="478"/>
          <ac:picMkLst>
            <pc:docMk/>
            <pc:sldMk cId="1299284736" sldId="312"/>
            <ac:picMk id="15" creationId="{023A6DC0-9414-FA79-FF78-4F493C9BD876}"/>
          </ac:picMkLst>
        </pc:picChg>
      </pc:sldChg>
      <pc:sldChg chg="addSp delSp modSp new mod modAnim">
        <pc:chgData name="Duong, Thi Quynh Nhi  SH/HZA-HAADD" userId="fa5d8dce-1e87-4da3-b2b1-08b1cf4c506d" providerId="ADAL" clId="{AE1C2C96-5EC5-4135-AB6C-6ED693E8D061}" dt="2025-03-23T20:18:57.660" v="18645" actId="20577"/>
        <pc:sldMkLst>
          <pc:docMk/>
          <pc:sldMk cId="3983500062" sldId="313"/>
        </pc:sldMkLst>
        <pc:spChg chg="mod">
          <ac:chgData name="Duong, Thi Quynh Nhi  SH/HZA-HAADD" userId="fa5d8dce-1e87-4da3-b2b1-08b1cf4c506d" providerId="ADAL" clId="{AE1C2C96-5EC5-4135-AB6C-6ED693E8D061}" dt="2025-03-23T20:18:57.660" v="18645" actId="20577"/>
          <ac:spMkLst>
            <pc:docMk/>
            <pc:sldMk cId="3983500062" sldId="313"/>
            <ac:spMk id="2" creationId="{85F90C0A-E709-16EB-9DB8-9E04388E5DD7}"/>
          </ac:spMkLst>
        </pc:spChg>
        <pc:spChg chg="del">
          <ac:chgData name="Duong, Thi Quynh Nhi  SH/HZA-HAADD" userId="fa5d8dce-1e87-4da3-b2b1-08b1cf4c506d" providerId="ADAL" clId="{AE1C2C96-5EC5-4135-AB6C-6ED693E8D061}" dt="2025-03-23T20:17:40.661" v="18628" actId="478"/>
          <ac:spMkLst>
            <pc:docMk/>
            <pc:sldMk cId="3983500062" sldId="313"/>
            <ac:spMk id="3" creationId="{93861C14-CE37-79B0-3B39-EE31B2FDABEB}"/>
          </ac:spMkLst>
        </pc:spChg>
        <pc:picChg chg="add mod">
          <ac:chgData name="Duong, Thi Quynh Nhi  SH/HZA-HAADD" userId="fa5d8dce-1e87-4da3-b2b1-08b1cf4c506d" providerId="ADAL" clId="{AE1C2C96-5EC5-4135-AB6C-6ED693E8D061}" dt="2025-03-23T20:17:55.664" v="18633"/>
          <ac:picMkLst>
            <pc:docMk/>
            <pc:sldMk cId="3983500062" sldId="313"/>
            <ac:picMk id="4" creationId="{9B9C8BBD-671B-7479-9D2D-DA6409671DD4}"/>
          </ac:picMkLst>
        </pc:picChg>
        <pc:picChg chg="add mod">
          <ac:chgData name="Duong, Thi Quynh Nhi  SH/HZA-HAADD" userId="fa5d8dce-1e87-4da3-b2b1-08b1cf4c506d" providerId="ADAL" clId="{AE1C2C96-5EC5-4135-AB6C-6ED693E8D061}" dt="2025-03-23T20:18:48.595" v="18643" actId="1076"/>
          <ac:picMkLst>
            <pc:docMk/>
            <pc:sldMk cId="3983500062" sldId="313"/>
            <ac:picMk id="5" creationId="{51B81A48-E634-F621-3364-E8E1E06E5C70}"/>
          </ac:picMkLst>
        </pc:picChg>
        <pc:picChg chg="add mod">
          <ac:chgData name="Duong, Thi Quynh Nhi  SH/HZA-HAADD" userId="fa5d8dce-1e87-4da3-b2b1-08b1cf4c506d" providerId="ADAL" clId="{AE1C2C96-5EC5-4135-AB6C-6ED693E8D061}" dt="2025-03-23T20:18:43.543" v="18642" actId="1076"/>
          <ac:picMkLst>
            <pc:docMk/>
            <pc:sldMk cId="3983500062" sldId="313"/>
            <ac:picMk id="6" creationId="{BAA7C56D-C4D1-398F-92EF-51492292E51B}"/>
          </ac:picMkLst>
        </pc:picChg>
      </pc:sldChg>
      <pc:sldChg chg="addSp delSp modSp new add del mod ord setBg">
        <pc:chgData name="Duong, Thi Quynh Nhi  SH/HZA-HAADD" userId="fa5d8dce-1e87-4da3-b2b1-08b1cf4c506d" providerId="ADAL" clId="{AE1C2C96-5EC5-4135-AB6C-6ED693E8D061}" dt="2025-03-24T17:54:39.313" v="23417" actId="113"/>
        <pc:sldMkLst>
          <pc:docMk/>
          <pc:sldMk cId="2225027284" sldId="314"/>
        </pc:sldMkLst>
        <pc:spChg chg="mod">
          <ac:chgData name="Duong, Thi Quynh Nhi  SH/HZA-HAADD" userId="fa5d8dce-1e87-4da3-b2b1-08b1cf4c506d" providerId="ADAL" clId="{AE1C2C96-5EC5-4135-AB6C-6ED693E8D061}" dt="2025-03-24T17:54:39.313" v="23417" actId="113"/>
          <ac:spMkLst>
            <pc:docMk/>
            <pc:sldMk cId="2225027284" sldId="314"/>
            <ac:spMk id="2" creationId="{431D8F45-0AA8-21CB-8CAE-CF74080CE585}"/>
          </ac:spMkLst>
        </pc:spChg>
        <pc:spChg chg="mod">
          <ac:chgData name="Duong, Thi Quynh Nhi  SH/HZA-HAADD" userId="fa5d8dce-1e87-4da3-b2b1-08b1cf4c506d" providerId="ADAL" clId="{AE1C2C96-5EC5-4135-AB6C-6ED693E8D061}" dt="2025-03-24T17:53:51.963" v="23411" actId="14100"/>
          <ac:spMkLst>
            <pc:docMk/>
            <pc:sldMk cId="2225027284" sldId="314"/>
            <ac:spMk id="3" creationId="{98DD93AB-02DC-8923-5B77-7EB01243683E}"/>
          </ac:spMkLst>
        </pc:spChg>
        <pc:spChg chg="add">
          <ac:chgData name="Duong, Thi Quynh Nhi  SH/HZA-HAADD" userId="fa5d8dce-1e87-4da3-b2b1-08b1cf4c506d" providerId="ADAL" clId="{AE1C2C96-5EC5-4135-AB6C-6ED693E8D061}" dt="2025-03-24T17:47:51.895" v="23362" actId="26606"/>
          <ac:spMkLst>
            <pc:docMk/>
            <pc:sldMk cId="2225027284" sldId="314"/>
            <ac:spMk id="11" creationId="{743AA782-23D1-4521-8CAD-47662984AA08}"/>
          </ac:spMkLst>
        </pc:spChg>
        <pc:spChg chg="add">
          <ac:chgData name="Duong, Thi Quynh Nhi  SH/HZA-HAADD" userId="fa5d8dce-1e87-4da3-b2b1-08b1cf4c506d" providerId="ADAL" clId="{AE1C2C96-5EC5-4135-AB6C-6ED693E8D061}" dt="2025-03-24T17:47:51.895" v="23362" actId="26606"/>
          <ac:spMkLst>
            <pc:docMk/>
            <pc:sldMk cId="2225027284" sldId="314"/>
            <ac:spMk id="13" creationId="{71877DBC-BB60-40F0-AC93-2ACDBAAE60CE}"/>
          </ac:spMkLst>
        </pc:spChg>
        <pc:picChg chg="add mod">
          <ac:chgData name="Duong, Thi Quynh Nhi  SH/HZA-HAADD" userId="fa5d8dce-1e87-4da3-b2b1-08b1cf4c506d" providerId="ADAL" clId="{AE1C2C96-5EC5-4135-AB6C-6ED693E8D061}" dt="2025-03-24T12:56:01.793" v="19619"/>
          <ac:picMkLst>
            <pc:docMk/>
            <pc:sldMk cId="2225027284" sldId="314"/>
            <ac:picMk id="4" creationId="{8E21B428-1EDA-F080-CE87-7EF96FDC3F08}"/>
          </ac:picMkLst>
        </pc:picChg>
        <pc:picChg chg="add del mod">
          <ac:chgData name="Duong, Thi Quynh Nhi  SH/HZA-HAADD" userId="fa5d8dce-1e87-4da3-b2b1-08b1cf4c506d" providerId="ADAL" clId="{AE1C2C96-5EC5-4135-AB6C-6ED693E8D061}" dt="2025-03-24T14:50:16.415" v="20089" actId="478"/>
          <ac:picMkLst>
            <pc:docMk/>
            <pc:sldMk cId="2225027284" sldId="314"/>
            <ac:picMk id="5" creationId="{8FF125E0-2CC0-A9BD-71C8-39F8DB7BF081}"/>
          </ac:picMkLst>
        </pc:picChg>
        <pc:picChg chg="add mod ord">
          <ac:chgData name="Duong, Thi Quynh Nhi  SH/HZA-HAADD" userId="fa5d8dce-1e87-4da3-b2b1-08b1cf4c506d" providerId="ADAL" clId="{AE1C2C96-5EC5-4135-AB6C-6ED693E8D061}" dt="2025-03-24T17:47:51.895" v="23362" actId="26606"/>
          <ac:picMkLst>
            <pc:docMk/>
            <pc:sldMk cId="2225027284" sldId="314"/>
            <ac:picMk id="6" creationId="{B48A9685-B0CE-1DD9-1058-53D233C87C13}"/>
          </ac:picMkLst>
        </pc:picChg>
      </pc:sldChg>
      <pc:sldChg chg="addSp delSp modSp new mod setBg modAnim">
        <pc:chgData name="Duong, Thi Quynh Nhi  SH/HZA-HAADD" userId="fa5d8dce-1e87-4da3-b2b1-08b1cf4c506d" providerId="ADAL" clId="{AE1C2C96-5EC5-4135-AB6C-6ED693E8D061}" dt="2025-03-24T18:41:05.669" v="23872" actId="20577"/>
        <pc:sldMkLst>
          <pc:docMk/>
          <pc:sldMk cId="3801434840" sldId="315"/>
        </pc:sldMkLst>
        <pc:spChg chg="del">
          <ac:chgData name="Duong, Thi Quynh Nhi  SH/HZA-HAADD" userId="fa5d8dce-1e87-4da3-b2b1-08b1cf4c506d" providerId="ADAL" clId="{AE1C2C96-5EC5-4135-AB6C-6ED693E8D061}" dt="2025-03-23T20:24:39.914" v="18736"/>
          <ac:spMkLst>
            <pc:docMk/>
            <pc:sldMk cId="3801434840" sldId="315"/>
            <ac:spMk id="2" creationId="{8690923F-C137-97A4-40B8-7E5DBCB79B4F}"/>
          </ac:spMkLst>
        </pc:spChg>
        <pc:spChg chg="add mod">
          <ac:chgData name="Duong, Thi Quynh Nhi  SH/HZA-HAADD" userId="fa5d8dce-1e87-4da3-b2b1-08b1cf4c506d" providerId="ADAL" clId="{AE1C2C96-5EC5-4135-AB6C-6ED693E8D061}" dt="2025-03-24T17:49:58.834" v="23372" actId="255"/>
          <ac:spMkLst>
            <pc:docMk/>
            <pc:sldMk cId="3801434840" sldId="315"/>
            <ac:spMk id="3" creationId="{D88A1728-1902-1EC8-B322-731CCE734B77}"/>
          </ac:spMkLst>
        </pc:spChg>
        <pc:spChg chg="add mod">
          <ac:chgData name="Duong, Thi Quynh Nhi  SH/HZA-HAADD" userId="fa5d8dce-1e87-4da3-b2b1-08b1cf4c506d" providerId="ADAL" clId="{AE1C2C96-5EC5-4135-AB6C-6ED693E8D061}" dt="2025-03-24T18:41:05.669" v="23872" actId="20577"/>
          <ac:spMkLst>
            <pc:docMk/>
            <pc:sldMk cId="3801434840" sldId="315"/>
            <ac:spMk id="4" creationId="{4DBA1743-7584-9623-A250-6B0B3920D9A0}"/>
          </ac:spMkLst>
        </pc:spChg>
        <pc:spChg chg="add del">
          <ac:chgData name="Duong, Thi Quynh Nhi  SH/HZA-HAADD" userId="fa5d8dce-1e87-4da3-b2b1-08b1cf4c506d" providerId="ADAL" clId="{AE1C2C96-5EC5-4135-AB6C-6ED693E8D061}" dt="2025-03-23T20:25:10.363" v="18741" actId="26606"/>
          <ac:spMkLst>
            <pc:docMk/>
            <pc:sldMk cId="3801434840" sldId="315"/>
            <ac:spMk id="11" creationId="{743AA782-23D1-4521-8CAD-47662984AA08}"/>
          </ac:spMkLst>
        </pc:spChg>
        <pc:spChg chg="add del">
          <ac:chgData name="Duong, Thi Quynh Nhi  SH/HZA-HAADD" userId="fa5d8dce-1e87-4da3-b2b1-08b1cf4c506d" providerId="ADAL" clId="{AE1C2C96-5EC5-4135-AB6C-6ED693E8D061}" dt="2025-03-23T20:25:10.363" v="18741" actId="26606"/>
          <ac:spMkLst>
            <pc:docMk/>
            <pc:sldMk cId="3801434840" sldId="315"/>
            <ac:spMk id="13" creationId="{650D18FE-0824-4A46-B22C-A86B52E5780A}"/>
          </ac:spMkLst>
        </pc:spChg>
        <pc:spChg chg="add">
          <ac:chgData name="Duong, Thi Quynh Nhi  SH/HZA-HAADD" userId="fa5d8dce-1e87-4da3-b2b1-08b1cf4c506d" providerId="ADAL" clId="{AE1C2C96-5EC5-4135-AB6C-6ED693E8D061}" dt="2025-03-23T20:25:10.381" v="18742" actId="26606"/>
          <ac:spMkLst>
            <pc:docMk/>
            <pc:sldMk cId="3801434840" sldId="315"/>
            <ac:spMk id="15" creationId="{743AA782-23D1-4521-8CAD-47662984AA08}"/>
          </ac:spMkLst>
        </pc:spChg>
        <pc:spChg chg="add">
          <ac:chgData name="Duong, Thi Quynh Nhi  SH/HZA-HAADD" userId="fa5d8dce-1e87-4da3-b2b1-08b1cf4c506d" providerId="ADAL" clId="{AE1C2C96-5EC5-4135-AB6C-6ED693E8D061}" dt="2025-03-23T20:25:10.381" v="18742" actId="26606"/>
          <ac:spMkLst>
            <pc:docMk/>
            <pc:sldMk cId="3801434840" sldId="315"/>
            <ac:spMk id="16" creationId="{71877DBC-BB60-40F0-AC93-2ACDBAAE60CE}"/>
          </ac:spMkLst>
        </pc:spChg>
        <pc:picChg chg="add mod">
          <ac:chgData name="Duong, Thi Quynh Nhi  SH/HZA-HAADD" userId="fa5d8dce-1e87-4da3-b2b1-08b1cf4c506d" providerId="ADAL" clId="{AE1C2C96-5EC5-4135-AB6C-6ED693E8D061}" dt="2025-03-24T18:11:39.529" v="23443" actId="1076"/>
          <ac:picMkLst>
            <pc:docMk/>
            <pc:sldMk cId="3801434840" sldId="315"/>
            <ac:picMk id="5" creationId="{0FE1841D-6CF1-6425-40AC-8FF4E0F692E0}"/>
          </ac:picMkLst>
        </pc:picChg>
        <pc:picChg chg="add mod">
          <ac:chgData name="Duong, Thi Quynh Nhi  SH/HZA-HAADD" userId="fa5d8dce-1e87-4da3-b2b1-08b1cf4c506d" providerId="ADAL" clId="{AE1C2C96-5EC5-4135-AB6C-6ED693E8D061}" dt="2025-03-23T20:24:56.170" v="18739"/>
          <ac:picMkLst>
            <pc:docMk/>
            <pc:sldMk cId="3801434840" sldId="315"/>
            <ac:picMk id="6" creationId="{DD103270-B168-5739-42BE-ADDD21E184DC}"/>
          </ac:picMkLst>
        </pc:picChg>
      </pc:sldChg>
      <pc:sldChg chg="addSp modSp new mod ord">
        <pc:chgData name="Duong, Thi Quynh Nhi  SH/HZA-HAADD" userId="fa5d8dce-1e87-4da3-b2b1-08b1cf4c506d" providerId="ADAL" clId="{AE1C2C96-5EC5-4135-AB6C-6ED693E8D061}" dt="2025-03-24T18:29:23.437" v="23828" actId="255"/>
        <pc:sldMkLst>
          <pc:docMk/>
          <pc:sldMk cId="3827725439" sldId="316"/>
        </pc:sldMkLst>
        <pc:spChg chg="mod">
          <ac:chgData name="Duong, Thi Quynh Nhi  SH/HZA-HAADD" userId="fa5d8dce-1e87-4da3-b2b1-08b1cf4c506d" providerId="ADAL" clId="{AE1C2C96-5EC5-4135-AB6C-6ED693E8D061}" dt="2025-03-24T18:29:23.437" v="23828" actId="255"/>
          <ac:spMkLst>
            <pc:docMk/>
            <pc:sldMk cId="3827725439" sldId="316"/>
            <ac:spMk id="2" creationId="{1599D35F-E204-3721-A8D6-629FD5A0E351}"/>
          </ac:spMkLst>
        </pc:spChg>
        <pc:spChg chg="mod">
          <ac:chgData name="Duong, Thi Quynh Nhi  SH/HZA-HAADD" userId="fa5d8dce-1e87-4da3-b2b1-08b1cf4c506d" providerId="ADAL" clId="{AE1C2C96-5EC5-4135-AB6C-6ED693E8D061}" dt="2025-03-24T18:27:58.836" v="23820" actId="255"/>
          <ac:spMkLst>
            <pc:docMk/>
            <pc:sldMk cId="3827725439" sldId="316"/>
            <ac:spMk id="3" creationId="{1C979BC1-D734-AAEB-4042-80DEBD241180}"/>
          </ac:spMkLst>
        </pc:spChg>
        <pc:picChg chg="add mod">
          <ac:chgData name="Duong, Thi Quynh Nhi  SH/HZA-HAADD" userId="fa5d8dce-1e87-4da3-b2b1-08b1cf4c506d" providerId="ADAL" clId="{AE1C2C96-5EC5-4135-AB6C-6ED693E8D061}" dt="2025-03-24T16:59:22.746" v="22719"/>
          <ac:picMkLst>
            <pc:docMk/>
            <pc:sldMk cId="3827725439" sldId="316"/>
            <ac:picMk id="4" creationId="{1925D5B1-46E6-FB9D-D5C5-FD9ED3B4527A}"/>
          </ac:picMkLst>
        </pc:picChg>
        <pc:picChg chg="add mod">
          <ac:chgData name="Duong, Thi Quynh Nhi  SH/HZA-HAADD" userId="fa5d8dce-1e87-4da3-b2b1-08b1cf4c506d" providerId="ADAL" clId="{AE1C2C96-5EC5-4135-AB6C-6ED693E8D061}" dt="2025-03-24T18:28:17.565" v="23823" actId="1076"/>
          <ac:picMkLst>
            <pc:docMk/>
            <pc:sldMk cId="3827725439" sldId="316"/>
            <ac:picMk id="5" creationId="{EEA50DD3-2830-735F-EDE0-7810EB2171FC}"/>
          </ac:picMkLst>
        </pc:picChg>
      </pc:sldChg>
      <pc:sldChg chg="addSp delSp modSp new del mod ord">
        <pc:chgData name="Duong, Thi Quynh Nhi  SH/HZA-HAADD" userId="fa5d8dce-1e87-4da3-b2b1-08b1cf4c506d" providerId="ADAL" clId="{AE1C2C96-5EC5-4135-AB6C-6ED693E8D061}" dt="2025-03-24T17:40:07.342" v="23345" actId="2696"/>
        <pc:sldMkLst>
          <pc:docMk/>
          <pc:sldMk cId="3259175650" sldId="317"/>
        </pc:sldMkLst>
        <pc:spChg chg="mod">
          <ac:chgData name="Duong, Thi Quynh Nhi  SH/HZA-HAADD" userId="fa5d8dce-1e87-4da3-b2b1-08b1cf4c506d" providerId="ADAL" clId="{AE1C2C96-5EC5-4135-AB6C-6ED693E8D061}" dt="2025-03-24T09:35:25.896" v="19448" actId="20577"/>
          <ac:spMkLst>
            <pc:docMk/>
            <pc:sldMk cId="3259175650" sldId="317"/>
            <ac:spMk id="2" creationId="{B399DB82-AC14-B581-713A-E0F400B0FD2D}"/>
          </ac:spMkLst>
        </pc:spChg>
        <pc:spChg chg="del mod">
          <ac:chgData name="Duong, Thi Quynh Nhi  SH/HZA-HAADD" userId="fa5d8dce-1e87-4da3-b2b1-08b1cf4c506d" providerId="ADAL" clId="{AE1C2C96-5EC5-4135-AB6C-6ED693E8D061}" dt="2025-03-24T07:56:29.569" v="18838" actId="478"/>
          <ac:spMkLst>
            <pc:docMk/>
            <pc:sldMk cId="3259175650" sldId="317"/>
            <ac:spMk id="3" creationId="{E90179CF-3C17-F92C-F702-9F8D147886A8}"/>
          </ac:spMkLst>
        </pc:spChg>
        <pc:spChg chg="add mod">
          <ac:chgData name="Duong, Thi Quynh Nhi  SH/HZA-HAADD" userId="fa5d8dce-1e87-4da3-b2b1-08b1cf4c506d" providerId="ADAL" clId="{AE1C2C96-5EC5-4135-AB6C-6ED693E8D061}" dt="2025-03-24T08:21:08.886" v="19039" actId="20577"/>
          <ac:spMkLst>
            <pc:docMk/>
            <pc:sldMk cId="3259175650" sldId="317"/>
            <ac:spMk id="10" creationId="{B2DF9057-0D72-F93B-F8B6-1191B169C7E2}"/>
          </ac:spMkLst>
        </pc:spChg>
        <pc:picChg chg="add del mod">
          <ac:chgData name="Duong, Thi Quynh Nhi  SH/HZA-HAADD" userId="fa5d8dce-1e87-4da3-b2b1-08b1cf4c506d" providerId="ADAL" clId="{AE1C2C96-5EC5-4135-AB6C-6ED693E8D061}" dt="2025-03-24T08:04:12.087" v="18856" actId="478"/>
          <ac:picMkLst>
            <pc:docMk/>
            <pc:sldMk cId="3259175650" sldId="317"/>
            <ac:picMk id="4" creationId="{21AA1802-3E08-6552-A307-1C42C2CB548A}"/>
          </ac:picMkLst>
        </pc:picChg>
        <pc:picChg chg="add del mod">
          <ac:chgData name="Duong, Thi Quynh Nhi  SH/HZA-HAADD" userId="fa5d8dce-1e87-4da3-b2b1-08b1cf4c506d" providerId="ADAL" clId="{AE1C2C96-5EC5-4135-AB6C-6ED693E8D061}" dt="2025-03-24T08:03:50.350" v="18855" actId="478"/>
          <ac:picMkLst>
            <pc:docMk/>
            <pc:sldMk cId="3259175650" sldId="317"/>
            <ac:picMk id="6" creationId="{17A6E1C3-1B56-0A2D-D90C-39E3AB1AB04B}"/>
          </ac:picMkLst>
        </pc:picChg>
        <pc:picChg chg="add del mod">
          <ac:chgData name="Duong, Thi Quynh Nhi  SH/HZA-HAADD" userId="fa5d8dce-1e87-4da3-b2b1-08b1cf4c506d" providerId="ADAL" clId="{AE1C2C96-5EC5-4135-AB6C-6ED693E8D061}" dt="2025-03-24T08:17:27.087" v="18860" actId="21"/>
          <ac:picMkLst>
            <pc:docMk/>
            <pc:sldMk cId="3259175650" sldId="317"/>
            <ac:picMk id="8" creationId="{38E463F4-DA6D-D0FF-14C5-EE3BD4E0088A}"/>
          </ac:picMkLst>
        </pc:picChg>
        <pc:picChg chg="add mod">
          <ac:chgData name="Duong, Thi Quynh Nhi  SH/HZA-HAADD" userId="fa5d8dce-1e87-4da3-b2b1-08b1cf4c506d" providerId="ADAL" clId="{AE1C2C96-5EC5-4135-AB6C-6ED693E8D061}" dt="2025-03-24T08:18:11.723" v="18870" actId="1076"/>
          <ac:picMkLst>
            <pc:docMk/>
            <pc:sldMk cId="3259175650" sldId="317"/>
            <ac:picMk id="9" creationId="{70BE1536-A7D2-60F8-8A14-D308FC242248}"/>
          </ac:picMkLst>
        </pc:picChg>
        <pc:picChg chg="add mod">
          <ac:chgData name="Duong, Thi Quynh Nhi  SH/HZA-HAADD" userId="fa5d8dce-1e87-4da3-b2b1-08b1cf4c506d" providerId="ADAL" clId="{AE1C2C96-5EC5-4135-AB6C-6ED693E8D061}" dt="2025-03-24T08:23:30.413" v="19042" actId="1076"/>
          <ac:picMkLst>
            <pc:docMk/>
            <pc:sldMk cId="3259175650" sldId="317"/>
            <ac:picMk id="12" creationId="{B2CD4A9D-9417-5169-7A76-BEA3517E24B1}"/>
          </ac:picMkLst>
        </pc:picChg>
      </pc:sldChg>
      <pc:sldChg chg="modSp add del mod setBg">
        <pc:chgData name="Duong, Thi Quynh Nhi  SH/HZA-HAADD" userId="fa5d8dce-1e87-4da3-b2b1-08b1cf4c506d" providerId="ADAL" clId="{AE1C2C96-5EC5-4135-AB6C-6ED693E8D061}" dt="2025-03-24T18:32:13.293" v="23845" actId="47"/>
        <pc:sldMkLst>
          <pc:docMk/>
          <pc:sldMk cId="72978524" sldId="318"/>
        </pc:sldMkLst>
        <pc:spChg chg="mod">
          <ac:chgData name="Duong, Thi Quynh Nhi  SH/HZA-HAADD" userId="fa5d8dce-1e87-4da3-b2b1-08b1cf4c506d" providerId="ADAL" clId="{AE1C2C96-5EC5-4135-AB6C-6ED693E8D061}" dt="2025-03-24T15:34:40.952" v="20850" actId="14100"/>
          <ac:spMkLst>
            <pc:docMk/>
            <pc:sldMk cId="72978524" sldId="318"/>
            <ac:spMk id="2" creationId="{B1E14A74-6007-30DB-FC5D-748CD2BFC6A3}"/>
          </ac:spMkLst>
        </pc:spChg>
      </pc:sldChg>
      <pc:sldChg chg="add del">
        <pc:chgData name="Duong, Thi Quynh Nhi  SH/HZA-HAADD" userId="fa5d8dce-1e87-4da3-b2b1-08b1cf4c506d" providerId="ADAL" clId="{AE1C2C96-5EC5-4135-AB6C-6ED693E8D061}" dt="2025-03-24T08:17:37.719" v="18865"/>
        <pc:sldMkLst>
          <pc:docMk/>
          <pc:sldMk cId="2416143774" sldId="318"/>
        </pc:sldMkLst>
      </pc:sldChg>
      <pc:sldChg chg="addSp modSp new mod ord setBg">
        <pc:chgData name="Duong, Thi Quynh Nhi  SH/HZA-HAADD" userId="fa5d8dce-1e87-4da3-b2b1-08b1cf4c506d" providerId="ADAL" clId="{AE1C2C96-5EC5-4135-AB6C-6ED693E8D061}" dt="2025-03-24T18:35:33.051" v="23861" actId="20577"/>
        <pc:sldMkLst>
          <pc:docMk/>
          <pc:sldMk cId="2684645315" sldId="319"/>
        </pc:sldMkLst>
        <pc:spChg chg="mod">
          <ac:chgData name="Duong, Thi Quynh Nhi  SH/HZA-HAADD" userId="fa5d8dce-1e87-4da3-b2b1-08b1cf4c506d" providerId="ADAL" clId="{AE1C2C96-5EC5-4135-AB6C-6ED693E8D061}" dt="2025-03-24T17:50:24.161" v="23374" actId="255"/>
          <ac:spMkLst>
            <pc:docMk/>
            <pc:sldMk cId="2684645315" sldId="319"/>
            <ac:spMk id="2" creationId="{85980EB5-1579-A664-411A-99092229CF7A}"/>
          </ac:spMkLst>
        </pc:spChg>
        <pc:spChg chg="mod">
          <ac:chgData name="Duong, Thi Quynh Nhi  SH/HZA-HAADD" userId="fa5d8dce-1e87-4da3-b2b1-08b1cf4c506d" providerId="ADAL" clId="{AE1C2C96-5EC5-4135-AB6C-6ED693E8D061}" dt="2025-03-24T18:35:33.051" v="23861" actId="20577"/>
          <ac:spMkLst>
            <pc:docMk/>
            <pc:sldMk cId="2684645315" sldId="319"/>
            <ac:spMk id="3" creationId="{816137BD-BEA9-CD63-44A9-410E9AC4DE2F}"/>
          </ac:spMkLst>
        </pc:spChg>
        <pc:spChg chg="add">
          <ac:chgData name="Duong, Thi Quynh Nhi  SH/HZA-HAADD" userId="fa5d8dce-1e87-4da3-b2b1-08b1cf4c506d" providerId="ADAL" clId="{AE1C2C96-5EC5-4135-AB6C-6ED693E8D061}" dt="2025-03-24T17:47:13.863" v="23359" actId="26606"/>
          <ac:spMkLst>
            <pc:docMk/>
            <pc:sldMk cId="2684645315" sldId="319"/>
            <ac:spMk id="10" creationId="{743AA782-23D1-4521-8CAD-47662984AA08}"/>
          </ac:spMkLst>
        </pc:spChg>
        <pc:spChg chg="add">
          <ac:chgData name="Duong, Thi Quynh Nhi  SH/HZA-HAADD" userId="fa5d8dce-1e87-4da3-b2b1-08b1cf4c506d" providerId="ADAL" clId="{AE1C2C96-5EC5-4135-AB6C-6ED693E8D061}" dt="2025-03-24T17:47:13.863" v="23359" actId="26606"/>
          <ac:spMkLst>
            <pc:docMk/>
            <pc:sldMk cId="2684645315" sldId="319"/>
            <ac:spMk id="12" creationId="{71877DBC-BB60-40F0-AC93-2ACDBAAE60CE}"/>
          </ac:spMkLst>
        </pc:spChg>
        <pc:picChg chg="add mod">
          <ac:chgData name="Duong, Thi Quynh Nhi  SH/HZA-HAADD" userId="fa5d8dce-1e87-4da3-b2b1-08b1cf4c506d" providerId="ADAL" clId="{AE1C2C96-5EC5-4135-AB6C-6ED693E8D061}" dt="2025-03-24T15:17:32.037" v="20849"/>
          <ac:picMkLst>
            <pc:docMk/>
            <pc:sldMk cId="2684645315" sldId="319"/>
            <ac:picMk id="4" creationId="{182B0EED-DEC3-86D6-86F6-5512160BFAF7}"/>
          </ac:picMkLst>
        </pc:picChg>
        <pc:picChg chg="add mod ord">
          <ac:chgData name="Duong, Thi Quynh Nhi  SH/HZA-HAADD" userId="fa5d8dce-1e87-4da3-b2b1-08b1cf4c506d" providerId="ADAL" clId="{AE1C2C96-5EC5-4135-AB6C-6ED693E8D061}" dt="2025-03-24T17:47:13.863" v="23359" actId="26606"/>
          <ac:picMkLst>
            <pc:docMk/>
            <pc:sldMk cId="2684645315" sldId="319"/>
            <ac:picMk id="5" creationId="{95E23EC3-D1F5-8AF4-48A3-37688DB8B69F}"/>
          </ac:picMkLst>
        </pc:picChg>
      </pc:sldChg>
      <pc:sldChg chg="addSp modSp add mod">
        <pc:chgData name="Duong, Thi Quynh Nhi  SH/HZA-HAADD" userId="fa5d8dce-1e87-4da3-b2b1-08b1cf4c506d" providerId="ADAL" clId="{AE1C2C96-5EC5-4135-AB6C-6ED693E8D061}" dt="2025-03-24T20:30:11.440" v="23884" actId="1076"/>
        <pc:sldMkLst>
          <pc:docMk/>
          <pc:sldMk cId="713532847" sldId="320"/>
        </pc:sldMkLst>
        <pc:spChg chg="mod">
          <ac:chgData name="Duong, Thi Quynh Nhi  SH/HZA-HAADD" userId="fa5d8dce-1e87-4da3-b2b1-08b1cf4c506d" providerId="ADAL" clId="{AE1C2C96-5EC5-4135-AB6C-6ED693E8D061}" dt="2025-03-24T20:30:11.440" v="23884" actId="1076"/>
          <ac:spMkLst>
            <pc:docMk/>
            <pc:sldMk cId="713532847" sldId="320"/>
            <ac:spMk id="2" creationId="{8AAFFCA2-0527-E913-C64E-D0381B7C3EC8}"/>
          </ac:spMkLst>
        </pc:spChg>
        <pc:spChg chg="mod">
          <ac:chgData name="Duong, Thi Quynh Nhi  SH/HZA-HAADD" userId="fa5d8dce-1e87-4da3-b2b1-08b1cf4c506d" providerId="ADAL" clId="{AE1C2C96-5EC5-4135-AB6C-6ED693E8D061}" dt="2025-03-24T17:54:21.473" v="23413" actId="255"/>
          <ac:spMkLst>
            <pc:docMk/>
            <pc:sldMk cId="713532847" sldId="320"/>
            <ac:spMk id="3" creationId="{14131DBB-E1EA-F382-23DA-324E51876AD6}"/>
          </ac:spMkLst>
        </pc:spChg>
        <pc:spChg chg="add mod">
          <ac:chgData name="Duong, Thi Quynh Nhi  SH/HZA-HAADD" userId="fa5d8dce-1e87-4da3-b2b1-08b1cf4c506d" providerId="ADAL" clId="{AE1C2C96-5EC5-4135-AB6C-6ED693E8D061}" dt="2025-03-24T17:54:14.958" v="23412" actId="255"/>
          <ac:spMkLst>
            <pc:docMk/>
            <pc:sldMk cId="713532847" sldId="320"/>
            <ac:spMk id="5" creationId="{2C346503-A685-83EA-E66F-392C0F93FCA3}"/>
          </ac:spMkLst>
        </pc:spChg>
        <pc:picChg chg="add mod">
          <ac:chgData name="Duong, Thi Quynh Nhi  SH/HZA-HAADD" userId="fa5d8dce-1e87-4da3-b2b1-08b1cf4c506d" providerId="ADAL" clId="{AE1C2C96-5EC5-4135-AB6C-6ED693E8D061}" dt="2025-03-24T17:54:45.998" v="23418" actId="1076"/>
          <ac:picMkLst>
            <pc:docMk/>
            <pc:sldMk cId="713532847" sldId="320"/>
            <ac:picMk id="6" creationId="{D2E5D661-18B1-EFC3-6888-FE8B32616650}"/>
          </ac:picMkLst>
        </pc:picChg>
      </pc:sldChg>
      <pc:sldChg chg="addSp delSp modSp add mod">
        <pc:chgData name="Duong, Thi Quynh Nhi  SH/HZA-HAADD" userId="fa5d8dce-1e87-4da3-b2b1-08b1cf4c506d" providerId="ADAL" clId="{AE1C2C96-5EC5-4135-AB6C-6ED693E8D061}" dt="2025-03-24T20:30:42.336" v="23888" actId="1076"/>
        <pc:sldMkLst>
          <pc:docMk/>
          <pc:sldMk cId="1812900812" sldId="321"/>
        </pc:sldMkLst>
        <pc:spChg chg="mod">
          <ac:chgData name="Duong, Thi Quynh Nhi  SH/HZA-HAADD" userId="fa5d8dce-1e87-4da3-b2b1-08b1cf4c506d" providerId="ADAL" clId="{AE1C2C96-5EC5-4135-AB6C-6ED693E8D061}" dt="2025-03-24T20:30:42.336" v="23888" actId="1076"/>
          <ac:spMkLst>
            <pc:docMk/>
            <pc:sldMk cId="1812900812" sldId="321"/>
            <ac:spMk id="2" creationId="{F964DC17-EA4B-846C-6055-D856403B9FE4}"/>
          </ac:spMkLst>
        </pc:spChg>
        <pc:spChg chg="mod">
          <ac:chgData name="Duong, Thi Quynh Nhi  SH/HZA-HAADD" userId="fa5d8dce-1e87-4da3-b2b1-08b1cf4c506d" providerId="ADAL" clId="{AE1C2C96-5EC5-4135-AB6C-6ED693E8D061}" dt="2025-03-24T15:02:12.256" v="20578" actId="20577"/>
          <ac:spMkLst>
            <pc:docMk/>
            <pc:sldMk cId="1812900812" sldId="321"/>
            <ac:spMk id="3" creationId="{0D1ADA42-443B-6F0F-D731-73DBEAC3E569}"/>
          </ac:spMkLst>
        </pc:spChg>
        <pc:spChg chg="mod">
          <ac:chgData name="Duong, Thi Quynh Nhi  SH/HZA-HAADD" userId="fa5d8dce-1e87-4da3-b2b1-08b1cf4c506d" providerId="ADAL" clId="{AE1C2C96-5EC5-4135-AB6C-6ED693E8D061}" dt="2025-03-24T15:02:21.841" v="20580" actId="20577"/>
          <ac:spMkLst>
            <pc:docMk/>
            <pc:sldMk cId="1812900812" sldId="321"/>
            <ac:spMk id="5" creationId="{9D066D99-4333-3855-6073-CE8E331BB496}"/>
          </ac:spMkLst>
        </pc:spChg>
        <pc:spChg chg="add del">
          <ac:chgData name="Duong, Thi Quynh Nhi  SH/HZA-HAADD" userId="fa5d8dce-1e87-4da3-b2b1-08b1cf4c506d" providerId="ADAL" clId="{AE1C2C96-5EC5-4135-AB6C-6ED693E8D061}" dt="2025-03-24T15:02:56.651" v="20582" actId="22"/>
          <ac:spMkLst>
            <pc:docMk/>
            <pc:sldMk cId="1812900812" sldId="321"/>
            <ac:spMk id="7" creationId="{B1FC9DEF-4725-1CA6-1C2A-D0442C3C1FCD}"/>
          </ac:spMkLst>
        </pc:spChg>
        <pc:spChg chg="add del">
          <ac:chgData name="Duong, Thi Quynh Nhi  SH/HZA-HAADD" userId="fa5d8dce-1e87-4da3-b2b1-08b1cf4c506d" providerId="ADAL" clId="{AE1C2C96-5EC5-4135-AB6C-6ED693E8D061}" dt="2025-03-24T15:02:58.771" v="20584" actId="22"/>
          <ac:spMkLst>
            <pc:docMk/>
            <pc:sldMk cId="1812900812" sldId="321"/>
            <ac:spMk id="9" creationId="{12D8CA80-0DDC-6B5D-1CC1-5EFFEF8DDA22}"/>
          </ac:spMkLst>
        </pc:spChg>
        <pc:spChg chg="add del">
          <ac:chgData name="Duong, Thi Quynh Nhi  SH/HZA-HAADD" userId="fa5d8dce-1e87-4da3-b2b1-08b1cf4c506d" providerId="ADAL" clId="{AE1C2C96-5EC5-4135-AB6C-6ED693E8D061}" dt="2025-03-24T15:03:00.053" v="20586" actId="22"/>
          <ac:spMkLst>
            <pc:docMk/>
            <pc:sldMk cId="1812900812" sldId="321"/>
            <ac:spMk id="11" creationId="{EE30E7C5-5AAF-C1D6-5FC2-1ED773EAB8D3}"/>
          </ac:spMkLst>
        </pc:spChg>
        <pc:spChg chg="add del mod">
          <ac:chgData name="Duong, Thi Quynh Nhi  SH/HZA-HAADD" userId="fa5d8dce-1e87-4da3-b2b1-08b1cf4c506d" providerId="ADAL" clId="{AE1C2C96-5EC5-4135-AB6C-6ED693E8D061}" dt="2025-03-24T15:11:45.889" v="20847" actId="478"/>
          <ac:spMkLst>
            <pc:docMk/>
            <pc:sldMk cId="1812900812" sldId="321"/>
            <ac:spMk id="14" creationId="{67EFAABE-545C-413C-C1EA-7F00671D197A}"/>
          </ac:spMkLst>
        </pc:spChg>
        <pc:picChg chg="del">
          <ac:chgData name="Duong, Thi Quynh Nhi  SH/HZA-HAADD" userId="fa5d8dce-1e87-4da3-b2b1-08b1cf4c506d" providerId="ADAL" clId="{AE1C2C96-5EC5-4135-AB6C-6ED693E8D061}" dt="2025-03-24T16:59:12.706" v="22715" actId="21"/>
          <ac:picMkLst>
            <pc:docMk/>
            <pc:sldMk cId="1812900812" sldId="321"/>
            <ac:picMk id="4" creationId="{A4FC4402-7E2D-7E73-AC54-8F103DB931B3}"/>
          </ac:picMkLst>
        </pc:picChg>
        <pc:picChg chg="add mod">
          <ac:chgData name="Duong, Thi Quynh Nhi  SH/HZA-HAADD" userId="fa5d8dce-1e87-4da3-b2b1-08b1cf4c506d" providerId="ADAL" clId="{AE1C2C96-5EC5-4135-AB6C-6ED693E8D061}" dt="2025-03-24T17:20:16.013" v="22758" actId="14100"/>
          <ac:picMkLst>
            <pc:docMk/>
            <pc:sldMk cId="1812900812" sldId="321"/>
            <ac:picMk id="13" creationId="{AFE5CC20-4558-A6DE-F1AA-968A4DF72F96}"/>
          </ac:picMkLst>
        </pc:picChg>
        <pc:picChg chg="add mod">
          <ac:chgData name="Duong, Thi Quynh Nhi  SH/HZA-HAADD" userId="fa5d8dce-1e87-4da3-b2b1-08b1cf4c506d" providerId="ADAL" clId="{AE1C2C96-5EC5-4135-AB6C-6ED693E8D061}" dt="2025-03-24T16:59:13.574" v="22716"/>
          <ac:picMkLst>
            <pc:docMk/>
            <pc:sldMk cId="1812900812" sldId="321"/>
            <ac:picMk id="15" creationId="{A4FC4402-7E2D-7E73-AC54-8F103DB931B3}"/>
          </ac:picMkLst>
        </pc:picChg>
        <pc:picChg chg="add mod">
          <ac:chgData name="Duong, Thi Quynh Nhi  SH/HZA-HAADD" userId="fa5d8dce-1e87-4da3-b2b1-08b1cf4c506d" providerId="ADAL" clId="{AE1C2C96-5EC5-4135-AB6C-6ED693E8D061}" dt="2025-03-24T17:55:03.733" v="23423" actId="14100"/>
          <ac:picMkLst>
            <pc:docMk/>
            <pc:sldMk cId="1812900812" sldId="321"/>
            <ac:picMk id="16" creationId="{9B7029B6-42B2-E70A-3B65-0A3D868498DF}"/>
          </ac:picMkLst>
        </pc:picChg>
      </pc:sldChg>
      <pc:sldChg chg="addSp delSp modSp new mod">
        <pc:chgData name="Duong, Thi Quynh Nhi  SH/HZA-HAADD" userId="fa5d8dce-1e87-4da3-b2b1-08b1cf4c506d" providerId="ADAL" clId="{AE1C2C96-5EC5-4135-AB6C-6ED693E8D061}" dt="2025-03-24T17:55:57.803" v="23430" actId="1076"/>
        <pc:sldMkLst>
          <pc:docMk/>
          <pc:sldMk cId="582077309" sldId="322"/>
        </pc:sldMkLst>
        <pc:spChg chg="mod">
          <ac:chgData name="Duong, Thi Quynh Nhi  SH/HZA-HAADD" userId="fa5d8dce-1e87-4da3-b2b1-08b1cf4c506d" providerId="ADAL" clId="{AE1C2C96-5EC5-4135-AB6C-6ED693E8D061}" dt="2025-03-24T17:55:57.803" v="23430" actId="1076"/>
          <ac:spMkLst>
            <pc:docMk/>
            <pc:sldMk cId="582077309" sldId="322"/>
            <ac:spMk id="2" creationId="{B9F220E1-C54B-B912-5B7E-E0756D89661A}"/>
          </ac:spMkLst>
        </pc:spChg>
        <pc:spChg chg="del">
          <ac:chgData name="Duong, Thi Quynh Nhi  SH/HZA-HAADD" userId="fa5d8dce-1e87-4da3-b2b1-08b1cf4c506d" providerId="ADAL" clId="{AE1C2C96-5EC5-4135-AB6C-6ED693E8D061}" dt="2025-03-24T15:35:16.222" v="20852" actId="22"/>
          <ac:spMkLst>
            <pc:docMk/>
            <pc:sldMk cId="582077309" sldId="322"/>
            <ac:spMk id="3" creationId="{0B268DBE-6496-3D56-7573-D78AF6E74F20}"/>
          </ac:spMkLst>
        </pc:spChg>
        <pc:spChg chg="add mod">
          <ac:chgData name="Duong, Thi Quynh Nhi  SH/HZA-HAADD" userId="fa5d8dce-1e87-4da3-b2b1-08b1cf4c506d" providerId="ADAL" clId="{AE1C2C96-5EC5-4135-AB6C-6ED693E8D061}" dt="2025-03-24T17:55:27.593" v="23426" actId="255"/>
          <ac:spMkLst>
            <pc:docMk/>
            <pc:sldMk cId="582077309" sldId="322"/>
            <ac:spMk id="8" creationId="{B4D603E1-6B12-D4D4-4968-D880ACD7A522}"/>
          </ac:spMkLst>
        </pc:spChg>
        <pc:picChg chg="add mod ord">
          <ac:chgData name="Duong, Thi Quynh Nhi  SH/HZA-HAADD" userId="fa5d8dce-1e87-4da3-b2b1-08b1cf4c506d" providerId="ADAL" clId="{AE1C2C96-5EC5-4135-AB6C-6ED693E8D061}" dt="2025-03-24T17:00:43.208" v="22733" actId="1076"/>
          <ac:picMkLst>
            <pc:docMk/>
            <pc:sldMk cId="582077309" sldId="322"/>
            <ac:picMk id="5" creationId="{31D4CFE0-F61A-F356-1075-803F26C00F8E}"/>
          </ac:picMkLst>
        </pc:picChg>
        <pc:picChg chg="add mod">
          <ac:chgData name="Duong, Thi Quynh Nhi  SH/HZA-HAADD" userId="fa5d8dce-1e87-4da3-b2b1-08b1cf4c506d" providerId="ADAL" clId="{AE1C2C96-5EC5-4135-AB6C-6ED693E8D061}" dt="2025-03-24T17:00:41.463" v="22732" actId="1076"/>
          <ac:picMkLst>
            <pc:docMk/>
            <pc:sldMk cId="582077309" sldId="322"/>
            <ac:picMk id="7" creationId="{4B813D28-5EB6-59B9-2B7B-8B8E077E9D22}"/>
          </ac:picMkLst>
        </pc:picChg>
        <pc:picChg chg="add mod">
          <ac:chgData name="Duong, Thi Quynh Nhi  SH/HZA-HAADD" userId="fa5d8dce-1e87-4da3-b2b1-08b1cf4c506d" providerId="ADAL" clId="{AE1C2C96-5EC5-4135-AB6C-6ED693E8D061}" dt="2025-03-24T16:59:18.004" v="22717"/>
          <ac:picMkLst>
            <pc:docMk/>
            <pc:sldMk cId="582077309" sldId="322"/>
            <ac:picMk id="9" creationId="{6ABA1D77-10B2-F4E0-6DBA-10D162041E8A}"/>
          </ac:picMkLst>
        </pc:picChg>
        <pc:picChg chg="add mod">
          <ac:chgData name="Duong, Thi Quynh Nhi  SH/HZA-HAADD" userId="fa5d8dce-1e87-4da3-b2b1-08b1cf4c506d" providerId="ADAL" clId="{AE1C2C96-5EC5-4135-AB6C-6ED693E8D061}" dt="2025-03-24T17:19:54.643" v="22751"/>
          <ac:picMkLst>
            <pc:docMk/>
            <pc:sldMk cId="582077309" sldId="322"/>
            <ac:picMk id="10" creationId="{29DD5769-CFDF-BEA7-128D-DB1CED5FC2E5}"/>
          </ac:picMkLst>
        </pc:picChg>
      </pc:sldChg>
      <pc:sldChg chg="addSp delSp modSp new mod">
        <pc:chgData name="Duong, Thi Quynh Nhi  SH/HZA-HAADD" userId="fa5d8dce-1e87-4da3-b2b1-08b1cf4c506d" providerId="ADAL" clId="{AE1C2C96-5EC5-4135-AB6C-6ED693E8D061}" dt="2025-03-24T20:28:52.632" v="23883" actId="20577"/>
        <pc:sldMkLst>
          <pc:docMk/>
          <pc:sldMk cId="3071316398" sldId="323"/>
        </pc:sldMkLst>
        <pc:spChg chg="mod">
          <ac:chgData name="Duong, Thi Quynh Nhi  SH/HZA-HAADD" userId="fa5d8dce-1e87-4da3-b2b1-08b1cf4c506d" providerId="ADAL" clId="{AE1C2C96-5EC5-4135-AB6C-6ED693E8D061}" dt="2025-03-24T17:53:23.594" v="23408" actId="255"/>
          <ac:spMkLst>
            <pc:docMk/>
            <pc:sldMk cId="3071316398" sldId="323"/>
            <ac:spMk id="2" creationId="{C851B11A-FA65-9BA0-CF28-82BB265829A3}"/>
          </ac:spMkLst>
        </pc:spChg>
        <pc:spChg chg="del">
          <ac:chgData name="Duong, Thi Quynh Nhi  SH/HZA-HAADD" userId="fa5d8dce-1e87-4da3-b2b1-08b1cf4c506d" providerId="ADAL" clId="{AE1C2C96-5EC5-4135-AB6C-6ED693E8D061}" dt="2025-03-24T16:31:57.426" v="21943"/>
          <ac:spMkLst>
            <pc:docMk/>
            <pc:sldMk cId="3071316398" sldId="323"/>
            <ac:spMk id="3" creationId="{56C8A93D-683E-46AE-F9E9-70C73A1DAEB5}"/>
          </ac:spMkLst>
        </pc:spChg>
        <pc:spChg chg="add mod">
          <ac:chgData name="Duong, Thi Quynh Nhi  SH/HZA-HAADD" userId="fa5d8dce-1e87-4da3-b2b1-08b1cf4c506d" providerId="ADAL" clId="{AE1C2C96-5EC5-4135-AB6C-6ED693E8D061}" dt="2025-03-24T20:28:52.632" v="23883" actId="20577"/>
          <ac:spMkLst>
            <pc:docMk/>
            <pc:sldMk cId="3071316398" sldId="323"/>
            <ac:spMk id="5" creationId="{43B11646-4B6B-1D80-A7E0-9186A8000ADD}"/>
          </ac:spMkLst>
        </pc:spChg>
        <pc:picChg chg="add mod">
          <ac:chgData name="Duong, Thi Quynh Nhi  SH/HZA-HAADD" userId="fa5d8dce-1e87-4da3-b2b1-08b1cf4c506d" providerId="ADAL" clId="{AE1C2C96-5EC5-4135-AB6C-6ED693E8D061}" dt="2025-03-24T16:32:03.989" v="21945" actId="1076"/>
          <ac:picMkLst>
            <pc:docMk/>
            <pc:sldMk cId="3071316398" sldId="323"/>
            <ac:picMk id="4" creationId="{7687F623-B829-397F-667B-7E574FC7A138}"/>
          </ac:picMkLst>
        </pc:picChg>
        <pc:picChg chg="add mod">
          <ac:chgData name="Duong, Thi Quynh Nhi  SH/HZA-HAADD" userId="fa5d8dce-1e87-4da3-b2b1-08b1cf4c506d" providerId="ADAL" clId="{AE1C2C96-5EC5-4135-AB6C-6ED693E8D061}" dt="2025-03-24T16:56:35.199" v="22699"/>
          <ac:picMkLst>
            <pc:docMk/>
            <pc:sldMk cId="3071316398" sldId="323"/>
            <ac:picMk id="6" creationId="{D8F3147D-6AF5-0626-C092-5FEFE0367145}"/>
          </ac:picMkLst>
        </pc:picChg>
        <pc:picChg chg="add mod">
          <ac:chgData name="Duong, Thi Quynh Nhi  SH/HZA-HAADD" userId="fa5d8dce-1e87-4da3-b2b1-08b1cf4c506d" providerId="ADAL" clId="{AE1C2C96-5EC5-4135-AB6C-6ED693E8D061}" dt="2025-03-24T16:56:49.595" v="22701" actId="1076"/>
          <ac:picMkLst>
            <pc:docMk/>
            <pc:sldMk cId="3071316398" sldId="323"/>
            <ac:picMk id="7" creationId="{0D8463DE-2D16-5D17-1190-64FF0C327503}"/>
          </ac:picMkLst>
        </pc:picChg>
      </pc:sldChg>
      <pc:sldChg chg="addSp delSp modSp new mod ord">
        <pc:chgData name="Duong, Thi Quynh Nhi  SH/HZA-HAADD" userId="fa5d8dce-1e87-4da3-b2b1-08b1cf4c506d" providerId="ADAL" clId="{AE1C2C96-5EC5-4135-AB6C-6ED693E8D061}" dt="2025-03-24T20:28:41.062" v="23879" actId="20577"/>
        <pc:sldMkLst>
          <pc:docMk/>
          <pc:sldMk cId="2877657791" sldId="324"/>
        </pc:sldMkLst>
        <pc:spChg chg="mod">
          <ac:chgData name="Duong, Thi Quynh Nhi  SH/HZA-HAADD" userId="fa5d8dce-1e87-4da3-b2b1-08b1cf4c506d" providerId="ADAL" clId="{AE1C2C96-5EC5-4135-AB6C-6ED693E8D061}" dt="2025-03-24T17:53:11.753" v="23405" actId="1076"/>
          <ac:spMkLst>
            <pc:docMk/>
            <pc:sldMk cId="2877657791" sldId="324"/>
            <ac:spMk id="2" creationId="{61DABDE0-8274-9A36-0074-1116D720A337}"/>
          </ac:spMkLst>
        </pc:spChg>
        <pc:spChg chg="del">
          <ac:chgData name="Duong, Thi Quynh Nhi  SH/HZA-HAADD" userId="fa5d8dce-1e87-4da3-b2b1-08b1cf4c506d" providerId="ADAL" clId="{AE1C2C96-5EC5-4135-AB6C-6ED693E8D061}" dt="2025-03-24T16:35:32.210" v="22056"/>
          <ac:spMkLst>
            <pc:docMk/>
            <pc:sldMk cId="2877657791" sldId="324"/>
            <ac:spMk id="3" creationId="{360A40E4-E634-1BF4-936D-C347BAF85BAE}"/>
          </ac:spMkLst>
        </pc:spChg>
        <pc:spChg chg="add mod">
          <ac:chgData name="Duong, Thi Quynh Nhi  SH/HZA-HAADD" userId="fa5d8dce-1e87-4da3-b2b1-08b1cf4c506d" providerId="ADAL" clId="{AE1C2C96-5EC5-4135-AB6C-6ED693E8D061}" dt="2025-03-24T20:28:41.062" v="23879" actId="20577"/>
          <ac:spMkLst>
            <pc:docMk/>
            <pc:sldMk cId="2877657791" sldId="324"/>
            <ac:spMk id="6" creationId="{D5BEFCCC-1FA8-5F29-A8BB-44B920643DC7}"/>
          </ac:spMkLst>
        </pc:spChg>
        <pc:picChg chg="add mod modCrop">
          <ac:chgData name="Duong, Thi Quynh Nhi  SH/HZA-HAADD" userId="fa5d8dce-1e87-4da3-b2b1-08b1cf4c506d" providerId="ADAL" clId="{AE1C2C96-5EC5-4135-AB6C-6ED693E8D061}" dt="2025-03-24T17:52:29.029" v="23404" actId="1076"/>
          <ac:picMkLst>
            <pc:docMk/>
            <pc:sldMk cId="2877657791" sldId="324"/>
            <ac:picMk id="5" creationId="{90904166-178F-F4FE-0AF6-C7939194AE16}"/>
          </ac:picMkLst>
        </pc:picChg>
        <pc:picChg chg="add del mod">
          <ac:chgData name="Duong, Thi Quynh Nhi  SH/HZA-HAADD" userId="fa5d8dce-1e87-4da3-b2b1-08b1cf4c506d" providerId="ADAL" clId="{AE1C2C96-5EC5-4135-AB6C-6ED693E8D061}" dt="2025-03-24T16:56:31.761" v="22697" actId="21"/>
          <ac:picMkLst>
            <pc:docMk/>
            <pc:sldMk cId="2877657791" sldId="324"/>
            <ac:picMk id="7" creationId="{F7BA639A-5AB4-7F77-C3B9-9FE8A40C91CD}"/>
          </ac:picMkLst>
        </pc:picChg>
        <pc:picChg chg="add mod">
          <ac:chgData name="Duong, Thi Quynh Nhi  SH/HZA-HAADD" userId="fa5d8dce-1e87-4da3-b2b1-08b1cf4c506d" providerId="ADAL" clId="{AE1C2C96-5EC5-4135-AB6C-6ED693E8D061}" dt="2025-03-24T16:55:03.250" v="22681" actId="1076"/>
          <ac:picMkLst>
            <pc:docMk/>
            <pc:sldMk cId="2877657791" sldId="324"/>
            <ac:picMk id="8" creationId="{1D021C25-2480-7FAB-4FA8-B25880398398}"/>
          </ac:picMkLst>
        </pc:picChg>
        <pc:picChg chg="add mod">
          <ac:chgData name="Duong, Thi Quynh Nhi  SH/HZA-HAADD" userId="fa5d8dce-1e87-4da3-b2b1-08b1cf4c506d" providerId="ADAL" clId="{AE1C2C96-5EC5-4135-AB6C-6ED693E8D061}" dt="2025-03-24T16:56:32.769" v="22698"/>
          <ac:picMkLst>
            <pc:docMk/>
            <pc:sldMk cId="2877657791" sldId="324"/>
            <ac:picMk id="9" creationId="{F7BA639A-5AB4-7F77-C3B9-9FE8A40C91CD}"/>
          </ac:picMkLst>
        </pc:picChg>
        <pc:picChg chg="add mod modCrop">
          <ac:chgData name="Duong, Thi Quynh Nhi  SH/HZA-HAADD" userId="fa5d8dce-1e87-4da3-b2b1-08b1cf4c506d" providerId="ADAL" clId="{AE1C2C96-5EC5-4135-AB6C-6ED693E8D061}" dt="2025-03-24T17:53:13.825" v="23406" actId="1076"/>
          <ac:picMkLst>
            <pc:docMk/>
            <pc:sldMk cId="2877657791" sldId="324"/>
            <ac:picMk id="11" creationId="{E4CE29F9-21D3-9BFA-90C2-1F3339838A8D}"/>
          </ac:picMkLst>
        </pc:picChg>
        <pc:picChg chg="add mod">
          <ac:chgData name="Duong, Thi Quynh Nhi  SH/HZA-HAADD" userId="fa5d8dce-1e87-4da3-b2b1-08b1cf4c506d" providerId="ADAL" clId="{AE1C2C96-5EC5-4135-AB6C-6ED693E8D061}" dt="2025-03-24T17:53:15.693" v="23407" actId="1076"/>
          <ac:picMkLst>
            <pc:docMk/>
            <pc:sldMk cId="2877657791" sldId="324"/>
            <ac:picMk id="13" creationId="{46984E68-90DA-B9F1-C9D3-B0EC792AC6A8}"/>
          </ac:picMkLst>
        </pc:picChg>
      </pc:sldChg>
      <pc:sldChg chg="addSp delSp modSp new mod modAnim">
        <pc:chgData name="Duong, Thi Quynh Nhi  SH/HZA-HAADD" userId="fa5d8dce-1e87-4da3-b2b1-08b1cf4c506d" providerId="ADAL" clId="{AE1C2C96-5EC5-4135-AB6C-6ED693E8D061}" dt="2025-03-24T22:07:05.829" v="23900" actId="14100"/>
        <pc:sldMkLst>
          <pc:docMk/>
          <pc:sldMk cId="642417713" sldId="325"/>
        </pc:sldMkLst>
        <pc:spChg chg="mod">
          <ac:chgData name="Duong, Thi Quynh Nhi  SH/HZA-HAADD" userId="fa5d8dce-1e87-4da3-b2b1-08b1cf4c506d" providerId="ADAL" clId="{AE1C2C96-5EC5-4135-AB6C-6ED693E8D061}" dt="2025-03-24T18:29:16.941" v="23827" actId="1076"/>
          <ac:spMkLst>
            <pc:docMk/>
            <pc:sldMk cId="642417713" sldId="325"/>
            <ac:spMk id="2" creationId="{E4EC0DFD-09D5-B9CC-D083-09D531815E87}"/>
          </ac:spMkLst>
        </pc:spChg>
        <pc:spChg chg="add mod">
          <ac:chgData name="Duong, Thi Quynh Nhi  SH/HZA-HAADD" userId="fa5d8dce-1e87-4da3-b2b1-08b1cf4c506d" providerId="ADAL" clId="{AE1C2C96-5EC5-4135-AB6C-6ED693E8D061}" dt="2025-03-24T20:28:00.884" v="23875" actId="20577"/>
          <ac:spMkLst>
            <pc:docMk/>
            <pc:sldMk cId="642417713" sldId="325"/>
            <ac:spMk id="5" creationId="{DD43B3DC-0EDE-0B3E-23D5-3606162F11D1}"/>
          </ac:spMkLst>
        </pc:spChg>
        <pc:spChg chg="add mod">
          <ac:chgData name="Duong, Thi Quynh Nhi  SH/HZA-HAADD" userId="fa5d8dce-1e87-4da3-b2b1-08b1cf4c506d" providerId="ADAL" clId="{AE1C2C96-5EC5-4135-AB6C-6ED693E8D061}" dt="2025-03-24T18:40:34.240" v="23871" actId="1076"/>
          <ac:spMkLst>
            <pc:docMk/>
            <pc:sldMk cId="642417713" sldId="325"/>
            <ac:spMk id="6" creationId="{051AB4EE-6B9F-2DE3-EEED-FE2844AF28C7}"/>
          </ac:spMkLst>
        </pc:spChg>
        <pc:picChg chg="add mod">
          <ac:chgData name="Duong, Thi Quynh Nhi  SH/HZA-HAADD" userId="fa5d8dce-1e87-4da3-b2b1-08b1cf4c506d" providerId="ADAL" clId="{AE1C2C96-5EC5-4135-AB6C-6ED693E8D061}" dt="2025-03-24T17:36:00.048" v="23321" actId="2711"/>
          <ac:picMkLst>
            <pc:docMk/>
            <pc:sldMk cId="642417713" sldId="325"/>
            <ac:picMk id="3" creationId="{1951E64A-E03A-02FC-F01A-BC5AFE26D94E}"/>
          </ac:picMkLst>
        </pc:picChg>
        <pc:picChg chg="add mod">
          <ac:chgData name="Duong, Thi Quynh Nhi  SH/HZA-HAADD" userId="fa5d8dce-1e87-4da3-b2b1-08b1cf4c506d" providerId="ADAL" clId="{AE1C2C96-5EC5-4135-AB6C-6ED693E8D061}" dt="2025-03-24T22:06:49.576" v="23897" actId="1076"/>
          <ac:picMkLst>
            <pc:docMk/>
            <pc:sldMk cId="642417713" sldId="325"/>
            <ac:picMk id="4" creationId="{670D1498-1DBC-982D-F67D-04DF7DBC2B41}"/>
          </ac:picMkLst>
        </pc:picChg>
        <pc:picChg chg="add mod">
          <ac:chgData name="Duong, Thi Quynh Nhi  SH/HZA-HAADD" userId="fa5d8dce-1e87-4da3-b2b1-08b1cf4c506d" providerId="ADAL" clId="{AE1C2C96-5EC5-4135-AB6C-6ED693E8D061}" dt="2025-03-24T22:06:51.771" v="23898" actId="1076"/>
          <ac:picMkLst>
            <pc:docMk/>
            <pc:sldMk cId="642417713" sldId="325"/>
            <ac:picMk id="8" creationId="{807E727F-4E5B-E2B7-1204-9737C4AB3594}"/>
          </ac:picMkLst>
        </pc:picChg>
        <pc:picChg chg="add del mod">
          <ac:chgData name="Duong, Thi Quynh Nhi  SH/HZA-HAADD" userId="fa5d8dce-1e87-4da3-b2b1-08b1cf4c506d" providerId="ADAL" clId="{AE1C2C96-5EC5-4135-AB6C-6ED693E8D061}" dt="2025-03-24T22:06:23.515" v="23889" actId="478"/>
          <ac:picMkLst>
            <pc:docMk/>
            <pc:sldMk cId="642417713" sldId="325"/>
            <ac:picMk id="10" creationId="{84C5E4F2-1E6B-0B2D-C1E8-D0F23BC58172}"/>
          </ac:picMkLst>
        </pc:picChg>
        <pc:picChg chg="add mod">
          <ac:chgData name="Duong, Thi Quynh Nhi  SH/HZA-HAADD" userId="fa5d8dce-1e87-4da3-b2b1-08b1cf4c506d" providerId="ADAL" clId="{AE1C2C96-5EC5-4135-AB6C-6ED693E8D061}" dt="2025-03-24T22:07:05.829" v="23900" actId="14100"/>
          <ac:picMkLst>
            <pc:docMk/>
            <pc:sldMk cId="642417713" sldId="325"/>
            <ac:picMk id="12" creationId="{69D59919-26A7-21EE-7461-3DE18D29D9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25ABA-B67B-4EF6-A600-8B603400C16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5743C-C280-42F1-B5B0-68AF924865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8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48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 bietet sogenannte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„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Fearless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Concurrency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was bedeutet, dass wir parallelen oder nebenläufigen Code schreiben können, ohne Angst vor typischen Problemen wie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Datenrennen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oder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ungültigen Speicherzugriffen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 haben.</a:t>
            </a:r>
          </a:p>
          <a:p>
            <a:pPr marL="457200"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„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Fearless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Concurrency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 bedeutet also, dass du dich auf die Logik deines Codes konzentrieren kannst, ohne dich vor typischen Nebenläufigkeitsproblemen fürchten zu müssen!“</a:t>
            </a:r>
            <a:endParaRPr lang="de-DE" b="0" dirty="0">
              <a:effectLst/>
            </a:endParaRPr>
          </a:p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</a:t>
            </a:r>
            <a:endParaRPr lang="de-DE" b="0" dirty="0">
              <a:effectLst/>
            </a:endParaRPr>
          </a:p>
          <a:p>
            <a:br>
              <a:rPr lang="de-DE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9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Rust wird Mutex aus der Bibliothek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sync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genutzt, um geteilte, veränderbare Daten thread-sicher zu machen.</a:t>
            </a:r>
          </a:p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Mutex&lt;T&gt; erlaubt nur einem Thread zur gleichen Zeit Zugriff auf T.</a:t>
            </a:r>
          </a:p>
          <a:p>
            <a:endParaRPr lang="en-US" dirty="0"/>
          </a:p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 den Wert zu nutzen, muss man den Mutex sperren (lock()).</a:t>
            </a:r>
          </a:p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Andere Threads müssen warten, bis der Mutex freigegeben wird.</a:t>
            </a:r>
          </a:p>
          <a:p>
            <a:pPr marL="91440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 erzwingt Ownership Regeln, um Deadlocks und unsicheren Zugriff zu vermeiden.</a:t>
            </a:r>
          </a:p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bekommt man den Zugriff auf die geschützten Daten nur durch lock(), das einen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MutexGuard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&lt;T&gt; zurückgibt</a:t>
            </a:r>
          </a:p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None/>
            </a:pPr>
            <a:endParaRPr lang="de-DE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try_lock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 funktioniert wie lock(), stattdessen gibt es sofort ein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zurück: Ok(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MutexGuard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&lt;T&gt;), wenn der Mutex verfügbar ist. UND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TryLockError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), wenn der Mutex gesperrt ist.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27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Solange dieser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Guard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existiert, bleibt der Mutex gesperrt.</a:t>
            </a:r>
          </a:p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Der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Guard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gibt eine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mutbare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Referenz (&amp;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T) zurück, wodurch Rusts Borrow-Checker sicherstellt, dass kein andere Thread gleichzeitig auf die Daten zugreifen kann.</a:t>
            </a:r>
          </a:p>
          <a:p>
            <a:pPr marL="91440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Rust wird der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MutexGuard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&lt;T&gt; automatisch freigegeben, wenn er außer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geht.--&gt; Dadurch vergisst man nicht, den Mutex zu entsperren (ein häufiges Problem in C oder C++).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91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ist ein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Smart Pointer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Rust.</a:t>
            </a:r>
            <a:b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 ermöglicht es,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Daten sicher zwischen mehreren Threads zu teilen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indem er eine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atomare Referenzzählung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verwendet.</a:t>
            </a:r>
            <a:endParaRPr lang="de-DE" b="0" dirty="0">
              <a:effectLst/>
            </a:endParaRPr>
          </a:p>
          <a:p>
            <a:pPr algn="just"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Arc verwendet einen Referenzzähler, um zu verfolgen, wie viele Arc-Zeiger auf dieselben Daten zeigen oder der zählt, wie viele Kopien von Arc existieren.</a:t>
            </a:r>
            <a:endParaRPr lang="de-DE" b="0" dirty="0">
              <a:effectLst/>
            </a:endParaRPr>
          </a:p>
          <a:p>
            <a:pPr algn="just"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Dieser Referenzzähler ist atomar, was bedeutet, dass er sicher und gleichzeitig von mehreren Threads geändert werden kann.</a:t>
            </a:r>
            <a:endParaRPr lang="de-DE" b="0" dirty="0">
              <a:effectLst/>
            </a:endParaRPr>
          </a:p>
          <a:p>
            <a:br>
              <a:rPr lang="de-DE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0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Wenn du mehreren Threads Zugriff auf dieselben Daten geben möchtest, stößt du auf ein Problem:</a:t>
            </a:r>
            <a:endParaRPr lang="de-DE" b="0" dirty="0">
              <a:effectLst/>
            </a:endParaRPr>
          </a:p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Wer ist verantwortlich für das Löschen der Daten, wenn alle Threads fertig sind?</a:t>
            </a:r>
            <a:endParaRPr lang="de-DE" b="0" dirty="0">
              <a:effectLst/>
            </a:endParaRPr>
          </a:p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Hier kann Arc dieses lösen, indem es gemeinsame Ownership ermöglicht und dabei sicherstellt, dass die Daten korrekt freigegeben werden.</a:t>
            </a:r>
            <a:endParaRPr lang="de-DE" b="0" dirty="0">
              <a:effectLst/>
            </a:endParaRPr>
          </a:p>
          <a:p>
            <a:pPr rtl="0"/>
            <a:br>
              <a:rPr lang="de-DE" b="0" dirty="0">
                <a:effectLst/>
              </a:rPr>
            </a:b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was bedeutet gemeinsame Ownership?</a:t>
            </a:r>
            <a:endParaRPr lang="de-DE" b="0" dirty="0">
              <a:effectLst/>
            </a:endParaRPr>
          </a:p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Ownership heißt, dass jemand verantwortlich ist, ein Objekt im Speicher zu verwalten und zu löschen. </a:t>
            </a:r>
            <a:endParaRPr lang="de-DE" b="0" dirty="0">
              <a:effectLst/>
            </a:endParaRPr>
          </a:p>
          <a:p>
            <a:pPr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Gemeinsame Ownership heißt, dass mehrere Threads gleichzeitig auf dieselben Daten zugreifen können.</a:t>
            </a:r>
            <a:endParaRPr lang="de-DE" b="0" dirty="0">
              <a:effectLst/>
            </a:endParaRPr>
          </a:p>
          <a:p>
            <a:pPr rtl="0"/>
            <a:br>
              <a:rPr lang="de-DE" dirty="0"/>
            </a:b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Arc sorgt dafür, dass die Daten erst dann gelöscht werden, wenn kein Thread mehr darauf zugreift.</a:t>
            </a:r>
            <a:endParaRPr lang="de-DE" b="0" dirty="0">
              <a:effectLst/>
            </a:endParaRPr>
          </a:p>
          <a:p>
            <a:br>
              <a:rPr lang="de-DE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67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//Code zeigen </a:t>
            </a:r>
            <a:endParaRPr lang="de-DE" b="0" dirty="0">
              <a:effectLst/>
            </a:endParaRPr>
          </a:p>
          <a:p>
            <a:pPr algn="just" rtl="0"/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// Erklärung: warum ist Arc hier sinnvoll? </a:t>
            </a:r>
            <a:endParaRPr lang="de-DE" b="0" dirty="0">
              <a:effectLst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ist die geteilte Datenstruktur, die von mehreren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Worker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-Threads im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verwendet wird.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 mehrere Threads gleichzeitig auf die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zugreifen und sie modifizieren können, müssen wir sicherstellen, dass der Speicher sicher geteilt wird.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Arc hilft dabei, indem es sicherstellt, dass alle Threads Zugriff auf die gleiche Instanz der Datenstruktur haben.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br>
              <a:rPr lang="de-DE" b="0" dirty="0">
                <a:effectLst/>
              </a:rPr>
            </a:b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Arc wird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gecloned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beim erstellen von neuen Threads durch den Thread-Pool klonst du das Arc, um eine neue, sicher teilbare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referenz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 erhalten.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Das Erstellen eines Klons von Arc erhöht einfach den internen Zähler und erzeugt einen neuen Zeiger auf die gleiche Datenstruktur.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Dies stellt sicher, dass alle Threads gemeinsam auf dieselbe Instanz von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zugreifen.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61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// Interaktion zwischen Arc und Mutex</a:t>
            </a:r>
            <a:endParaRPr lang="de-DE" b="0" dirty="0">
              <a:effectLst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 Arc und Mutex bietet Rust uns sichere gemeinsame Nutzung in mehrere Threads, also zusammen verhindern sie Data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race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 Arc können mehrere Threads auf dieselben Ressource zugreifen.</a:t>
            </a:r>
          </a:p>
          <a:p>
            <a:pPr marL="742950" lvl="1" indent="-285750"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 Mutex kann immer nur ein Thread die Ressource gleichzeitig verändern.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Doppelte Kopien von Daten können vermieden werden.</a:t>
            </a:r>
          </a:p>
          <a:p>
            <a:pPr marL="457200"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Ohne Arc&lt;T&gt; müsste man für jeden Thread eine Kopie der daten erstellen, was ineffizient sein kann.</a:t>
            </a:r>
          </a:p>
          <a:p>
            <a:pPr marL="457200" algn="just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 Arc teilen sich alle Threads denselben Speicherbereich, wodurch weniger Speicher verbraucht wird.</a:t>
            </a:r>
          </a:p>
          <a:p>
            <a:br>
              <a:rPr lang="de-DE" b="0" dirty="0">
                <a:effectLst/>
              </a:rPr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45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Thread-Pool-Modelle: Ein </a:t>
            </a:r>
            <a:r>
              <a:rPr lang="de-DE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 Pool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ist eine Gruppe von wiederverwendbaren Threads, die darauf warten, Aufgaben auszuführen.</a:t>
            </a:r>
          </a:p>
          <a:p>
            <a:endParaRPr lang="en-US" dirty="0"/>
          </a:p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kann man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entweder manuell implementieren als auch Bibliothek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verwenden, die den Prozess vereinfachen.</a:t>
            </a:r>
          </a:p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eine manuelle Implementierung eines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ThreadPools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Rust benötigt: 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Threads (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zur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parallen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Ausführung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message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Passing (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sync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mpsc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zur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Kommunikationmzwischen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Hauptprogramm und Threads.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 und Arc (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stc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sync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::{Mutex, Arc}) zur sicheren gemeinsamen Nutzung von Ressourcen.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Probleme hier ist: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kein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Graceful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Shutdown: die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threads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laufen endlos weiter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kein automatisches Skalieren: feste Anzahl an Threads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Kein Task-return: man kann das Ergebnis nicht direkt zurückbekommen.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42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Deswegen haben wir die manuelle Implementierung nicht bei der Aufgabe verwendet, sondern die threadpool-Bibliothek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Installation: in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cargo.toml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“1.8”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Vorteile: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einfache API: es kann einen Pool und Tasks ausführen mit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pool.execute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Automatische Task-Verteilung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Effizient: verhindert das ständige Erstellen neuer Threads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Automatische Shutdown-Handling: Threads beenden sich sauber, wenn der Pool außer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geht.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26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Das Konzept von 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chunking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bedeutet, eine große Sammlung von Daten in kleinere, gleich große Teile (</a:t>
            </a: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chunks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zu zerlegen. </a:t>
            </a:r>
          </a:p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Rust kann dies effizient mit Iteratoren oder Slices umgesetzt werden.</a:t>
            </a:r>
          </a:p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 bietet dafür Iterator-Methode an, die auf Slices oder anderen Iteratoren angewendet werden können.</a:t>
            </a:r>
          </a:p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de-DE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chunks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(): teilt eine Sequenz in nicht überlappende Stücke mit jeweils n Elemente.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chunk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einfach zu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implemenetieren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Daten werden gleichmäßig aufgeteilt und parallel verarbeitet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effizient bei unabhängigen Operationen: ideal für parallel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bei denen jeder Wert unabhängig bearbeitet wird.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geringer Overhead, weil Threads unabhängig arbeiten und wenig Kommunikation erforderlich ist. (geringer Overhead = weniger zusätzliche Arbeit oder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ressourcen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bernötigt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werden, um die Parallele Verarbeitung durchzuführen)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Mit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 ist einfacher, Aufgaben auf mehrere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threads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zu verteilen.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keine manuelle Thread-verwaltung nötig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Durch den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ThreadPool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werden Threads wiederverwendet, anstatt ständig neue zu erstellen, spart Systemressourcen -&gt; effiziente Ressourcennutzung</a:t>
            </a:r>
          </a:p>
          <a:p>
            <a:pPr marL="914400" indent="457200" rtl="0"/>
            <a:br>
              <a:rPr lang="de-DE" b="0" dirty="0">
                <a:effectLst/>
              </a:rPr>
            </a:b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 Sicherer Zugriff auf Daten mit Arc&lt;Mutex&gt;</a:t>
            </a:r>
            <a:endParaRPr lang="de-DE" b="0" dirty="0">
              <a:effectLst/>
            </a:endParaRPr>
          </a:p>
          <a:p>
            <a:br>
              <a:rPr lang="de-DE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05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Mutex: 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führt zu Blockierungen (Threads müssen warten, bis sie Zugriff auf die Daten erhalten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bei vielen Threads kann dies die </a:t>
            </a:r>
            <a:r>
              <a:rPr lang="de-DE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beeinträchtigen.</a:t>
            </a:r>
          </a:p>
          <a:p>
            <a:pPr rtl="0"/>
            <a:br>
              <a:rPr lang="de-DE" b="0" dirty="0">
                <a:effectLst/>
              </a:rPr>
            </a:br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 Chunk:</a:t>
            </a:r>
            <a:endParaRPr lang="de-DE" b="0" dirty="0">
              <a:effectLst/>
            </a:endParaRPr>
          </a:p>
          <a:p>
            <a:pPr rtl="0"/>
            <a:r>
              <a:rPr lang="de-DE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 Ungleichmäßige Lastverteilung (z.B. 7 Elemente auf 4 Threads). arbeitet dann ein Thread weniger. </a:t>
            </a:r>
            <a:endParaRPr lang="de-DE" b="0" dirty="0">
              <a:effectLst/>
            </a:endParaRPr>
          </a:p>
          <a:p>
            <a:br>
              <a:rPr lang="de-DE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5743C-C280-42F1-B5B0-68AF924865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0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62C79A-9758-C8F1-9B0D-FEDCE1D4E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C0A437-758F-E81F-58D2-9E9652D27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185696-12F3-4437-1313-5A5E3DD2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BD2F4-464F-AC2F-1081-868661F4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57EE4-9CCC-6C8B-E864-9927DB75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1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1BB1C-49F1-8788-DDE9-79A7D7FF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1D9E58-4E93-5278-64C1-7D6E9C22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3425FD-B00B-967E-AE03-67310084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C06701-D5A1-06FE-3C7C-E52E6DD5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5CE151-2FFB-288B-5CD4-28EF9A84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8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04C05-9112-AC65-19E7-5A07F7D8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687093-5289-FA60-546B-9F4A22DF8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E52F2C-E54A-04FE-6DBD-D1876307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21638-8875-76CA-176A-69EB7CFF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7A653-438C-2C3D-8952-7A0C91BF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4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873EB-4A32-DE2E-4541-D43B20EC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C18C30-1860-8BDA-A04A-6516B05D8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E35D3A-91C7-896D-5A03-9DF1FAAD6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BBC305-690F-DECD-A782-E1CBE231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91040D-6540-32FE-5617-89AE0D07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FC0CB4-52EA-2C10-DE6B-F3F9B70F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8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5E9BE1-CFE0-1616-3A72-D8A3D241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EE5FD9-DD51-7FA7-6801-EDAC9AEC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F61303-6E5B-48CC-7E27-41A4AEC1D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DAEDBB-DBD0-4866-F5F1-EF5CB499E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643728-700F-D8C5-85B6-18126BB95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EC65D8-8B93-04C9-8B28-A713E8BD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C0BB4F-5DD1-85F5-B753-0437991F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3B2B08-70CC-9394-BD2A-6D2ACCD2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1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A8268-9662-9FCF-F7F5-4EC9D911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109F6F-651B-9FC1-7076-67A49144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C730B-F9D7-EF21-6279-2F6C021F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99EEE7-C217-9888-C4AD-26A620C70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57DB1F6-593E-20E3-A3D7-051F0725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BEB4D3-4121-1283-6D06-50AF031C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72BD8A-EBE1-3F7B-1381-4C180D66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7782C-CF1F-BD87-3987-F046DEBD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83BE80-28A7-6CE7-DD5A-D85FBF4D0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55DF4D-D2EC-2886-11A3-87D37EEF9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B762B7-0C0C-00EE-D093-1C9AE4E3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85FC6C-5C8C-3A21-2DAA-D0C26452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108D60-C6C8-F000-4086-C1CEA3C3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FEFCD-B4A0-38A4-7591-02120345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E6E19A-4285-E194-A0FC-75073CEBB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FA6066-82CB-4115-4CD0-55336E92E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F68895-3AA0-680D-C791-1E232222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7DB591-7EE0-690B-BB1E-98A65FAD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2BAC4E-B458-6623-31AD-4AAB63C2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0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B16CA-5B44-CE73-4584-6B953897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E6270A-B3DA-79B1-EEE2-9ECD3E243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AE70C4-19AA-D40D-AF63-16E66D0C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7062A0-3FB5-B2A9-2F50-BE82BD51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7E7D19-3123-6D38-952C-36B3BED4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8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C94DD5-DEB1-9AC6-62AF-5353C1A22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5D2E22-1F26-5665-334D-F355A0308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42B962-0A9B-44B7-44A1-3BC696E9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945C9-7F84-B3AF-22D0-DE0A272D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7330A9-98F7-4FBF-44B2-D3CE8741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0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3BB865-CF87-F565-4A1F-782D5A68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2420AF-C2B5-2E31-ED5D-2CCF826E6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7E9F05-B336-9250-F164-5187D961D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7A5C-99A0-4D82-BDC5-82FDEDA12C7F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D1684E-400B-BB65-9F4C-BD9C1273E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49DF95-049F-67FD-1E13-0F9FB1692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1818C-7E6F-40C1-AB6F-A7D95E03731B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5710192-2F06-399B-4C9B-5084A702214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0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6063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ust-lang-de.github.io/rustbook-de/ch17-01-futures-and-syntax.html" TargetMode="External"/><Relationship Id="rId2" Type="http://schemas.openxmlformats.org/officeDocument/2006/relationships/hyperlink" Target="https://docs.rs/threadpool/latest/threadpool/struct.ThreadPool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haeffler.udemy.com/course/rust-programming-master-class-from-beginner-to-expert/learn/lecture/35181796#ques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0177F-1331-36C2-C177-8B57ED818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26" y="576229"/>
            <a:ext cx="9208790" cy="677521"/>
          </a:xfrm>
        </p:spPr>
        <p:txBody>
          <a:bodyPr>
            <a:noAutofit/>
          </a:bodyPr>
          <a:lstStyle/>
          <a:p>
            <a:pPr algn="just"/>
            <a:r>
              <a:rPr lang="en-US" sz="4000" b="1" dirty="0" err="1">
                <a:latin typeface="Avenir Next LT Pro" panose="020B0504020202020204" pitchFamily="34" charset="0"/>
              </a:rPr>
              <a:t>Nebenläufige</a:t>
            </a:r>
            <a:r>
              <a:rPr lang="en-US" sz="4000" b="1" dirty="0">
                <a:latin typeface="Avenir Next LT Pro" panose="020B0504020202020204" pitchFamily="34" charset="0"/>
              </a:rPr>
              <a:t> </a:t>
            </a:r>
            <a:r>
              <a:rPr lang="en-US" sz="4000" b="1" dirty="0" err="1">
                <a:latin typeface="Avenir Next LT Pro" panose="020B0504020202020204" pitchFamily="34" charset="0"/>
              </a:rPr>
              <a:t>Programmierung</a:t>
            </a:r>
            <a:endParaRPr lang="en-US" sz="4000" b="1" dirty="0">
              <a:latin typeface="Avenir Next LT Pro" panose="020B050402020202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51EE42-E7F2-02DC-71D1-693593D5C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26" y="5735637"/>
            <a:ext cx="4435488" cy="67752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>
                <a:latin typeface="Avenir Next LT Pro" panose="020B0504020202020204" pitchFamily="34" charset="0"/>
              </a:rPr>
              <a:t>Duong, Thi Quynh Nhi</a:t>
            </a:r>
          </a:p>
          <a:p>
            <a:pPr algn="l"/>
            <a:r>
              <a:rPr lang="en-US" dirty="0">
                <a:latin typeface="Avenir Next LT Pro" panose="020B0504020202020204" pitchFamily="34" charset="0"/>
              </a:rPr>
              <a:t>WWISEA24</a:t>
            </a:r>
          </a:p>
          <a:p>
            <a:pPr algn="l"/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F8DA58-EB1D-915D-D94C-D69BC54B3C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8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5821276B-AB04-D0D6-ECA1-07B52AFAAC2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25578" y="1864383"/>
            <a:ext cx="5255735" cy="1807638"/>
          </a:xfrm>
          <a:prstGeom prst="rect">
            <a:avLst/>
          </a:prstGeom>
        </p:spPr>
      </p:pic>
      <p:pic>
        <p:nvPicPr>
          <p:cNvPr id="9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F35954DA-C5F4-7DFB-7098-671E541DF7E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4244" end="43594.7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67420" y="4015370"/>
            <a:ext cx="5255735" cy="180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0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65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112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88A1728-1902-1EC8-B322-731CCE73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 err="1">
                <a:solidFill>
                  <a:schemeClr val="tx1"/>
                </a:solidFill>
                <a:latin typeface="Avenir Next LT Pro" panose="020B0504020202020204" pitchFamily="34" charset="0"/>
              </a:rPr>
              <a:t>Gliederung</a:t>
            </a:r>
            <a:endParaRPr lang="en-US" sz="3600" b="1" kern="12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BA1743-7584-9623-A250-6B0B3920D9A0}"/>
              </a:ext>
            </a:extLst>
          </p:cNvPr>
          <p:cNvSpPr txBox="1"/>
          <p:nvPr/>
        </p:nvSpPr>
        <p:spPr>
          <a:xfrm>
            <a:off x="478535" y="2499520"/>
            <a:ext cx="6559574" cy="41788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Fearless Concurrency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Rust und </a:t>
            </a:r>
            <a:r>
              <a:rPr lang="en-US" sz="2400" dirty="0" err="1">
                <a:latin typeface="Avenir Next LT Pro" panose="020B0504020202020204" pitchFamily="34" charset="0"/>
              </a:rPr>
              <a:t>nebenläufige</a:t>
            </a:r>
            <a:r>
              <a:rPr lang="en-US" sz="2400" dirty="0">
                <a:latin typeface="Avenir Next LT Pro" panose="020B0504020202020204" pitchFamily="34" charset="0"/>
              </a:rPr>
              <a:t> </a:t>
            </a:r>
            <a:r>
              <a:rPr lang="en-US" sz="2400" dirty="0" err="1">
                <a:latin typeface="Avenir Next LT Pro" panose="020B0504020202020204" pitchFamily="34" charset="0"/>
              </a:rPr>
              <a:t>Programmierung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Mutex 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Arc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Avenir Next LT Pro" panose="020B0504020202020204" pitchFamily="34" charset="0"/>
              </a:rPr>
              <a:t>Threadpool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Chunk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Live Demo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Avenir Next LT Pro" panose="020B0504020202020204" pitchFamily="34" charset="0"/>
              </a:rPr>
              <a:t>Vorteile</a:t>
            </a:r>
            <a:r>
              <a:rPr lang="en-US" sz="2400" dirty="0">
                <a:latin typeface="Avenir Next LT Pro" panose="020B0504020202020204" pitchFamily="34" charset="0"/>
              </a:rPr>
              <a:t> und </a:t>
            </a:r>
            <a:r>
              <a:rPr lang="en-US" sz="2400" dirty="0" err="1">
                <a:latin typeface="Avenir Next LT Pro" panose="020B0504020202020204" pitchFamily="34" charset="0"/>
              </a:rPr>
              <a:t>Nachteile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Bildschirmaufzeichnung 7" descr="Ein Bild, das Clipart, Cartoon enthält.&#10;&#10;KI-generierte Inhalte können fehlerhaft sein.">
            <a:hlinkClick r:id="" action="ppaction://media"/>
            <a:extLst>
              <a:ext uri="{FF2B5EF4-FFF2-40B4-BE49-F238E27FC236}">
                <a16:creationId xmlns:a16="http://schemas.microsoft.com/office/drawing/2014/main" id="{0FE1841D-6CF1-6425-40AC-8FF4E0F692E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3032" y="2499520"/>
            <a:ext cx="5458968" cy="188334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D103270-B168-5739-42BE-ADDD21E184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3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DD2AD-F87D-F499-293C-709506FE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14" y="337161"/>
            <a:ext cx="10515600" cy="64565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 </a:t>
            </a:r>
            <a:br>
              <a:rPr lang="en-US" sz="3600" b="1" dirty="0">
                <a:latin typeface="Avenir Next LT Pro" panose="020B0504020202020204" pitchFamily="34" charset="0"/>
              </a:rPr>
            </a:br>
            <a:r>
              <a:rPr lang="en-US" sz="3600" b="1" dirty="0">
                <a:latin typeface="Avenir Next LT Pro" panose="020B0504020202020204" pitchFamily="34" charset="0"/>
              </a:rPr>
              <a:t>Fearless Concurrency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530818-D219-CABA-4446-A952F04B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25" y="2196413"/>
            <a:ext cx="5162551" cy="17145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C439701-9C12-68F1-35C1-656D2DB31D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59715B2-0B12-4133-9F2F-D1046BB891D1}"/>
              </a:ext>
            </a:extLst>
          </p:cNvPr>
          <p:cNvSpPr txBox="1"/>
          <p:nvPr/>
        </p:nvSpPr>
        <p:spPr>
          <a:xfrm>
            <a:off x="3588127" y="2053660"/>
            <a:ext cx="75384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>
              <a:latin typeface="Avenir Next LT Pro" panose="020B0504020202020204" pitchFamily="34" charset="0"/>
            </a:endParaRPr>
          </a:p>
          <a:p>
            <a:pPr algn="just"/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 Fearless concurrency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bedeutet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dass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man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sich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auf die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Logik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unseres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Codes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konzentrieren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kann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,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ohne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sich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vor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typischen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Nebenläufigkeitsproblemen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fürchten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zu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müssen</a:t>
            </a:r>
            <a:r>
              <a:rPr lang="en-US" sz="2800" dirty="0">
                <a:latin typeface="Avenir Next LT Pro" panose="020B0504020202020204" pitchFamily="34" charset="0"/>
                <a:sym typeface="Wingdings" panose="05000000000000000000" pitchFamily="2" charset="2"/>
              </a:rPr>
              <a:t>.</a:t>
            </a:r>
            <a:endParaRPr lang="en-US" sz="2800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0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980EB5-1579-A664-411A-99092229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Rust und </a:t>
            </a:r>
            <a:r>
              <a:rPr lang="en-US" sz="3600" b="1" dirty="0" err="1">
                <a:latin typeface="Avenir Next LT Pro" panose="020B0504020202020204" pitchFamily="34" charset="0"/>
              </a:rPr>
              <a:t>nebenläufige</a:t>
            </a:r>
            <a:r>
              <a:rPr lang="en-US" sz="3600" b="1" dirty="0">
                <a:latin typeface="Avenir Next LT Pro" panose="020B0504020202020204" pitchFamily="34" charset="0"/>
              </a:rPr>
              <a:t> </a:t>
            </a:r>
            <a:r>
              <a:rPr lang="en-US" sz="3600" b="1" dirty="0" err="1">
                <a:latin typeface="Avenir Next LT Pro" panose="020B0504020202020204" pitchFamily="34" charset="0"/>
              </a:rPr>
              <a:t>Programmierung</a:t>
            </a:r>
            <a:endParaRPr lang="en-US" sz="3600" b="1" dirty="0">
              <a:latin typeface="Avenir Next LT Pro" panose="020B05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6137BD-BEA9-CD63-44A9-410E9AC4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0"/>
              </a:rPr>
              <a:t>Mutex </a:t>
            </a: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0"/>
              </a:rPr>
              <a:t>Arc</a:t>
            </a: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latin typeface="Avenir Next LT Pro" panose="020B0504020202020204" pitchFamily="34" charset="0"/>
              </a:rPr>
              <a:t>Threadpool</a:t>
            </a:r>
            <a:endParaRPr lang="en-US" sz="2800" dirty="0">
              <a:latin typeface="Avenir Next LT Pro" panose="020B0504020202020204" pitchFamily="34" charset="0"/>
            </a:endParaRPr>
          </a:p>
          <a:p>
            <a:pPr marL="80010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venir Next LT Pro" panose="020B0504020202020204" pitchFamily="34" charset="0"/>
              </a:rPr>
              <a:t>Chunk</a:t>
            </a:r>
          </a:p>
          <a:p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E23EC3-D1F5-8AF4-48A3-37688DB8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6" r="1" b="1"/>
          <a:stretch/>
        </p:blipFill>
        <p:spPr>
          <a:xfrm>
            <a:off x="6099048" y="2598291"/>
            <a:ext cx="5458968" cy="166141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82B0EED-DEC3-86D6-86F6-5512160B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4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76E2A-2E01-667F-E6AC-4B7FB2AB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5257247" cy="1481328"/>
          </a:xfrm>
        </p:spPr>
        <p:txBody>
          <a:bodyPr vert="horz" lIns="91440" tIns="45720" rIns="91440" bIns="45720" rtlCol="0" anchor="b">
            <a:noAutofit/>
          </a:bodyPr>
          <a:lstStyle/>
          <a:p>
            <a:br>
              <a:rPr lang="en-US" sz="3600" b="1" kern="1200" dirty="0">
                <a:solidFill>
                  <a:schemeClr val="tx1"/>
                </a:solidFill>
                <a:latin typeface="Avenir Next LT Pro" panose="020B0504020202020204" pitchFamily="34" charset="0"/>
              </a:rPr>
            </a:br>
            <a:r>
              <a:rPr lang="en-US" sz="3600" b="1" kern="1200" dirty="0">
                <a:solidFill>
                  <a:schemeClr val="tx1"/>
                </a:solidFill>
                <a:latin typeface="Avenir Next LT Pro" panose="020B0504020202020204" pitchFamily="34" charset="0"/>
              </a:rPr>
              <a:t>Mutex </a:t>
            </a:r>
            <a:r>
              <a:rPr lang="en-US" sz="3600" b="1" dirty="0">
                <a:latin typeface="Avenir Next LT Pro" panose="020B0504020202020204" pitchFamily="34" charset="0"/>
              </a:rPr>
              <a:t>-</a:t>
            </a:r>
            <a:r>
              <a:rPr lang="en-US" sz="3600" b="1" kern="1200" dirty="0">
                <a:solidFill>
                  <a:schemeClr val="tx1"/>
                </a:solidFill>
                <a:latin typeface="Avenir Next LT Pro" panose="020B0504020202020204" pitchFamily="34" charset="0"/>
              </a:rPr>
              <a:t> Mutual Exclusion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14C0343-C35B-BAE9-7AFB-7B6C866E1EC5}"/>
              </a:ext>
            </a:extLst>
          </p:cNvPr>
          <p:cNvSpPr txBox="1"/>
          <p:nvPr/>
        </p:nvSpPr>
        <p:spPr>
          <a:xfrm>
            <a:off x="630935" y="2660904"/>
            <a:ext cx="6046955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latin typeface="Avenir Next LT Pro" panose="020B0504020202020204" pitchFamily="34" charset="0"/>
              </a:rPr>
              <a:t>Gegenseitiger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Ausschluss</a:t>
            </a:r>
            <a:r>
              <a:rPr lang="en-US" sz="2800" dirty="0">
                <a:latin typeface="Avenir Next LT Pro" panose="020B0504020202020204" pitchFamily="34" charset="0"/>
              </a:rPr>
              <a:t> -&gt; </a:t>
            </a:r>
            <a:r>
              <a:rPr lang="en-US" sz="2800" dirty="0" err="1">
                <a:latin typeface="Avenir Next LT Pro" panose="020B0504020202020204" pitchFamily="34" charset="0"/>
              </a:rPr>
              <a:t>während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ein</a:t>
            </a:r>
            <a:r>
              <a:rPr lang="en-US" sz="2800" dirty="0">
                <a:latin typeface="Avenir Next LT Pro" panose="020B0504020202020204" pitchFamily="34" charset="0"/>
              </a:rPr>
              <a:t> Thread die </a:t>
            </a:r>
            <a:r>
              <a:rPr lang="en-US" sz="2800" dirty="0" err="1">
                <a:latin typeface="Avenir Next LT Pro" panose="020B0504020202020204" pitchFamily="34" charset="0"/>
              </a:rPr>
              <a:t>Daten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verwendet</a:t>
            </a:r>
            <a:r>
              <a:rPr lang="en-US" sz="2800" dirty="0">
                <a:latin typeface="Avenir Next LT Pro" panose="020B0504020202020204" pitchFamily="34" charset="0"/>
              </a:rPr>
              <a:t>, </a:t>
            </a:r>
            <a:r>
              <a:rPr lang="en-US" sz="2800" dirty="0" err="1">
                <a:latin typeface="Avenir Next LT Pro" panose="020B0504020202020204" pitchFamily="34" charset="0"/>
              </a:rPr>
              <a:t>werden</a:t>
            </a:r>
            <a:r>
              <a:rPr lang="en-US" sz="2800" dirty="0">
                <a:latin typeface="Avenir Next LT Pro" panose="020B0504020202020204" pitchFamily="34" charset="0"/>
              </a:rPr>
              <a:t> alle </a:t>
            </a:r>
            <a:r>
              <a:rPr lang="en-US" sz="2800" dirty="0" err="1">
                <a:latin typeface="Avenir Next LT Pro" panose="020B0504020202020204" pitchFamily="34" charset="0"/>
              </a:rPr>
              <a:t>anderen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blockiert</a:t>
            </a:r>
            <a:r>
              <a:rPr lang="en-US" sz="2800" dirty="0">
                <a:latin typeface="Avenir Next LT Pro" panose="020B0504020202020204" pitchFamily="34" charset="0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venir Next LT Pro" panose="020B0504020202020204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latin typeface="Avenir Next LT Pro" panose="020B0504020202020204" pitchFamily="34" charset="0"/>
              </a:rPr>
              <a:t>Garantiert</a:t>
            </a:r>
            <a:r>
              <a:rPr lang="en-US" sz="2800" dirty="0">
                <a:latin typeface="Avenir Next LT Pro" panose="020B0504020202020204" pitchFamily="34" charset="0"/>
              </a:rPr>
              <a:t>, </a:t>
            </a:r>
            <a:r>
              <a:rPr lang="en-US" sz="2800" dirty="0" err="1">
                <a:latin typeface="Avenir Next LT Pro" panose="020B0504020202020204" pitchFamily="34" charset="0"/>
              </a:rPr>
              <a:t>dass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kein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anderer</a:t>
            </a:r>
            <a:r>
              <a:rPr lang="en-US" sz="2800" dirty="0">
                <a:latin typeface="Avenir Next LT Pro" panose="020B0504020202020204" pitchFamily="34" charset="0"/>
              </a:rPr>
              <a:t> Thread die </a:t>
            </a:r>
            <a:r>
              <a:rPr lang="en-US" sz="2800" dirty="0" err="1">
                <a:latin typeface="Avenir Next LT Pro" panose="020B0504020202020204" pitchFamily="34" charset="0"/>
              </a:rPr>
              <a:t>gleichen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Daten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gleichzeitig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ändern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oder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lesen</a:t>
            </a:r>
            <a:r>
              <a:rPr lang="en-US" sz="2800" dirty="0">
                <a:latin typeface="Avenir Next LT Pro" panose="020B0504020202020204" pitchFamily="34" charset="0"/>
              </a:rPr>
              <a:t> </a:t>
            </a:r>
            <a:r>
              <a:rPr lang="en-US" sz="2800" dirty="0" err="1">
                <a:latin typeface="Avenir Next LT Pro" panose="020B0504020202020204" pitchFamily="34" charset="0"/>
              </a:rPr>
              <a:t>kann</a:t>
            </a:r>
            <a:r>
              <a:rPr lang="en-US" sz="2800" dirty="0">
                <a:latin typeface="Avenir Next LT Pro" panose="020B0504020202020204" pitchFamily="34" charset="0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venir Next LT Pro" panose="020B0504020202020204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venir Next LT Pro" panose="020B0504020202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CD59E10-3037-AF00-BD2A-54C4109CAB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9" b="-2"/>
          <a:stretch/>
        </p:blipFill>
        <p:spPr>
          <a:xfrm>
            <a:off x="7573385" y="3173294"/>
            <a:ext cx="5458968" cy="183139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BEC3DE7-0EE6-7448-07C2-F275B5B3F9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6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DABDE0-8274-9A36-0074-1116D720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7" y="2212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Mutex in Rust</a:t>
            </a:r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46984E68-90DA-B9F1-C9D3-B0EC792AC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394" y="1650170"/>
            <a:ext cx="3138729" cy="47183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0904166-178F-F4FE-0AF6-C7939194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591" t="29401"/>
          <a:stretch/>
        </p:blipFill>
        <p:spPr>
          <a:xfrm>
            <a:off x="866394" y="4526616"/>
            <a:ext cx="1676370" cy="47988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5BEFCCC-1FA8-5F29-A8BB-44B920643DC7}"/>
              </a:ext>
            </a:extLst>
          </p:cNvPr>
          <p:cNvSpPr txBox="1"/>
          <p:nvPr/>
        </p:nvSpPr>
        <p:spPr>
          <a:xfrm>
            <a:off x="2945748" y="2479902"/>
            <a:ext cx="776381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Mutex </a:t>
            </a:r>
            <a:r>
              <a:rPr lang="en-US" sz="2600" dirty="0" err="1">
                <a:latin typeface="Avenir Next LT Pro" panose="020B0504020202020204" pitchFamily="34" charset="0"/>
              </a:rPr>
              <a:t>sperren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mit</a:t>
            </a:r>
            <a:r>
              <a:rPr lang="en-US" sz="2600" dirty="0">
                <a:latin typeface="Avenir Next LT Pro" panose="020B0504020202020204" pitchFamily="34" charset="0"/>
              </a:rPr>
              <a:t> lock()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Man </a:t>
            </a:r>
            <a:r>
              <a:rPr lang="en-US" sz="2600" dirty="0" err="1">
                <a:latin typeface="Avenir Next LT Pro" panose="020B0504020202020204" pitchFamily="34" charset="0"/>
              </a:rPr>
              <a:t>bekommt</a:t>
            </a:r>
            <a:r>
              <a:rPr lang="en-US" sz="2600" dirty="0">
                <a:latin typeface="Avenir Next LT Pro" panose="020B0504020202020204" pitchFamily="34" charset="0"/>
              </a:rPr>
              <a:t> den </a:t>
            </a:r>
            <a:r>
              <a:rPr lang="en-US" sz="2600" dirty="0" err="1">
                <a:latin typeface="Avenir Next LT Pro" panose="020B0504020202020204" pitchFamily="34" charset="0"/>
              </a:rPr>
              <a:t>Zugriff</a:t>
            </a:r>
            <a:r>
              <a:rPr lang="en-US" sz="2600" dirty="0">
                <a:latin typeface="Avenir Next LT Pro" panose="020B0504020202020204" pitchFamily="34" charset="0"/>
              </a:rPr>
              <a:t> auf die </a:t>
            </a:r>
            <a:r>
              <a:rPr lang="en-US" sz="2600" dirty="0" err="1">
                <a:latin typeface="Avenir Next LT Pro" panose="020B0504020202020204" pitchFamily="34" charset="0"/>
              </a:rPr>
              <a:t>geschützten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nur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durch</a:t>
            </a:r>
            <a:r>
              <a:rPr lang="en-US" sz="2600" dirty="0">
                <a:latin typeface="Avenir Next LT Pro" panose="020B0504020202020204" pitchFamily="34" charset="0"/>
              </a:rPr>
              <a:t> lock().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Gibt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MutexGuard</a:t>
            </a:r>
            <a:r>
              <a:rPr lang="en-US" sz="2600" dirty="0">
                <a:latin typeface="Avenir Next LT Pro" panose="020B0504020202020204" pitchFamily="34" charset="0"/>
              </a:rPr>
              <a:t>&lt;T&gt; </a:t>
            </a:r>
            <a:r>
              <a:rPr lang="en-US" sz="2600" dirty="0" err="1">
                <a:latin typeface="Avenir Next LT Pro" panose="020B0504020202020204" pitchFamily="34" charset="0"/>
              </a:rPr>
              <a:t>zurück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Try_lock</a:t>
            </a:r>
            <a:r>
              <a:rPr lang="en-US" sz="2600" dirty="0">
                <a:latin typeface="Avenir Next LT Pro" panose="020B0504020202020204" pitchFamily="34" charset="0"/>
              </a:rPr>
              <a:t>() </a:t>
            </a:r>
            <a:r>
              <a:rPr lang="en-US" sz="2600" dirty="0" err="1">
                <a:latin typeface="Avenir Next LT Pro" panose="020B0504020202020204" pitchFamily="34" charset="0"/>
              </a:rPr>
              <a:t>funkionert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wie</a:t>
            </a:r>
            <a:r>
              <a:rPr lang="en-US" sz="2600" dirty="0">
                <a:latin typeface="Avenir Next LT Pro" panose="020B0504020202020204" pitchFamily="34" charset="0"/>
              </a:rPr>
              <a:t> lock()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Aber: </a:t>
            </a:r>
            <a:r>
              <a:rPr lang="en-US" sz="2600" dirty="0" err="1">
                <a:latin typeface="Avenir Next LT Pro" panose="020B0504020202020204" pitchFamily="34" charset="0"/>
              </a:rPr>
              <a:t>blockiert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nicht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stattdessen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gibt</a:t>
            </a:r>
            <a:r>
              <a:rPr lang="en-US" sz="2600" dirty="0">
                <a:latin typeface="Avenir Next LT Pro" panose="020B0504020202020204" pitchFamily="34" charset="0"/>
              </a:rPr>
              <a:t> es </a:t>
            </a:r>
            <a:r>
              <a:rPr lang="en-US" sz="2600" dirty="0" err="1">
                <a:latin typeface="Avenir Next LT Pro" panose="020B0504020202020204" pitchFamily="34" charset="0"/>
              </a:rPr>
              <a:t>ein</a:t>
            </a:r>
            <a:r>
              <a:rPr lang="en-US" sz="2600" dirty="0">
                <a:latin typeface="Avenir Next LT Pro" panose="020B0504020202020204" pitchFamily="34" charset="0"/>
              </a:rPr>
              <a:t> result </a:t>
            </a:r>
            <a:r>
              <a:rPr lang="en-US" sz="2600" dirty="0" err="1">
                <a:latin typeface="Avenir Next LT Pro" panose="020B0504020202020204" pitchFamily="34" charset="0"/>
              </a:rPr>
              <a:t>zurück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Ok(</a:t>
            </a:r>
            <a:r>
              <a:rPr lang="en-US" sz="2600" dirty="0" err="1">
                <a:latin typeface="Avenir Next LT Pro" panose="020B0504020202020204" pitchFamily="34" charset="0"/>
              </a:rPr>
              <a:t>MutexGuard</a:t>
            </a:r>
            <a:r>
              <a:rPr lang="en-US" sz="2600" dirty="0">
                <a:latin typeface="Avenir Next LT Pro" panose="020B0504020202020204" pitchFamily="34" charset="0"/>
              </a:rPr>
              <a:t>&lt;T&gt;)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Err(</a:t>
            </a:r>
            <a:r>
              <a:rPr lang="en-US" sz="2600" dirty="0" err="1">
                <a:latin typeface="Avenir Next LT Pro" panose="020B0504020202020204" pitchFamily="34" charset="0"/>
              </a:rPr>
              <a:t>TryLockError</a:t>
            </a:r>
            <a:r>
              <a:rPr lang="en-US" sz="2600" dirty="0">
                <a:latin typeface="Avenir Next LT Pro" panose="020B0504020202020204" pitchFamily="34" charset="0"/>
              </a:rPr>
              <a:t>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4CE29F9-21D3-9BFA-90C2-1F3339838A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343" r="73732" b="19754"/>
          <a:stretch/>
        </p:blipFill>
        <p:spPr>
          <a:xfrm>
            <a:off x="866394" y="2697210"/>
            <a:ext cx="1063218" cy="47988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D021C25-2480-7FAB-4FA8-B258803983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093" y="1098921"/>
            <a:ext cx="3991421" cy="132556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7BA639A-5AB4-7F77-C3B9-9FE8A40C91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5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1B11A-FA65-9BA0-CF28-82BB2658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Mutex in Rust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7687F623-B829-397F-667B-7E574FC7A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2889576" cy="63874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3B11646-4B6B-1D80-A7E0-9186A8000ADD}"/>
              </a:ext>
            </a:extLst>
          </p:cNvPr>
          <p:cNvSpPr txBox="1"/>
          <p:nvPr/>
        </p:nvSpPr>
        <p:spPr>
          <a:xfrm>
            <a:off x="838199" y="2454671"/>
            <a:ext cx="899160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Solange </a:t>
            </a:r>
            <a:r>
              <a:rPr lang="en-US" sz="2600" dirty="0" err="1">
                <a:latin typeface="Avenir Next LT Pro" panose="020B0504020202020204" pitchFamily="34" charset="0"/>
              </a:rPr>
              <a:t>dieser</a:t>
            </a:r>
            <a:r>
              <a:rPr lang="en-US" sz="2600" dirty="0">
                <a:latin typeface="Avenir Next LT Pro" panose="020B0504020202020204" pitchFamily="34" charset="0"/>
              </a:rPr>
              <a:t> Guard </a:t>
            </a:r>
            <a:r>
              <a:rPr lang="en-US" sz="2600" dirty="0" err="1">
                <a:latin typeface="Avenir Next LT Pro" panose="020B0504020202020204" pitchFamily="34" charset="0"/>
              </a:rPr>
              <a:t>existiert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bleibt</a:t>
            </a:r>
            <a:r>
              <a:rPr lang="en-US" sz="2600" dirty="0">
                <a:latin typeface="Avenir Next LT Pro" panose="020B0504020202020204" pitchFamily="34" charset="0"/>
              </a:rPr>
              <a:t> der Mutex </a:t>
            </a:r>
            <a:r>
              <a:rPr lang="en-US" sz="2600" dirty="0" err="1">
                <a:latin typeface="Avenir Next LT Pro" panose="020B0504020202020204" pitchFamily="34" charset="0"/>
              </a:rPr>
              <a:t>gesperrt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Der Guard </a:t>
            </a:r>
            <a:r>
              <a:rPr lang="en-US" sz="2600" dirty="0" err="1">
                <a:latin typeface="Avenir Next LT Pro" panose="020B0504020202020204" pitchFamily="34" charset="0"/>
              </a:rPr>
              <a:t>gibt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eine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mutbare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Referenz</a:t>
            </a:r>
            <a:r>
              <a:rPr lang="en-US" sz="2600" dirty="0">
                <a:latin typeface="Avenir Next LT Pro" panose="020B0504020202020204" pitchFamily="34" charset="0"/>
              </a:rPr>
              <a:t> (&amp;mut T) </a:t>
            </a:r>
            <a:r>
              <a:rPr lang="en-US" sz="2600" dirty="0" err="1">
                <a:latin typeface="Avenir Next LT Pro" panose="020B0504020202020204" pitchFamily="34" charset="0"/>
              </a:rPr>
              <a:t>zurück</a:t>
            </a:r>
            <a:r>
              <a:rPr lang="en-US" sz="2600" dirty="0">
                <a:latin typeface="Avenir Next LT Pro" panose="020B05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</a:rPr>
              <a:t>Rusts Borrow-Checker </a:t>
            </a:r>
            <a:r>
              <a:rPr lang="en-US" sz="2600" dirty="0" err="1">
                <a:latin typeface="Avenir Next LT Pro" panose="020B0504020202020204" pitchFamily="34" charset="0"/>
              </a:rPr>
              <a:t>sicherstellt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dass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keine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andere</a:t>
            </a:r>
            <a:r>
              <a:rPr lang="en-US" sz="2600" dirty="0">
                <a:latin typeface="Avenir Next LT Pro" panose="020B0504020202020204" pitchFamily="34" charset="0"/>
              </a:rPr>
              <a:t> Thread </a:t>
            </a:r>
            <a:r>
              <a:rPr lang="en-US" sz="2600" dirty="0" err="1">
                <a:latin typeface="Avenir Next LT Pro" panose="020B0504020202020204" pitchFamily="34" charset="0"/>
              </a:rPr>
              <a:t>gleichzeitig</a:t>
            </a:r>
            <a:r>
              <a:rPr lang="en-US" sz="2600" dirty="0">
                <a:latin typeface="Avenir Next LT Pro" panose="020B0504020202020204" pitchFamily="34" charset="0"/>
              </a:rPr>
              <a:t> auf die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zugreifen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kann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Außer</a:t>
            </a:r>
            <a:r>
              <a:rPr lang="en-US" sz="2600" dirty="0">
                <a:latin typeface="Avenir Next LT Pro" panose="020B0504020202020204" pitchFamily="34" charset="0"/>
              </a:rPr>
              <a:t> Scope -&gt; </a:t>
            </a:r>
            <a:r>
              <a:rPr lang="en-US" sz="2600" dirty="0" err="1">
                <a:latin typeface="Avenir Next LT Pro" panose="020B0504020202020204" pitchFamily="34" charset="0"/>
              </a:rPr>
              <a:t>Wird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automatisch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freigegeben</a:t>
            </a:r>
            <a:r>
              <a:rPr lang="en-US" sz="2600" dirty="0">
                <a:latin typeface="Avenir Next LT Pro" panose="020B0504020202020204" pitchFamily="34" charset="0"/>
              </a:rPr>
              <a:t>.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8F3147D-6AF5-0626-C092-5FEFE03671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8463DE-2D16-5D17-1190-64FF0C327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948" y="5153890"/>
            <a:ext cx="3991421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6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1D8F45-0AA8-21CB-8CAE-CF74080C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Arc – Atomic Reference Counted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DD93AB-02DC-8923-5B77-7EB012436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215682" cy="3547872"/>
          </a:xfrm>
        </p:spPr>
        <p:txBody>
          <a:bodyPr anchor="t">
            <a:noAutofit/>
          </a:bodyPr>
          <a:lstStyle/>
          <a:p>
            <a:r>
              <a:rPr lang="en-US" sz="2600" dirty="0">
                <a:latin typeface="Avenir Next LT Pro" panose="020B0504020202020204" pitchFamily="34" charset="0"/>
              </a:rPr>
              <a:t>Smart Pointer in Rust</a:t>
            </a:r>
          </a:p>
          <a:p>
            <a:r>
              <a:rPr lang="en-US" sz="2600" dirty="0" err="1">
                <a:latin typeface="Avenir Next LT Pro" panose="020B0504020202020204" pitchFamily="34" charset="0"/>
              </a:rPr>
              <a:t>Ermöglicht</a:t>
            </a:r>
            <a:r>
              <a:rPr lang="en-US" sz="2600" dirty="0">
                <a:latin typeface="Avenir Next LT Pro" panose="020B0504020202020204" pitchFamily="34" charset="0"/>
              </a:rPr>
              <a:t> es,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sicher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zwischen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mehreren</a:t>
            </a:r>
            <a:r>
              <a:rPr lang="en-US" sz="2600" dirty="0">
                <a:latin typeface="Avenir Next LT Pro" panose="020B0504020202020204" pitchFamily="34" charset="0"/>
              </a:rPr>
              <a:t> Threads </a:t>
            </a:r>
            <a:r>
              <a:rPr lang="en-US" sz="2600" dirty="0" err="1">
                <a:latin typeface="Avenir Next LT Pro" panose="020B0504020202020204" pitchFamily="34" charset="0"/>
              </a:rPr>
              <a:t>zu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teilen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indem</a:t>
            </a:r>
            <a:r>
              <a:rPr lang="en-US" sz="2600" dirty="0">
                <a:latin typeface="Avenir Next LT Pro" panose="020B0504020202020204" pitchFamily="34" charset="0"/>
              </a:rPr>
              <a:t> er </a:t>
            </a:r>
            <a:r>
              <a:rPr lang="en-US" sz="2600" dirty="0" err="1">
                <a:latin typeface="Avenir Next LT Pro" panose="020B0504020202020204" pitchFamily="34" charset="0"/>
              </a:rPr>
              <a:t>eine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atomare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Referenzzählung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verwendet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r>
              <a:rPr lang="en-US" sz="2600" dirty="0" err="1">
                <a:latin typeface="Avenir Next LT Pro" panose="020B0504020202020204" pitchFamily="34" charset="0"/>
              </a:rPr>
              <a:t>Atomare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Referenzzähler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verfolgt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wie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viele</a:t>
            </a:r>
            <a:r>
              <a:rPr lang="en-US" sz="2600" dirty="0">
                <a:latin typeface="Avenir Next LT Pro" panose="020B0504020202020204" pitchFamily="34" charset="0"/>
              </a:rPr>
              <a:t> Arc-Zeiger auf </a:t>
            </a:r>
            <a:r>
              <a:rPr lang="en-US" sz="2600" dirty="0" err="1">
                <a:latin typeface="Avenir Next LT Pro" panose="020B0504020202020204" pitchFamily="34" charset="0"/>
              </a:rPr>
              <a:t>dieselben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zeigen</a:t>
            </a:r>
            <a:endParaRPr lang="en-US" sz="2600" dirty="0">
              <a:latin typeface="Avenir Next LT Pro" panose="020B0504020202020204" pitchFamily="34" charset="0"/>
            </a:endParaRPr>
          </a:p>
          <a:p>
            <a:endParaRPr lang="en-US" sz="26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venir Next LT Pro" panose="020B0504020202020204" pitchFamily="34" charset="0"/>
            </a:endParaRPr>
          </a:p>
          <a:p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8A9685-B0CE-1DD9-1058-53D233C8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6" r="1" b="1"/>
          <a:stretch/>
        </p:blipFill>
        <p:spPr>
          <a:xfrm>
            <a:off x="6099048" y="2598291"/>
            <a:ext cx="5458968" cy="166141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E21B428-1EDA-F080-CE87-7EF96FDC3F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2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4D531-4AAD-2FFF-E646-A9493A88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AFFCA2-0527-E913-C64E-D0381B7C3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78"/>
            <a:ext cx="10515600" cy="95485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Arc – Atomic Reference Counted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131DBB-E1EA-F382-23DA-324E51876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056"/>
            <a:ext cx="10515600" cy="132556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venir Next LT Pro" panose="020B0504020202020204" pitchFamily="34" charset="0"/>
              </a:rPr>
              <a:t>Was </a:t>
            </a:r>
            <a:r>
              <a:rPr lang="en-US" sz="2600" dirty="0" err="1">
                <a:latin typeface="Avenir Next LT Pro" panose="020B0504020202020204" pitchFamily="34" charset="0"/>
              </a:rPr>
              <a:t>passiert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wenn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wir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mehrere</a:t>
            </a:r>
            <a:r>
              <a:rPr lang="en-US" sz="2600" dirty="0">
                <a:latin typeface="Avenir Next LT Pro" panose="020B0504020202020204" pitchFamily="34" charset="0"/>
              </a:rPr>
              <a:t> Threads </a:t>
            </a:r>
            <a:r>
              <a:rPr lang="en-US" sz="2600" dirty="0" err="1">
                <a:latin typeface="Avenir Next LT Pro" panose="020B0504020202020204" pitchFamily="34" charset="0"/>
              </a:rPr>
              <a:t>Zugriff</a:t>
            </a:r>
            <a:r>
              <a:rPr lang="en-US" sz="2600" dirty="0">
                <a:latin typeface="Avenir Next LT Pro" panose="020B0504020202020204" pitchFamily="34" charset="0"/>
              </a:rPr>
              <a:t> auf </a:t>
            </a:r>
            <a:r>
              <a:rPr lang="en-US" sz="2600" dirty="0" err="1">
                <a:latin typeface="Avenir Next LT Pro" panose="020B0504020202020204" pitchFamily="34" charset="0"/>
              </a:rPr>
              <a:t>dieselben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geben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möchten</a:t>
            </a:r>
            <a:r>
              <a:rPr lang="en-US" sz="2600" dirty="0">
                <a:latin typeface="Avenir Next LT Pro" panose="020B0504020202020204" pitchFamily="34" charset="0"/>
              </a:rPr>
              <a:t>?</a:t>
            </a:r>
          </a:p>
          <a:p>
            <a:endParaRPr lang="en-US" sz="2600" dirty="0">
              <a:latin typeface="Avenir Next LT Pro" panose="020B0504020202020204" pitchFamily="34" charset="0"/>
            </a:endParaRPr>
          </a:p>
          <a:p>
            <a:endParaRPr lang="en-US" sz="2600" dirty="0">
              <a:latin typeface="Avenir Next LT Pro" panose="020B0504020202020204" pitchFamily="34" charset="0"/>
            </a:endParaRPr>
          </a:p>
          <a:p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C4360C3-D8DF-470D-8B3B-CF43810031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C346503-A685-83EA-E66F-392C0F93FCA3}"/>
              </a:ext>
            </a:extLst>
          </p:cNvPr>
          <p:cNvSpPr txBox="1"/>
          <p:nvPr/>
        </p:nvSpPr>
        <p:spPr>
          <a:xfrm>
            <a:off x="838200" y="2652425"/>
            <a:ext cx="978496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Arc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ermöglicht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gemeinsame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Ownership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Mehrere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Threads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können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gleichzeitig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auf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dieselben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zugreifen</a:t>
            </a:r>
            <a:endParaRPr lang="en-US" sz="2600" dirty="0">
              <a:latin typeface="Avenir Next LT Pro" panose="020B05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Stellt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sicher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dass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die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korrekt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freigegeben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werden</a:t>
            </a:r>
            <a:r>
              <a:rPr lang="en-US" sz="2600" dirty="0">
                <a:latin typeface="Avenir Next LT Pro" panose="020B0504020202020204" pitchFamily="34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Sorgt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dafür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,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dass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die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Daten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erst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gelöscht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werden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,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wenn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kein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Thread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mehr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darauf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 </a:t>
            </a:r>
            <a:r>
              <a:rPr lang="en-US" sz="2600" b="1" dirty="0" err="1">
                <a:latin typeface="Avenir Next LT Pro" panose="020B0504020202020204" pitchFamily="34" charset="0"/>
                <a:sym typeface="Wingdings" panose="05000000000000000000" pitchFamily="2" charset="2"/>
              </a:rPr>
              <a:t>zugreift</a:t>
            </a:r>
            <a:r>
              <a:rPr lang="en-US" sz="2600" b="1" dirty="0">
                <a:latin typeface="Avenir Next LT Pro" panose="020B0504020202020204" pitchFamily="34" charset="0"/>
                <a:sym typeface="Wingdings" panose="05000000000000000000" pitchFamily="2" charset="2"/>
              </a:rPr>
              <a:t>.</a:t>
            </a:r>
          </a:p>
          <a:p>
            <a:endParaRPr lang="en-US" sz="2600" b="1" dirty="0">
              <a:latin typeface="Avenir Next LT Pro" panose="020B05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2600" dirty="0">
              <a:latin typeface="Avenir Next LT Pro" panose="020B05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2600" dirty="0">
              <a:latin typeface="Avenir Next LT Pro" panose="020B05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2E5D661-18B1-EFC3-6888-FE8B32616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21" y="5532436"/>
            <a:ext cx="3991421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3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6128-7A9B-D8ED-EA68-05F16A6A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4DC17-EA4B-846C-6055-D856403B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369" y="0"/>
            <a:ext cx="10515600" cy="98483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Arc – Atomic Reference Counted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ADA42-443B-6F0F-D731-73DBEAC3E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D066D99-4333-3855-6073-CE8E331BB496}"/>
              </a:ext>
            </a:extLst>
          </p:cNvPr>
          <p:cNvSpPr txBox="1"/>
          <p:nvPr/>
        </p:nvSpPr>
        <p:spPr>
          <a:xfrm>
            <a:off x="838200" y="1825625"/>
            <a:ext cx="9385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FE5CC20-4558-A6DE-F1AA-968A4DF72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67078"/>
            <a:ext cx="12192000" cy="403976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4FC4402-7E2D-7E73-AC54-8F103DB931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B7029B6-42B2-E70A-3B65-0A3D86849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90922"/>
            <a:ext cx="4116424" cy="13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00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220E1-C54B-B912-5B7E-E0756D89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3" y="93727"/>
            <a:ext cx="10515600" cy="1132527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Avenir Next LT Pro" panose="020B0504020202020204" pitchFamily="34" charset="0"/>
              </a:rPr>
              <a:t>Interaktion</a:t>
            </a:r>
            <a:r>
              <a:rPr lang="en-US" sz="3600" b="1" dirty="0">
                <a:latin typeface="Avenir Next LT Pro" panose="020B0504020202020204" pitchFamily="34" charset="0"/>
              </a:rPr>
              <a:t> </a:t>
            </a:r>
            <a:r>
              <a:rPr lang="en-US" sz="3600" b="1" dirty="0" err="1">
                <a:latin typeface="Avenir Next LT Pro" panose="020B0504020202020204" pitchFamily="34" charset="0"/>
              </a:rPr>
              <a:t>zwischen</a:t>
            </a:r>
            <a:r>
              <a:rPr lang="en-US" sz="3600" b="1" dirty="0">
                <a:latin typeface="Avenir Next LT Pro" panose="020B0504020202020204" pitchFamily="34" charset="0"/>
              </a:rPr>
              <a:t> Arc und Mutex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1D4CFE0-F61A-F356-1075-803F26C00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883" y="1802483"/>
            <a:ext cx="7576321" cy="636493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B813D28-5EB6-59B9-2B7B-8B8E077E9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83" y="2730387"/>
            <a:ext cx="11887427" cy="60751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4D603E1-6B12-D4D4-4968-D880ACD7A522}"/>
              </a:ext>
            </a:extLst>
          </p:cNvPr>
          <p:cNvSpPr txBox="1"/>
          <p:nvPr/>
        </p:nvSpPr>
        <p:spPr>
          <a:xfrm>
            <a:off x="498764" y="3823855"/>
            <a:ext cx="800842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Sichere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gemeinsame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Nutzung</a:t>
            </a:r>
            <a:r>
              <a:rPr lang="en-US" sz="2600" dirty="0">
                <a:latin typeface="Avenir Next LT Pro" panose="020B0504020202020204" pitchFamily="34" charset="0"/>
              </a:rPr>
              <a:t> in </a:t>
            </a:r>
            <a:r>
              <a:rPr lang="en-US" sz="2600" dirty="0" err="1">
                <a:latin typeface="Avenir Next LT Pro" panose="020B0504020202020204" pitchFamily="34" charset="0"/>
              </a:rPr>
              <a:t>mehreren</a:t>
            </a:r>
            <a:r>
              <a:rPr lang="en-US" sz="2600" dirty="0">
                <a:latin typeface="Avenir Next LT Pro" panose="020B0504020202020204" pitchFamily="34" charset="0"/>
              </a:rPr>
              <a:t> Threads.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Vermeidung</a:t>
            </a:r>
            <a:r>
              <a:rPr lang="en-US" sz="2600" dirty="0">
                <a:latin typeface="Avenir Next LT Pro" panose="020B0504020202020204" pitchFamily="34" charset="0"/>
              </a:rPr>
              <a:t> von </a:t>
            </a:r>
            <a:r>
              <a:rPr lang="en-US" sz="2600" dirty="0" err="1">
                <a:latin typeface="Avenir Next LT Pro" panose="020B0504020202020204" pitchFamily="34" charset="0"/>
              </a:rPr>
              <a:t>doppeltem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Kopieren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ABA1D77-10B2-F4E0-6DBA-10D162041E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9DD5769-CFDF-BEA7-128D-DB1CED5FC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82" y="5221988"/>
            <a:ext cx="3786370" cy="12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7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AE850614-62D9-54F6-58D7-4A8D30EA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5" y="48986"/>
            <a:ext cx="10515600" cy="733968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Avenir Next LT Pro" panose="020B0504020202020204" pitchFamily="34" charset="0"/>
              </a:rPr>
            </a:br>
            <a:r>
              <a:rPr lang="en-US" sz="3600" b="1" dirty="0" err="1">
                <a:latin typeface="Avenir Next LT Pro" panose="020B0504020202020204" pitchFamily="34" charset="0"/>
              </a:rPr>
              <a:t>ThreadPool</a:t>
            </a:r>
            <a:r>
              <a:rPr lang="en-US" sz="3600" b="1" dirty="0">
                <a:latin typeface="Avenir Next LT Pro" panose="020B0504020202020204" pitchFamily="34" charset="0"/>
              </a:rPr>
              <a:t> in Rust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96C27C7-16E1-D914-315A-147C9732D5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A14AA58-1922-253E-86F0-BA10D47F756C}"/>
              </a:ext>
            </a:extLst>
          </p:cNvPr>
          <p:cNvSpPr txBox="1"/>
          <p:nvPr/>
        </p:nvSpPr>
        <p:spPr>
          <a:xfrm>
            <a:off x="443345" y="1343535"/>
            <a:ext cx="512618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venir Next LT Pro" panose="020B0504020202020204" pitchFamily="34" charset="0"/>
              </a:rPr>
              <a:t>Manuelle </a:t>
            </a:r>
            <a:r>
              <a:rPr lang="en-US" sz="2600" dirty="0" err="1">
                <a:latin typeface="Avenir Next LT Pro" panose="020B0504020202020204" pitchFamily="34" charset="0"/>
              </a:rPr>
              <a:t>Implementierung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FAEB5D-E79A-3E8E-9EBF-9F54AE263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67" y="2122137"/>
            <a:ext cx="4913338" cy="111092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B293853-A664-9E99-3B7B-D87330BC35B9}"/>
              </a:ext>
            </a:extLst>
          </p:cNvPr>
          <p:cNvSpPr txBox="1"/>
          <p:nvPr/>
        </p:nvSpPr>
        <p:spPr>
          <a:xfrm>
            <a:off x="549767" y="3944805"/>
            <a:ext cx="501976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Kein Graceful Shutdown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Kein </a:t>
            </a:r>
            <a:r>
              <a:rPr lang="en-US" sz="2400" dirty="0" err="1">
                <a:latin typeface="Avenir Next LT Pro" panose="020B0504020202020204" pitchFamily="34" charset="0"/>
              </a:rPr>
              <a:t>automatisches</a:t>
            </a:r>
            <a:r>
              <a:rPr lang="en-US" sz="2400" dirty="0">
                <a:latin typeface="Avenir Next LT Pro" panose="020B0504020202020204" pitchFamily="34" charset="0"/>
              </a:rPr>
              <a:t> </a:t>
            </a:r>
            <a:r>
              <a:rPr lang="en-US" sz="2400" dirty="0" err="1">
                <a:latin typeface="Avenir Next LT Pro" panose="020B0504020202020204" pitchFamily="34" charset="0"/>
              </a:rPr>
              <a:t>Skalieren</a:t>
            </a:r>
            <a:endParaRPr lang="en-US" sz="24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venir Next LT Pro" panose="020B0504020202020204" pitchFamily="34" charset="0"/>
              </a:rPr>
              <a:t>Kein Task-return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F6C2232-6F6B-6644-3341-39CD084F3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535" y="1975591"/>
            <a:ext cx="3786370" cy="12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0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EC0DFD-09D5-B9CC-D083-09D53181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73" y="172742"/>
            <a:ext cx="10515600" cy="96633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Avenir Next LT Pro" panose="020B0504020202020204" pitchFamily="34" charset="0"/>
              </a:rPr>
              <a:t>ThreadPool</a:t>
            </a:r>
            <a:r>
              <a:rPr lang="en-US" sz="3600" b="1" dirty="0">
                <a:latin typeface="Avenir Next LT Pro" panose="020B0504020202020204" pitchFamily="34" charset="0"/>
              </a:rPr>
              <a:t> in Rust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51E64A-E03A-02FC-F01A-BC5AFE26D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3819"/>
            <a:ext cx="5021330" cy="45425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70D1498-1DBC-982D-F67D-04DF7DBC2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32" y="2959653"/>
            <a:ext cx="3934532" cy="119027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D43B3DC-0EDE-0B3E-23D5-3606162F11D1}"/>
              </a:ext>
            </a:extLst>
          </p:cNvPr>
          <p:cNvSpPr txBox="1"/>
          <p:nvPr/>
        </p:nvSpPr>
        <p:spPr>
          <a:xfrm>
            <a:off x="454773" y="1378094"/>
            <a:ext cx="64631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venir Next LT Pro" panose="020B0504020202020204" pitchFamily="34" charset="0"/>
              </a:rPr>
              <a:t>Implementierung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mit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threadpool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Bibliothek</a:t>
            </a:r>
            <a:endParaRPr lang="en-US" sz="2600" dirty="0">
              <a:latin typeface="Avenir Next LT Pro" panose="020B05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51AB4EE-6B9F-2DE3-EEED-FE2844AF28C7}"/>
              </a:ext>
            </a:extLst>
          </p:cNvPr>
          <p:cNvSpPr txBox="1"/>
          <p:nvPr/>
        </p:nvSpPr>
        <p:spPr>
          <a:xfrm>
            <a:off x="6622932" y="2314509"/>
            <a:ext cx="5181140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Einfache</a:t>
            </a:r>
            <a:r>
              <a:rPr lang="en-US" sz="2600" dirty="0">
                <a:latin typeface="Avenir Next LT Pro" panose="020B0504020202020204" pitchFamily="34" charset="0"/>
              </a:rPr>
              <a:t>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Automatische</a:t>
            </a:r>
            <a:r>
              <a:rPr lang="en-US" sz="2600" dirty="0">
                <a:latin typeface="Avenir Next LT Pro" panose="020B0504020202020204" pitchFamily="34" charset="0"/>
              </a:rPr>
              <a:t> Task-</a:t>
            </a:r>
            <a:r>
              <a:rPr lang="en-US" sz="2600" dirty="0" err="1">
                <a:latin typeface="Avenir Next LT Pro" panose="020B0504020202020204" pitchFamily="34" charset="0"/>
              </a:rPr>
              <a:t>Verteilung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Effizient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Avenir Next LT Pro" panose="020B0504020202020204" pitchFamily="34" charset="0"/>
              </a:rPr>
              <a:t>Automatische</a:t>
            </a:r>
            <a:r>
              <a:rPr lang="en-US" sz="2600" dirty="0">
                <a:latin typeface="Avenir Next LT Pro" panose="020B0504020202020204" pitchFamily="34" charset="0"/>
              </a:rPr>
              <a:t> Shutdown-Handling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07E727F-4E5B-E2B7-1204-9737C4AB3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616399"/>
            <a:ext cx="8004642" cy="45425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9D59919-26A7-21EE-7461-3DE18D29D9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31" y="5289868"/>
            <a:ext cx="9137795" cy="12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9D35F-E204-3721-A8D6-629FD5A0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Chunk in Rust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79BC1-D734-AAEB-4042-80DEBD241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venir Next LT Pro" panose="020B0504020202020204" pitchFamily="34" charset="0"/>
              </a:rPr>
              <a:t>Eine </a:t>
            </a:r>
            <a:r>
              <a:rPr lang="en-US" sz="2600" dirty="0" err="1">
                <a:latin typeface="Avenir Next LT Pro" panose="020B0504020202020204" pitchFamily="34" charset="0"/>
              </a:rPr>
              <a:t>große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Sammlung</a:t>
            </a:r>
            <a:r>
              <a:rPr lang="en-US" sz="2600" dirty="0">
                <a:latin typeface="Avenir Next LT Pro" panose="020B0504020202020204" pitchFamily="34" charset="0"/>
              </a:rPr>
              <a:t> von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in </a:t>
            </a:r>
            <a:r>
              <a:rPr lang="en-US" sz="2600" dirty="0" err="1">
                <a:latin typeface="Avenir Next LT Pro" panose="020B0504020202020204" pitchFamily="34" charset="0"/>
              </a:rPr>
              <a:t>kleinere</a:t>
            </a:r>
            <a:r>
              <a:rPr lang="en-US" sz="2600" dirty="0">
                <a:latin typeface="Avenir Next LT Pro" panose="020B0504020202020204" pitchFamily="34" charset="0"/>
              </a:rPr>
              <a:t>, Gleich </a:t>
            </a:r>
            <a:r>
              <a:rPr lang="en-US" sz="2600" dirty="0" err="1">
                <a:latin typeface="Avenir Next LT Pro" panose="020B0504020202020204" pitchFamily="34" charset="0"/>
              </a:rPr>
              <a:t>große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Teile</a:t>
            </a:r>
            <a:r>
              <a:rPr lang="en-US" sz="2600" dirty="0">
                <a:latin typeface="Avenir Next LT Pro" panose="020B0504020202020204" pitchFamily="34" charset="0"/>
              </a:rPr>
              <a:t> (chunks) </a:t>
            </a:r>
            <a:r>
              <a:rPr lang="en-US" sz="2600" dirty="0" err="1">
                <a:latin typeface="Avenir Next LT Pro" panose="020B0504020202020204" pitchFamily="34" charset="0"/>
              </a:rPr>
              <a:t>zu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zerlegen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r>
              <a:rPr lang="en-US" sz="2600" dirty="0" err="1">
                <a:latin typeface="Avenir Next LT Pro" panose="020B0504020202020204" pitchFamily="34" charset="0"/>
              </a:rPr>
              <a:t>Umsetzung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mit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Iteratoren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oder</a:t>
            </a:r>
            <a:r>
              <a:rPr lang="en-US" sz="2600" dirty="0">
                <a:latin typeface="Avenir Next LT Pro" panose="020B0504020202020204" pitchFamily="34" charset="0"/>
              </a:rPr>
              <a:t> Slices</a:t>
            </a:r>
          </a:p>
          <a:p>
            <a:r>
              <a:rPr lang="en-US" sz="2600" dirty="0">
                <a:latin typeface="Avenir Next LT Pro" panose="020B0504020202020204" pitchFamily="34" charset="0"/>
              </a:rPr>
              <a:t>chunks(): </a:t>
            </a:r>
          </a:p>
          <a:p>
            <a:pPr lvl="1"/>
            <a:r>
              <a:rPr lang="en-US" sz="2600" dirty="0">
                <a:latin typeface="Avenir Next LT Pro" panose="020B0504020202020204" pitchFamily="34" charset="0"/>
              </a:rPr>
              <a:t>Iterator-Methode, die auf Slices </a:t>
            </a:r>
            <a:r>
              <a:rPr lang="en-US" sz="2600" dirty="0" err="1">
                <a:latin typeface="Avenir Next LT Pro" panose="020B0504020202020204" pitchFamily="34" charset="0"/>
              </a:rPr>
              <a:t>oder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anderen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Iteratoren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angewendet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werden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können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Teilt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eine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Sequenz</a:t>
            </a:r>
            <a:r>
              <a:rPr lang="en-US" sz="2600" dirty="0">
                <a:latin typeface="Avenir Next LT Pro" panose="020B0504020202020204" pitchFamily="34" charset="0"/>
              </a:rPr>
              <a:t> in </a:t>
            </a:r>
            <a:r>
              <a:rPr lang="en-US" sz="2600" dirty="0" err="1">
                <a:latin typeface="Avenir Next LT Pro" panose="020B0504020202020204" pitchFamily="34" charset="0"/>
              </a:rPr>
              <a:t>nicht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überlappende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Stücke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mit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jeweils</a:t>
            </a:r>
            <a:r>
              <a:rPr lang="en-US" sz="2600" dirty="0">
                <a:latin typeface="Avenir Next LT Pro" panose="020B0504020202020204" pitchFamily="34" charset="0"/>
              </a:rPr>
              <a:t> n </a:t>
            </a:r>
            <a:r>
              <a:rPr lang="en-US" sz="2600" dirty="0" err="1">
                <a:latin typeface="Avenir Next LT Pro" panose="020B0504020202020204" pitchFamily="34" charset="0"/>
              </a:rPr>
              <a:t>Elemente</a:t>
            </a:r>
            <a:r>
              <a:rPr lang="en-US" sz="2600" dirty="0">
                <a:latin typeface="Avenir Next LT Pro" panose="020B0504020202020204" pitchFamily="34" charset="0"/>
              </a:rPr>
              <a:t>.</a:t>
            </a:r>
          </a:p>
          <a:p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925D5B1-46E6-FB9D-D5C5-FD9ED3B45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EA50DD3-2830-735F-EDE0-7810EB217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35" y="5411518"/>
            <a:ext cx="3786370" cy="12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2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F8614-D210-05AA-308C-4FED5270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086" y="2766218"/>
            <a:ext cx="2596116" cy="1325563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BC00A0-E09C-BD11-1690-F2C8E946C7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5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19B3F793-36B5-B95F-7FB7-5A8CF673D37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 rot="5400000">
            <a:off x="-1572804" y="3044031"/>
            <a:ext cx="5255735" cy="1807638"/>
          </a:xfrm>
          <a:prstGeom prst="rect">
            <a:avLst/>
          </a:prstGeom>
        </p:spPr>
      </p:pic>
      <p:pic>
        <p:nvPicPr>
          <p:cNvPr id="6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F022B479-8201-8739-A7F5-D3E9A0BD744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19276" y="5050362"/>
            <a:ext cx="5255735" cy="180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3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65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36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1AC9A4-90A3-7547-0069-B369A0DB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Avenir Next LT Pro" panose="020B0504020202020204" pitchFamily="34" charset="0"/>
              </a:rPr>
              <a:t>Vorteile</a:t>
            </a:r>
            <a:r>
              <a:rPr lang="en-US" sz="3600" b="1" dirty="0">
                <a:latin typeface="Avenir Next LT Pro" panose="020B0504020202020204" pitchFamily="34" charset="0"/>
              </a:rPr>
              <a:t> der </a:t>
            </a:r>
            <a:r>
              <a:rPr lang="en-US" sz="3600" b="1" dirty="0" err="1">
                <a:latin typeface="Avenir Next LT Pro" panose="020B0504020202020204" pitchFamily="34" charset="0"/>
              </a:rPr>
              <a:t>Implementierung</a:t>
            </a:r>
            <a:endParaRPr lang="en-US" sz="3600" b="1" dirty="0">
              <a:latin typeface="Avenir Next LT Pro" panose="020B05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EC942C-365F-2C00-C7E5-01A09943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791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b="1" dirty="0" err="1">
                <a:latin typeface="Avenir Next LT Pro" panose="020B0504020202020204" pitchFamily="34" charset="0"/>
              </a:rPr>
              <a:t>ThreadPool</a:t>
            </a:r>
            <a:r>
              <a:rPr lang="en-US" sz="2600" b="1" dirty="0">
                <a:latin typeface="Avenir Next LT Pro" panose="020B0504020202020204" pitchFamily="34" charset="0"/>
              </a:rPr>
              <a:t>: </a:t>
            </a:r>
          </a:p>
          <a:p>
            <a:pPr lvl="1"/>
            <a:r>
              <a:rPr lang="en-US" sz="2600" dirty="0">
                <a:latin typeface="Avenir Next LT Pro" panose="020B0504020202020204" pitchFamily="34" charset="0"/>
              </a:rPr>
              <a:t>Es </a:t>
            </a:r>
            <a:r>
              <a:rPr lang="en-US" sz="2600" dirty="0" err="1">
                <a:latin typeface="Avenir Next LT Pro" panose="020B0504020202020204" pitchFamily="34" charset="0"/>
              </a:rPr>
              <a:t>ist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einfacher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Aufgaben</a:t>
            </a:r>
            <a:r>
              <a:rPr lang="en-US" sz="2600" dirty="0">
                <a:latin typeface="Avenir Next LT Pro" panose="020B0504020202020204" pitchFamily="34" charset="0"/>
              </a:rPr>
              <a:t> auf </a:t>
            </a:r>
            <a:r>
              <a:rPr lang="en-US" sz="2600" dirty="0" err="1">
                <a:latin typeface="Avenir Next LT Pro" panose="020B0504020202020204" pitchFamily="34" charset="0"/>
              </a:rPr>
              <a:t>mehrere</a:t>
            </a:r>
            <a:r>
              <a:rPr lang="en-US" sz="2600" dirty="0">
                <a:latin typeface="Avenir Next LT Pro" panose="020B0504020202020204" pitchFamily="34" charset="0"/>
              </a:rPr>
              <a:t> Threads </a:t>
            </a:r>
            <a:r>
              <a:rPr lang="en-US" sz="2600" dirty="0" err="1">
                <a:latin typeface="Avenir Next LT Pro" panose="020B0504020202020204" pitchFamily="34" charset="0"/>
              </a:rPr>
              <a:t>zu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verteilen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Keine</a:t>
            </a:r>
            <a:r>
              <a:rPr lang="en-US" sz="2600" dirty="0">
                <a:latin typeface="Avenir Next LT Pro" panose="020B0504020202020204" pitchFamily="34" charset="0"/>
              </a:rPr>
              <a:t> Manuelle Thread </a:t>
            </a:r>
            <a:r>
              <a:rPr lang="en-US" sz="2600" dirty="0" err="1">
                <a:latin typeface="Avenir Next LT Pro" panose="020B0504020202020204" pitchFamily="34" charset="0"/>
              </a:rPr>
              <a:t>Verwaltung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nötig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lvl="1"/>
            <a:r>
              <a:rPr lang="en-US" sz="2600" dirty="0">
                <a:latin typeface="Avenir Next LT Pro" panose="020B0504020202020204" pitchFamily="34" charset="0"/>
              </a:rPr>
              <a:t>Durch den </a:t>
            </a:r>
            <a:r>
              <a:rPr lang="en-US" sz="2600" dirty="0" err="1">
                <a:latin typeface="Avenir Next LT Pro" panose="020B0504020202020204" pitchFamily="34" charset="0"/>
              </a:rPr>
              <a:t>ThreadPool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werden</a:t>
            </a:r>
            <a:r>
              <a:rPr lang="en-US" sz="2600" dirty="0">
                <a:latin typeface="Avenir Next LT Pro" panose="020B0504020202020204" pitchFamily="34" charset="0"/>
              </a:rPr>
              <a:t> Threads </a:t>
            </a:r>
            <a:r>
              <a:rPr lang="en-US" sz="2600" dirty="0" err="1">
                <a:latin typeface="Avenir Next LT Pro" panose="020B0504020202020204" pitchFamily="34" charset="0"/>
              </a:rPr>
              <a:t>wiederverwendet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n-US" sz="2600" dirty="0">
                <a:latin typeface="Avenir Next LT Pro" panose="020B0504020202020204" pitchFamily="34" charset="0"/>
              </a:rPr>
              <a:t>-&gt; </a:t>
            </a:r>
            <a:r>
              <a:rPr lang="en-US" sz="2600" dirty="0" err="1">
                <a:latin typeface="Avenir Next LT Pro" panose="020B0504020202020204" pitchFamily="34" charset="0"/>
              </a:rPr>
              <a:t>effiziente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Ressourcennutzung</a:t>
            </a:r>
            <a:endParaRPr lang="en-US" sz="2600" dirty="0">
              <a:latin typeface="Avenir Next LT Pro" panose="020B0504020202020204" pitchFamily="34" charset="0"/>
            </a:endParaRPr>
          </a:p>
          <a:p>
            <a:r>
              <a:rPr lang="en-US" sz="2600" b="1" dirty="0">
                <a:latin typeface="Avenir Next LT Pro" panose="020B0504020202020204" pitchFamily="34" charset="0"/>
              </a:rPr>
              <a:t>Arc und Mutex: </a:t>
            </a:r>
            <a:r>
              <a:rPr lang="en-US" sz="2600" dirty="0" err="1">
                <a:latin typeface="Avenir Next LT Pro" panose="020B0504020202020204" pitchFamily="34" charset="0"/>
              </a:rPr>
              <a:t>Sicherer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Zugriff</a:t>
            </a:r>
            <a:r>
              <a:rPr lang="en-US" sz="2600" dirty="0">
                <a:latin typeface="Avenir Next LT Pro" panose="020B0504020202020204" pitchFamily="34" charset="0"/>
              </a:rPr>
              <a:t> auf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endParaRPr lang="en-US" sz="2600" dirty="0">
              <a:latin typeface="Avenir Next LT Pro" panose="020B0504020202020204" pitchFamily="34" charset="0"/>
            </a:endParaRPr>
          </a:p>
          <a:p>
            <a:r>
              <a:rPr lang="en-US" sz="2600" b="1" dirty="0">
                <a:latin typeface="Avenir Next LT Pro" panose="020B0504020202020204" pitchFamily="34" charset="0"/>
              </a:rPr>
              <a:t>Chunk: </a:t>
            </a: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Einfach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zu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implementieren</a:t>
            </a:r>
            <a:r>
              <a:rPr lang="en-US" sz="2600" dirty="0">
                <a:latin typeface="Avenir Next LT Pro" panose="020B0504020202020204" pitchFamily="34" charset="0"/>
              </a:rPr>
              <a:t>, </a:t>
            </a:r>
            <a:r>
              <a:rPr lang="en-US" sz="2600" dirty="0" err="1">
                <a:latin typeface="Avenir Next LT Pro" panose="020B0504020202020204" pitchFamily="34" charset="0"/>
              </a:rPr>
              <a:t>Daten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werden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gleichmäßig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aufgeteilt</a:t>
            </a:r>
            <a:r>
              <a:rPr lang="en-US" sz="2600" dirty="0">
                <a:latin typeface="Avenir Next LT Pro" panose="020B0504020202020204" pitchFamily="34" charset="0"/>
              </a:rPr>
              <a:t> und parallel </a:t>
            </a:r>
            <a:r>
              <a:rPr lang="en-US" sz="2600" dirty="0" err="1">
                <a:latin typeface="Avenir Next LT Pro" panose="020B0504020202020204" pitchFamily="34" charset="0"/>
              </a:rPr>
              <a:t>verarbeitet</a:t>
            </a:r>
            <a:r>
              <a:rPr lang="en-US" sz="2600" dirty="0">
                <a:latin typeface="Avenir Next LT Pro" panose="020B0504020202020204" pitchFamily="34" charset="0"/>
              </a:rPr>
              <a:t>. </a:t>
            </a: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Geringer</a:t>
            </a:r>
            <a:r>
              <a:rPr lang="en-US" sz="2600" dirty="0">
                <a:latin typeface="Avenir Next LT Pro" panose="020B0504020202020204" pitchFamily="34" charset="0"/>
              </a:rPr>
              <a:t> Overhead</a:t>
            </a:r>
          </a:p>
          <a:p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0E7E8-D19B-5070-D5C9-32CD4E9E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FA74420-7782-25E3-84D0-10D78E7D89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206" r="43715" b="-2"/>
          <a:stretch/>
        </p:blipFill>
        <p:spPr>
          <a:xfrm>
            <a:off x="0" y="5602504"/>
            <a:ext cx="2015067" cy="1255495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2280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3AC79-E66F-D1BE-FAA0-9874660A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Avenir Next LT Pro" panose="020B0504020202020204" pitchFamily="34" charset="0"/>
              </a:rPr>
              <a:t>Nachteile</a:t>
            </a:r>
            <a:r>
              <a:rPr lang="en-US" sz="3600" b="1" dirty="0">
                <a:latin typeface="Avenir Next LT Pro" panose="020B0504020202020204" pitchFamily="34" charset="0"/>
              </a:rPr>
              <a:t> der </a:t>
            </a:r>
            <a:r>
              <a:rPr lang="en-US" sz="3600" b="1" dirty="0" err="1">
                <a:latin typeface="Avenir Next LT Pro" panose="020B0504020202020204" pitchFamily="34" charset="0"/>
              </a:rPr>
              <a:t>Implementierung</a:t>
            </a:r>
            <a:endParaRPr lang="en-US" sz="3600" b="1" dirty="0">
              <a:latin typeface="Avenir Next LT Pro" panose="020B0504020202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D70A87-73AD-4577-9AAF-9A7F12747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Avenir Next LT Pro" panose="020B0504020202020204" pitchFamily="34" charset="0"/>
              </a:rPr>
              <a:t>Mutex:</a:t>
            </a: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Führt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zu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Blockierungen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</a:p>
          <a:p>
            <a:pPr lvl="1"/>
            <a:r>
              <a:rPr lang="en-US" sz="2600" dirty="0">
                <a:latin typeface="Avenir Next LT Pro" panose="020B0504020202020204" pitchFamily="34" charset="0"/>
              </a:rPr>
              <a:t>Die Performance </a:t>
            </a:r>
            <a:r>
              <a:rPr lang="en-US" sz="2600" dirty="0" err="1">
                <a:latin typeface="Avenir Next LT Pro" panose="020B0504020202020204" pitchFamily="34" charset="0"/>
              </a:rPr>
              <a:t>könnte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beeinträchtigt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werden</a:t>
            </a:r>
            <a:endParaRPr lang="en-US" sz="2600" dirty="0">
              <a:latin typeface="Avenir Next LT Pro" panose="020B0504020202020204" pitchFamily="34" charset="0"/>
            </a:endParaRPr>
          </a:p>
          <a:p>
            <a:pPr marL="457200" lvl="1" indent="0">
              <a:buNone/>
            </a:pPr>
            <a:endParaRPr lang="en-US" sz="2600" dirty="0">
              <a:latin typeface="Avenir Next LT Pro" panose="020B0504020202020204" pitchFamily="34" charset="0"/>
            </a:endParaRPr>
          </a:p>
          <a:p>
            <a:r>
              <a:rPr lang="en-US" sz="2600" b="1" dirty="0">
                <a:latin typeface="Avenir Next LT Pro" panose="020B0504020202020204" pitchFamily="34" charset="0"/>
              </a:rPr>
              <a:t>Chunk:</a:t>
            </a:r>
          </a:p>
          <a:p>
            <a:pPr lvl="1"/>
            <a:r>
              <a:rPr lang="en-US" sz="2600" dirty="0" err="1">
                <a:latin typeface="Avenir Next LT Pro" panose="020B0504020202020204" pitchFamily="34" charset="0"/>
              </a:rPr>
              <a:t>Ungleichmäßige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Lastverteilung</a:t>
            </a:r>
            <a:r>
              <a:rPr lang="en-US" sz="2600" dirty="0">
                <a:latin typeface="Avenir Next LT Pro" panose="020B0504020202020204" pitchFamily="34" charset="0"/>
              </a:rPr>
              <a:t> -&gt; </a:t>
            </a:r>
            <a:r>
              <a:rPr lang="en-US" sz="2600" dirty="0" err="1">
                <a:latin typeface="Avenir Next LT Pro" panose="020B0504020202020204" pitchFamily="34" charset="0"/>
              </a:rPr>
              <a:t>nicht</a:t>
            </a:r>
            <a:r>
              <a:rPr lang="en-US" sz="2600" dirty="0">
                <a:latin typeface="Avenir Next LT Pro" panose="020B0504020202020204" pitchFamily="34" charset="0"/>
              </a:rPr>
              <a:t> </a:t>
            </a:r>
            <a:r>
              <a:rPr lang="en-US" sz="2600" dirty="0" err="1">
                <a:latin typeface="Avenir Next LT Pro" panose="020B0504020202020204" pitchFamily="34" charset="0"/>
              </a:rPr>
              <a:t>effizient</a:t>
            </a:r>
            <a:endParaRPr lang="en-US" sz="2600" dirty="0">
              <a:latin typeface="Avenir Next LT Pro" panose="020B05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1C6952B-5735-C40B-9FD7-29C90426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5A92F46-A291-9C70-3A11-7B0032FC25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206" r="43715" b="-2"/>
          <a:stretch/>
        </p:blipFill>
        <p:spPr>
          <a:xfrm>
            <a:off x="0" y="5349082"/>
            <a:ext cx="2421810" cy="1508918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319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90C0A-E709-16EB-9DB8-9E04388E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760" y="2574925"/>
            <a:ext cx="3505200" cy="1325563"/>
          </a:xfrm>
        </p:spPr>
        <p:txBody>
          <a:bodyPr/>
          <a:lstStyle/>
          <a:p>
            <a:r>
              <a:rPr lang="en-US" dirty="0" err="1"/>
              <a:t>Vielen</a:t>
            </a:r>
            <a:r>
              <a:rPr lang="en-US" dirty="0"/>
              <a:t> Dank!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B9C8BBD-671B-7479-9D2D-DA6409671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33" t="5564" r="25177" b="9354"/>
          <a:stretch/>
        </p:blipFill>
        <p:spPr>
          <a:xfrm>
            <a:off x="10852414" y="0"/>
            <a:ext cx="1339586" cy="1319983"/>
          </a:xfrm>
          <a:prstGeom prst="rect">
            <a:avLst/>
          </a:prstGeom>
        </p:spPr>
      </p:pic>
      <p:pic>
        <p:nvPicPr>
          <p:cNvPr id="5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51B81A48-E634-F621-3364-E8E1E06E5C7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61360" y="4508549"/>
            <a:ext cx="5255735" cy="1807638"/>
          </a:xfrm>
          <a:prstGeom prst="rect">
            <a:avLst/>
          </a:prstGeom>
        </p:spPr>
      </p:pic>
      <p:pic>
        <p:nvPicPr>
          <p:cNvPr id="6" name="Bildschirmaufzeichnung 7">
            <a:hlinkClick r:id="" action="ppaction://media"/>
            <a:extLst>
              <a:ext uri="{FF2B5EF4-FFF2-40B4-BE49-F238E27FC236}">
                <a16:creationId xmlns:a16="http://schemas.microsoft.com/office/drawing/2014/main" id="{BAA7C56D-C4D1-398F-92EF-51492292E51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720" end="43594.7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2484120" y="159226"/>
            <a:ext cx="5255735" cy="180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0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65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36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2AC6E-E980-4BBA-C565-EDFFF8BF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venir Next LT Pro" panose="020B0504020202020204" pitchFamily="34" charset="0"/>
              </a:rPr>
              <a:t>Quelle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AD815-533F-9CA1-E42C-BF159538E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ptos Mono" panose="020F0502020204030204" pitchFamily="49" charset="0"/>
                <a:hlinkClick r:id="rId2"/>
              </a:rPr>
              <a:t>https://docs.rs/threadpool/latest/threadpool/struct.ThreadPool.html</a:t>
            </a:r>
            <a:endParaRPr lang="en-US" sz="2600" dirty="0">
              <a:latin typeface="Aptos Mono" panose="020F0502020204030204" pitchFamily="49" charset="0"/>
            </a:endParaRPr>
          </a:p>
          <a:p>
            <a:r>
              <a:rPr lang="en-US" sz="2600" dirty="0">
                <a:latin typeface="Aptos Mono" panose="020F0502020204030204" pitchFamily="49" charset="0"/>
                <a:hlinkClick r:id="rId3"/>
              </a:rPr>
              <a:t>https://rust-lang-de.github.io/rustbook-de/ch17-01-futures-and-syntax.html</a:t>
            </a:r>
            <a:endParaRPr lang="en-US" sz="2600" dirty="0">
              <a:latin typeface="Aptos Mono" panose="020F0502020204030204" pitchFamily="49" charset="0"/>
            </a:endParaRPr>
          </a:p>
          <a:p>
            <a:r>
              <a:rPr lang="en-US" sz="2600" dirty="0">
                <a:latin typeface="Aptos Mono" panose="020F0502020204030204" pitchFamily="49" charset="0"/>
                <a:hlinkClick r:id="rId4"/>
              </a:rPr>
              <a:t>https://schaeffler.udemy.com/course/rust-programming-master-class-from-beginner-to-expert/learn/lecture/35181796#questions</a:t>
            </a:r>
            <a:endParaRPr lang="en-US" sz="2600" dirty="0">
              <a:latin typeface="Aptos Mono" panose="020F0502020204030204" pitchFamily="49" charset="0"/>
            </a:endParaRPr>
          </a:p>
          <a:p>
            <a:endParaRPr lang="en-US" sz="2600" dirty="0">
              <a:latin typeface="Aptos Mono" panose="020F0502020204030204" pitchFamily="49" charset="0"/>
            </a:endParaRPr>
          </a:p>
          <a:p>
            <a:pPr marL="0" indent="0">
              <a:buNone/>
            </a:pPr>
            <a:endParaRPr lang="en-US" sz="2600" dirty="0">
              <a:latin typeface="Aptos Mono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9616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IAAAAAAAAAAwAAAAMAAAAA/////wQAMwwAAAAAAAAAAAAAIAD///////////////8AAAD////////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2hfQ9nVxXtLk5B9RdiH7SgFAAAAAAADAAAAAwADAAAAAQADAAMA////////BAAAAAMAEAALKJkywt8qGU++RzrraygTEAUAAAABAAMAAAAAAAMAAAACAAMAAAAAAP///////w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BQ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gEDAAAAAwD///////8lAAZMaW5rZWRTaGFwZVByZXNlbnRhdGlvblNldHRpbmdzRGF0YV8wBQAAAAE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GhfQ9nVxXtLk5B9RdiH7SgDRGF0YQAbAAAABExpbmtlZFNoYXBlRGF0YQAFAAAAAAACTmFtZQAZAAAATGlua2VkU2hhcGVzRGF0YVByb3BlcnR5ABBWZXJzaW9uAAAAAAAJTGFzdFdyaXRlACTyHaWVAQAAAAEA/////8YAxgAAAAVfaWQAEAAAAAQomTLC3yoZT75HOutrKBMQA0RhdGEAUwAAAAhQcmVzZW50YXRpb25TY2FubmVkRm9yTGlua2VkU2hhcGVzAAECTnVtYmVyRm9ybWF0U2VwYXJhdG9yTW9kZQAKAAAAQXV0b21hdGljAAACTmFtZQAkAAAATGlua2VkU2hhcGVQcmVzZW50YXRpb25TZXR0aW5nc0RhdGEAEFZlcnNpb24AAAAAAAlMYXN0V3JpdGUAUPIdpZ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Microsoft Office PowerPoint</Application>
  <PresentationFormat>Breitbild</PresentationFormat>
  <Paragraphs>196</Paragraphs>
  <Slides>19</Slides>
  <Notes>14</Notes>
  <HiddenSlides>0</HiddenSlides>
  <MMClips>7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Mono</vt:lpstr>
      <vt:lpstr>Arial</vt:lpstr>
      <vt:lpstr>Avenir Next LT Pro</vt:lpstr>
      <vt:lpstr>Calibri</vt:lpstr>
      <vt:lpstr>Wingdings</vt:lpstr>
      <vt:lpstr>Office</vt:lpstr>
      <vt:lpstr>Nebenläufige Programmierung</vt:lpstr>
      <vt:lpstr>Gliederung</vt:lpstr>
      <vt:lpstr>  Fearless Concurrency</vt:lpstr>
      <vt:lpstr>Rust und nebenläufige Programmierung</vt:lpstr>
      <vt:lpstr> Mutex - Mutual Exclusion</vt:lpstr>
      <vt:lpstr>Mutex in Rust</vt:lpstr>
      <vt:lpstr>Mutex in Rust</vt:lpstr>
      <vt:lpstr>Arc – Atomic Reference Counted </vt:lpstr>
      <vt:lpstr>Arc – Atomic Reference Counted </vt:lpstr>
      <vt:lpstr>Arc – Atomic Reference Counted</vt:lpstr>
      <vt:lpstr>Interaktion zwischen Arc und Mutex</vt:lpstr>
      <vt:lpstr> ThreadPool in Rust</vt:lpstr>
      <vt:lpstr>ThreadPool in Rust</vt:lpstr>
      <vt:lpstr>Chunk in Rust</vt:lpstr>
      <vt:lpstr>Live Demo</vt:lpstr>
      <vt:lpstr>Vorteile der Implementierung</vt:lpstr>
      <vt:lpstr>Nachteile der Implementierung</vt:lpstr>
      <vt:lpstr>Vielen Dank!</vt:lpstr>
      <vt:lpstr>Quelle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Duong, Thi Quynh Nhi  SH/HZA-HAADD</dc:creator>
  <cp:lastModifiedBy>Duong, Thi Quynh Nhi  SH/HZA-HAADD</cp:lastModifiedBy>
  <cp:revision>3</cp:revision>
  <dcterms:created xsi:type="dcterms:W3CDTF">2025-03-17T17:19:18Z</dcterms:created>
  <dcterms:modified xsi:type="dcterms:W3CDTF">2025-03-25T09:40:44Z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2025-03-17T17:20:16Z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e8e74648-0cbc-49cf-8ce0-e03d0587bf41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Office:8</vt:lpwstr>
  </property>
  <property fmtid="{D5CDD505-2E9C-101B-9397-08002B2CF9AE}" pid="10" name="ClassificationContentMarkingFooterText">
    <vt:lpwstr>INTERNAL</vt:lpwstr>
  </property>
</Properties>
</file>