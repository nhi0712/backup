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75" r:id="rId8"/>
    <p:sldId id="277" r:id="rId9"/>
    <p:sldId id="293" r:id="rId10"/>
    <p:sldId id="278" r:id="rId11"/>
    <p:sldId id="272" r:id="rId12"/>
    <p:sldId id="294" r:id="rId13"/>
    <p:sldId id="289" r:id="rId14"/>
    <p:sldId id="271" r:id="rId15"/>
    <p:sldId id="270" r:id="rId16"/>
    <p:sldId id="266" r:id="rId17"/>
    <p:sldId id="269" r:id="rId18"/>
    <p:sldId id="268" r:id="rId19"/>
    <p:sldId id="267" r:id="rId20"/>
    <p:sldId id="291" r:id="rId21"/>
  </p:sldIdLst>
  <p:sldSz cx="12192000" cy="6858000"/>
  <p:notesSz cx="6858000" cy="9144000"/>
  <p:custDataLst>
    <p:tags r:id="rId2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88FF5F-34E9-4FF3-8D11-24FD91CBDE43}" v="479" dt="2024-11-15T07:37:52.7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64" y="52"/>
      </p:cViewPr>
      <p:guideLst>
        <p:guide orient="horz" pos="211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ong, Thi Quynh Nhi  SH/HZA-HAADD" userId="fa5d8dce-1e87-4da3-b2b1-08b1cf4c506d" providerId="ADAL" clId="{5988FF5F-34E9-4FF3-8D11-24FD91CBDE43}"/>
    <pc:docChg chg="undo custSel addSld delSld modSld sldOrd modMainMaster">
      <pc:chgData name="Duong, Thi Quynh Nhi  SH/HZA-HAADD" userId="fa5d8dce-1e87-4da3-b2b1-08b1cf4c506d" providerId="ADAL" clId="{5988FF5F-34E9-4FF3-8D11-24FD91CBDE43}" dt="2024-11-15T08:26:03.116" v="2559" actId="1076"/>
      <pc:docMkLst>
        <pc:docMk/>
      </pc:docMkLst>
      <pc:sldChg chg="addSp delSp modSp mod setBg">
        <pc:chgData name="Duong, Thi Quynh Nhi  SH/HZA-HAADD" userId="fa5d8dce-1e87-4da3-b2b1-08b1cf4c506d" providerId="ADAL" clId="{5988FF5F-34E9-4FF3-8D11-24FD91CBDE43}" dt="2024-11-14T00:06:21.658" v="1439" actId="26606"/>
        <pc:sldMkLst>
          <pc:docMk/>
          <pc:sldMk cId="296322291" sldId="256"/>
        </pc:sldMkLst>
        <pc:spChg chg="del">
          <ac:chgData name="Duong, Thi Quynh Nhi  SH/HZA-HAADD" userId="fa5d8dce-1e87-4da3-b2b1-08b1cf4c506d" providerId="ADAL" clId="{5988FF5F-34E9-4FF3-8D11-24FD91CBDE43}" dt="2024-11-14T00:06:08.301" v="1436" actId="478"/>
          <ac:spMkLst>
            <pc:docMk/>
            <pc:sldMk cId="296322291" sldId="256"/>
            <ac:spMk id="2" creationId="{24F03617-9F7F-ED37-29C2-C37FC81AAD9F}"/>
          </ac:spMkLst>
        </pc:spChg>
        <pc:spChg chg="del">
          <ac:chgData name="Duong, Thi Quynh Nhi  SH/HZA-HAADD" userId="fa5d8dce-1e87-4da3-b2b1-08b1cf4c506d" providerId="ADAL" clId="{5988FF5F-34E9-4FF3-8D11-24FD91CBDE43}" dt="2024-11-14T00:06:13.322" v="1437" actId="478"/>
          <ac:spMkLst>
            <pc:docMk/>
            <pc:sldMk cId="296322291" sldId="256"/>
            <ac:spMk id="3" creationId="{EDE9A879-BD8C-516A-5C07-39FCCAC80DF2}"/>
          </ac:spMkLst>
        </pc:spChg>
        <pc:spChg chg="add">
          <ac:chgData name="Duong, Thi Quynh Nhi  SH/HZA-HAADD" userId="fa5d8dce-1e87-4da3-b2b1-08b1cf4c506d" providerId="ADAL" clId="{5988FF5F-34E9-4FF3-8D11-24FD91CBDE43}" dt="2024-11-14T00:06:21.658" v="1439" actId="26606"/>
          <ac:spMkLst>
            <pc:docMk/>
            <pc:sldMk cId="296322291" sldId="256"/>
            <ac:spMk id="10" creationId="{42A4FC2C-047E-45A5-965D-8E1E3BF09BC6}"/>
          </ac:spMkLst>
        </pc:spChg>
        <pc:picChg chg="add mod">
          <ac:chgData name="Duong, Thi Quynh Nhi  SH/HZA-HAADD" userId="fa5d8dce-1e87-4da3-b2b1-08b1cf4c506d" providerId="ADAL" clId="{5988FF5F-34E9-4FF3-8D11-24FD91CBDE43}" dt="2024-11-14T00:06:21.658" v="1439" actId="26606"/>
          <ac:picMkLst>
            <pc:docMk/>
            <pc:sldMk cId="296322291" sldId="256"/>
            <ac:picMk id="5" creationId="{AC4E13B9-9781-1074-1FAA-FA8C55AEF5F7}"/>
          </ac:picMkLst>
        </pc:picChg>
      </pc:sldChg>
      <pc:sldChg chg="del">
        <pc:chgData name="Duong, Thi Quynh Nhi  SH/HZA-HAADD" userId="fa5d8dce-1e87-4da3-b2b1-08b1cf4c506d" providerId="ADAL" clId="{5988FF5F-34E9-4FF3-8D11-24FD91CBDE43}" dt="2024-11-12T10:07:21.054" v="680" actId="2696"/>
        <pc:sldMkLst>
          <pc:docMk/>
          <pc:sldMk cId="1966427499" sldId="257"/>
        </pc:sldMkLst>
      </pc:sldChg>
      <pc:sldChg chg="modSp del mod">
        <pc:chgData name="Duong, Thi Quynh Nhi  SH/HZA-HAADD" userId="fa5d8dce-1e87-4da3-b2b1-08b1cf4c506d" providerId="ADAL" clId="{5988FF5F-34E9-4FF3-8D11-24FD91CBDE43}" dt="2024-11-12T10:07:46.165" v="681" actId="2696"/>
        <pc:sldMkLst>
          <pc:docMk/>
          <pc:sldMk cId="3280324441" sldId="258"/>
        </pc:sldMkLst>
        <pc:picChg chg="mod">
          <ac:chgData name="Duong, Thi Quynh Nhi  SH/HZA-HAADD" userId="fa5d8dce-1e87-4da3-b2b1-08b1cf4c506d" providerId="ADAL" clId="{5988FF5F-34E9-4FF3-8D11-24FD91CBDE43}" dt="2024-11-12T10:01:54.447" v="677" actId="1076"/>
          <ac:picMkLst>
            <pc:docMk/>
            <pc:sldMk cId="3280324441" sldId="258"/>
            <ac:picMk id="4" creationId="{7040D835-6A92-23D0-8CDA-5B31C46EB253}"/>
          </ac:picMkLst>
        </pc:picChg>
      </pc:sldChg>
      <pc:sldChg chg="addSp delSp modSp new mod setBg modAnim">
        <pc:chgData name="Duong, Thi Quynh Nhi  SH/HZA-HAADD" userId="fa5d8dce-1e87-4da3-b2b1-08b1cf4c506d" providerId="ADAL" clId="{5988FF5F-34E9-4FF3-8D11-24FD91CBDE43}" dt="2024-11-14T12:24:05.298" v="1926" actId="1076"/>
        <pc:sldMkLst>
          <pc:docMk/>
          <pc:sldMk cId="3642891019" sldId="259"/>
        </pc:sldMkLst>
        <pc:spChg chg="add mod">
          <ac:chgData name="Duong, Thi Quynh Nhi  SH/HZA-HAADD" userId="fa5d8dce-1e87-4da3-b2b1-08b1cf4c506d" providerId="ADAL" clId="{5988FF5F-34E9-4FF3-8D11-24FD91CBDE43}" dt="2024-11-13T23:14:50.176" v="1286" actId="1076"/>
          <ac:spMkLst>
            <pc:docMk/>
            <pc:sldMk cId="3642891019" sldId="259"/>
            <ac:spMk id="2" creationId="{0CD1ECC0-900F-0F7C-3E35-8B89CBE4468C}"/>
          </ac:spMkLst>
        </pc:spChg>
        <pc:spChg chg="add del mod">
          <ac:chgData name="Duong, Thi Quynh Nhi  SH/HZA-HAADD" userId="fa5d8dce-1e87-4da3-b2b1-08b1cf4c506d" providerId="ADAL" clId="{5988FF5F-34E9-4FF3-8D11-24FD91CBDE43}" dt="2024-11-13T23:18:29.870" v="1308" actId="14100"/>
          <ac:spMkLst>
            <pc:docMk/>
            <pc:sldMk cId="3642891019" sldId="259"/>
            <ac:spMk id="3" creationId="{B0494D87-17C3-D51B-452B-970A13899BB4}"/>
          </ac:spMkLst>
        </pc:spChg>
        <pc:spChg chg="add mod">
          <ac:chgData name="Duong, Thi Quynh Nhi  SH/HZA-HAADD" userId="fa5d8dce-1e87-4da3-b2b1-08b1cf4c506d" providerId="ADAL" clId="{5988FF5F-34E9-4FF3-8D11-24FD91CBDE43}" dt="2024-11-13T23:20:39.153" v="1334" actId="207"/>
          <ac:spMkLst>
            <pc:docMk/>
            <pc:sldMk cId="3642891019" sldId="259"/>
            <ac:spMk id="4" creationId="{470BE7EA-C345-1B53-4A21-AAFCA63788B2}"/>
          </ac:spMkLst>
        </pc:spChg>
        <pc:spChg chg="add mod">
          <ac:chgData name="Duong, Thi Quynh Nhi  SH/HZA-HAADD" userId="fa5d8dce-1e87-4da3-b2b1-08b1cf4c506d" providerId="ADAL" clId="{5988FF5F-34E9-4FF3-8D11-24FD91CBDE43}" dt="2024-11-13T23:19:13.823" v="1321" actId="14100"/>
          <ac:spMkLst>
            <pc:docMk/>
            <pc:sldMk cId="3642891019" sldId="259"/>
            <ac:spMk id="5" creationId="{2D609E7D-2F02-70D6-3A5D-2B8A9AFB76C0}"/>
          </ac:spMkLst>
        </pc:spChg>
        <pc:spChg chg="add mod">
          <ac:chgData name="Duong, Thi Quynh Nhi  SH/HZA-HAADD" userId="fa5d8dce-1e87-4da3-b2b1-08b1cf4c506d" providerId="ADAL" clId="{5988FF5F-34E9-4FF3-8D11-24FD91CBDE43}" dt="2024-11-13T23:19:10.839" v="1320" actId="14100"/>
          <ac:spMkLst>
            <pc:docMk/>
            <pc:sldMk cId="3642891019" sldId="259"/>
            <ac:spMk id="6" creationId="{608768DE-6D2B-CD5A-B4FF-10589AEE5510}"/>
          </ac:spMkLst>
        </pc:spChg>
        <pc:spChg chg="add mod">
          <ac:chgData name="Duong, Thi Quynh Nhi  SH/HZA-HAADD" userId="fa5d8dce-1e87-4da3-b2b1-08b1cf4c506d" providerId="ADAL" clId="{5988FF5F-34E9-4FF3-8D11-24FD91CBDE43}" dt="2024-11-13T23:15:48.782" v="1294" actId="767"/>
          <ac:spMkLst>
            <pc:docMk/>
            <pc:sldMk cId="3642891019" sldId="259"/>
            <ac:spMk id="7" creationId="{C29FD70D-8AAB-1CCF-C35B-3A19E4A449B2}"/>
          </ac:spMkLst>
        </pc:spChg>
        <pc:spChg chg="add mod">
          <ac:chgData name="Duong, Thi Quynh Nhi  SH/HZA-HAADD" userId="fa5d8dce-1e87-4da3-b2b1-08b1cf4c506d" providerId="ADAL" clId="{5988FF5F-34E9-4FF3-8D11-24FD91CBDE43}" dt="2024-11-14T12:24:05.298" v="1926" actId="1076"/>
          <ac:spMkLst>
            <pc:docMk/>
            <pc:sldMk cId="3642891019" sldId="259"/>
            <ac:spMk id="9" creationId="{5D84CCA8-D3D0-56F5-BB01-CE035FE78A53}"/>
          </ac:spMkLst>
        </pc:spChg>
        <pc:picChg chg="add del mod">
          <ac:chgData name="Duong, Thi Quynh Nhi  SH/HZA-HAADD" userId="fa5d8dce-1e87-4da3-b2b1-08b1cf4c506d" providerId="ADAL" clId="{5988FF5F-34E9-4FF3-8D11-24FD91CBDE43}" dt="2024-11-13T23:21:11.750" v="1344" actId="478"/>
          <ac:picMkLst>
            <pc:docMk/>
            <pc:sldMk cId="3642891019" sldId="259"/>
            <ac:picMk id="8" creationId="{0519A144-913F-0B50-055B-1E578853A7D3}"/>
          </ac:picMkLst>
        </pc:picChg>
        <pc:picChg chg="add mod">
          <ac:chgData name="Duong, Thi Quynh Nhi  SH/HZA-HAADD" userId="fa5d8dce-1e87-4da3-b2b1-08b1cf4c506d" providerId="ADAL" clId="{5988FF5F-34E9-4FF3-8D11-24FD91CBDE43}" dt="2024-11-13T23:23:18.707" v="1357" actId="1076"/>
          <ac:picMkLst>
            <pc:docMk/>
            <pc:sldMk cId="3642891019" sldId="259"/>
            <ac:picMk id="11" creationId="{078D90BF-2F84-A4E2-B2E6-7048241E4732}"/>
          </ac:picMkLst>
        </pc:picChg>
      </pc:sldChg>
      <pc:sldChg chg="addSp modSp new mod modAnim">
        <pc:chgData name="Duong, Thi Quynh Nhi  SH/HZA-HAADD" userId="fa5d8dce-1e87-4da3-b2b1-08b1cf4c506d" providerId="ADAL" clId="{5988FF5F-34E9-4FF3-8D11-24FD91CBDE43}" dt="2024-11-14T00:03:10.647" v="1433" actId="1076"/>
        <pc:sldMkLst>
          <pc:docMk/>
          <pc:sldMk cId="1584798310" sldId="260"/>
        </pc:sldMkLst>
        <pc:spChg chg="add mod">
          <ac:chgData name="Duong, Thi Quynh Nhi  SH/HZA-HAADD" userId="fa5d8dce-1e87-4da3-b2b1-08b1cf4c506d" providerId="ADAL" clId="{5988FF5F-34E9-4FF3-8D11-24FD91CBDE43}" dt="2024-11-13T23:27:01.890" v="1403" actId="14100"/>
          <ac:spMkLst>
            <pc:docMk/>
            <pc:sldMk cId="1584798310" sldId="260"/>
            <ac:spMk id="2" creationId="{CC5EB432-CBF9-7C53-928D-AADA1589ABC9}"/>
          </ac:spMkLst>
        </pc:spChg>
        <pc:spChg chg="add mod">
          <ac:chgData name="Duong, Thi Quynh Nhi  SH/HZA-HAADD" userId="fa5d8dce-1e87-4da3-b2b1-08b1cf4c506d" providerId="ADAL" clId="{5988FF5F-34E9-4FF3-8D11-24FD91CBDE43}" dt="2024-11-13T23:28:34.156" v="1412" actId="14100"/>
          <ac:spMkLst>
            <pc:docMk/>
            <pc:sldMk cId="1584798310" sldId="260"/>
            <ac:spMk id="3" creationId="{628C5B19-DD67-2E6C-817D-3765BADC070E}"/>
          </ac:spMkLst>
        </pc:spChg>
        <pc:spChg chg="add mod">
          <ac:chgData name="Duong, Thi Quynh Nhi  SH/HZA-HAADD" userId="fa5d8dce-1e87-4da3-b2b1-08b1cf4c506d" providerId="ADAL" clId="{5988FF5F-34E9-4FF3-8D11-24FD91CBDE43}" dt="2024-11-13T23:26:31.199" v="1397" actId="20577"/>
          <ac:spMkLst>
            <pc:docMk/>
            <pc:sldMk cId="1584798310" sldId="260"/>
            <ac:spMk id="4" creationId="{D5240A1E-0395-2579-C59B-72FDD54045DA}"/>
          </ac:spMkLst>
        </pc:spChg>
        <pc:spChg chg="add mod">
          <ac:chgData name="Duong, Thi Quynh Nhi  SH/HZA-HAADD" userId="fa5d8dce-1e87-4da3-b2b1-08b1cf4c506d" providerId="ADAL" clId="{5988FF5F-34E9-4FF3-8D11-24FD91CBDE43}" dt="2024-11-13T23:28:37.850" v="1413" actId="14100"/>
          <ac:spMkLst>
            <pc:docMk/>
            <pc:sldMk cId="1584798310" sldId="260"/>
            <ac:spMk id="5" creationId="{06E75EFF-FA64-0D65-54ED-AC0ADE384865}"/>
          </ac:spMkLst>
        </pc:spChg>
        <pc:spChg chg="add mod">
          <ac:chgData name="Duong, Thi Quynh Nhi  SH/HZA-HAADD" userId="fa5d8dce-1e87-4da3-b2b1-08b1cf4c506d" providerId="ADAL" clId="{5988FF5F-34E9-4FF3-8D11-24FD91CBDE43}" dt="2024-11-13T23:28:40.910" v="1414" actId="14100"/>
          <ac:spMkLst>
            <pc:docMk/>
            <pc:sldMk cId="1584798310" sldId="260"/>
            <ac:spMk id="6" creationId="{6362F6D8-BCF9-9405-74C9-0A2466E1E665}"/>
          </ac:spMkLst>
        </pc:spChg>
        <pc:spChg chg="add mod">
          <ac:chgData name="Duong, Thi Quynh Nhi  SH/HZA-HAADD" userId="fa5d8dce-1e87-4da3-b2b1-08b1cf4c506d" providerId="ADAL" clId="{5988FF5F-34E9-4FF3-8D11-24FD91CBDE43}" dt="2024-11-14T00:03:10.647" v="1433" actId="1076"/>
          <ac:spMkLst>
            <pc:docMk/>
            <pc:sldMk cId="1584798310" sldId="260"/>
            <ac:spMk id="7" creationId="{C0139C5C-92A7-EF77-796C-07974603D277}"/>
          </ac:spMkLst>
        </pc:spChg>
        <pc:picChg chg="add mod modCrop">
          <ac:chgData name="Duong, Thi Quynh Nhi  SH/HZA-HAADD" userId="fa5d8dce-1e87-4da3-b2b1-08b1cf4c506d" providerId="ADAL" clId="{5988FF5F-34E9-4FF3-8D11-24FD91CBDE43}" dt="2024-11-13T23:28:56.395" v="1421" actId="1076"/>
          <ac:picMkLst>
            <pc:docMk/>
            <pc:sldMk cId="1584798310" sldId="260"/>
            <ac:picMk id="8" creationId="{B0707273-5542-610F-4C57-C70BA03E87D8}"/>
          </ac:picMkLst>
        </pc:picChg>
      </pc:sldChg>
      <pc:sldChg chg="addSp modSp new mod modAnim">
        <pc:chgData name="Duong, Thi Quynh Nhi  SH/HZA-HAADD" userId="fa5d8dce-1e87-4da3-b2b1-08b1cf4c506d" providerId="ADAL" clId="{5988FF5F-34E9-4FF3-8D11-24FD91CBDE43}" dt="2024-11-14T15:43:30.536" v="2226" actId="20577"/>
        <pc:sldMkLst>
          <pc:docMk/>
          <pc:sldMk cId="920368750" sldId="261"/>
        </pc:sldMkLst>
        <pc:spChg chg="add mod">
          <ac:chgData name="Duong, Thi Quynh Nhi  SH/HZA-HAADD" userId="fa5d8dce-1e87-4da3-b2b1-08b1cf4c506d" providerId="ADAL" clId="{5988FF5F-34E9-4FF3-8D11-24FD91CBDE43}" dt="2024-11-14T15:43:30.536" v="2226" actId="20577"/>
          <ac:spMkLst>
            <pc:docMk/>
            <pc:sldMk cId="920368750" sldId="261"/>
            <ac:spMk id="2" creationId="{E8B29E0E-5104-B1F6-26CA-F57C41C6D45B}"/>
          </ac:spMkLst>
        </pc:spChg>
        <pc:spChg chg="add mod">
          <ac:chgData name="Duong, Thi Quynh Nhi  SH/HZA-HAADD" userId="fa5d8dce-1e87-4da3-b2b1-08b1cf4c506d" providerId="ADAL" clId="{5988FF5F-34E9-4FF3-8D11-24FD91CBDE43}" dt="2024-11-14T00:39:27.688" v="1866" actId="20577"/>
          <ac:spMkLst>
            <pc:docMk/>
            <pc:sldMk cId="920368750" sldId="261"/>
            <ac:spMk id="3" creationId="{3044BB2B-3B15-8BF1-A751-29DFDE0F5192}"/>
          </ac:spMkLst>
        </pc:spChg>
        <pc:spChg chg="add mod">
          <ac:chgData name="Duong, Thi Quynh Nhi  SH/HZA-HAADD" userId="fa5d8dce-1e87-4da3-b2b1-08b1cf4c506d" providerId="ADAL" clId="{5988FF5F-34E9-4FF3-8D11-24FD91CBDE43}" dt="2024-11-14T00:39:45.972" v="1871" actId="14100"/>
          <ac:spMkLst>
            <pc:docMk/>
            <pc:sldMk cId="920368750" sldId="261"/>
            <ac:spMk id="4" creationId="{A2CE88DF-6CC9-0954-C335-0147AE5BF6A3}"/>
          </ac:spMkLst>
        </pc:spChg>
        <pc:spChg chg="add mod">
          <ac:chgData name="Duong, Thi Quynh Nhi  SH/HZA-HAADD" userId="fa5d8dce-1e87-4da3-b2b1-08b1cf4c506d" providerId="ADAL" clId="{5988FF5F-34E9-4FF3-8D11-24FD91CBDE43}" dt="2024-11-14T00:39:49.827" v="1872" actId="14100"/>
          <ac:spMkLst>
            <pc:docMk/>
            <pc:sldMk cId="920368750" sldId="261"/>
            <ac:spMk id="5" creationId="{620CED7E-B170-9308-5714-9EFBFCD00B5B}"/>
          </ac:spMkLst>
        </pc:spChg>
        <pc:spChg chg="add mod">
          <ac:chgData name="Duong, Thi Quynh Nhi  SH/HZA-HAADD" userId="fa5d8dce-1e87-4da3-b2b1-08b1cf4c506d" providerId="ADAL" clId="{5988FF5F-34E9-4FF3-8D11-24FD91CBDE43}" dt="2024-11-14T00:39:55.803" v="1874" actId="14100"/>
          <ac:spMkLst>
            <pc:docMk/>
            <pc:sldMk cId="920368750" sldId="261"/>
            <ac:spMk id="6" creationId="{DFDF3741-0A8C-A69D-EC95-D27DB469436C}"/>
          </ac:spMkLst>
        </pc:spChg>
        <pc:spChg chg="add mod">
          <ac:chgData name="Duong, Thi Quynh Nhi  SH/HZA-HAADD" userId="fa5d8dce-1e87-4da3-b2b1-08b1cf4c506d" providerId="ADAL" clId="{5988FF5F-34E9-4FF3-8D11-24FD91CBDE43}" dt="2024-11-14T00:40:20.776" v="1878" actId="1076"/>
          <ac:spMkLst>
            <pc:docMk/>
            <pc:sldMk cId="920368750" sldId="261"/>
            <ac:spMk id="7" creationId="{164AA981-03F6-7739-56F1-39B6D186F691}"/>
          </ac:spMkLst>
        </pc:spChg>
        <pc:picChg chg="add mod">
          <ac:chgData name="Duong, Thi Quynh Nhi  SH/HZA-HAADD" userId="fa5d8dce-1e87-4da3-b2b1-08b1cf4c506d" providerId="ADAL" clId="{5988FF5F-34E9-4FF3-8D11-24FD91CBDE43}" dt="2024-11-14T00:41:33.606" v="1881" actId="1076"/>
          <ac:picMkLst>
            <pc:docMk/>
            <pc:sldMk cId="920368750" sldId="261"/>
            <ac:picMk id="9" creationId="{B3A0E375-EAA7-50F6-A59B-205294936BCE}"/>
          </ac:picMkLst>
        </pc:picChg>
      </pc:sldChg>
      <pc:sldChg chg="addSp modSp new mod modAnim">
        <pc:chgData name="Duong, Thi Quynh Nhi  SH/HZA-HAADD" userId="fa5d8dce-1e87-4da3-b2b1-08b1cf4c506d" providerId="ADAL" clId="{5988FF5F-34E9-4FF3-8D11-24FD91CBDE43}" dt="2024-11-14T14:07:59.579" v="2119" actId="1076"/>
        <pc:sldMkLst>
          <pc:docMk/>
          <pc:sldMk cId="2832818864" sldId="262"/>
        </pc:sldMkLst>
        <pc:spChg chg="add mod">
          <ac:chgData name="Duong, Thi Quynh Nhi  SH/HZA-HAADD" userId="fa5d8dce-1e87-4da3-b2b1-08b1cf4c506d" providerId="ADAL" clId="{5988FF5F-34E9-4FF3-8D11-24FD91CBDE43}" dt="2024-11-14T00:41:50.869" v="1886" actId="14100"/>
          <ac:spMkLst>
            <pc:docMk/>
            <pc:sldMk cId="2832818864" sldId="262"/>
            <ac:spMk id="2" creationId="{4565ECCD-67F3-86B2-6BD5-2F90C2EB05D1}"/>
          </ac:spMkLst>
        </pc:spChg>
        <pc:spChg chg="add mod">
          <ac:chgData name="Duong, Thi Quynh Nhi  SH/HZA-HAADD" userId="fa5d8dce-1e87-4da3-b2b1-08b1cf4c506d" providerId="ADAL" clId="{5988FF5F-34E9-4FF3-8D11-24FD91CBDE43}" dt="2024-11-14T00:42:42.604" v="1896" actId="14100"/>
          <ac:spMkLst>
            <pc:docMk/>
            <pc:sldMk cId="2832818864" sldId="262"/>
            <ac:spMk id="3" creationId="{5630C79D-6C7C-6BE2-5114-5A2ACC735447}"/>
          </ac:spMkLst>
        </pc:spChg>
        <pc:spChg chg="add">
          <ac:chgData name="Duong, Thi Quynh Nhi  SH/HZA-HAADD" userId="fa5d8dce-1e87-4da3-b2b1-08b1cf4c506d" providerId="ADAL" clId="{5988FF5F-34E9-4FF3-8D11-24FD91CBDE43}" dt="2024-11-11T14:00:04.298" v="236"/>
          <ac:spMkLst>
            <pc:docMk/>
            <pc:sldMk cId="2832818864" sldId="262"/>
            <ac:spMk id="4" creationId="{E4922D56-8FF5-0332-A660-4B7910B72937}"/>
          </ac:spMkLst>
        </pc:spChg>
        <pc:spChg chg="add mod">
          <ac:chgData name="Duong, Thi Quynh Nhi  SH/HZA-HAADD" userId="fa5d8dce-1e87-4da3-b2b1-08b1cf4c506d" providerId="ADAL" clId="{5988FF5F-34E9-4FF3-8D11-24FD91CBDE43}" dt="2024-11-14T00:42:54.180" v="1899" actId="1076"/>
          <ac:spMkLst>
            <pc:docMk/>
            <pc:sldMk cId="2832818864" sldId="262"/>
            <ac:spMk id="5" creationId="{2228E756-0A0B-A82A-74B8-1F371A8DC1CA}"/>
          </ac:spMkLst>
        </pc:spChg>
        <pc:spChg chg="add mod">
          <ac:chgData name="Duong, Thi Quynh Nhi  SH/HZA-HAADD" userId="fa5d8dce-1e87-4da3-b2b1-08b1cf4c506d" providerId="ADAL" clId="{5988FF5F-34E9-4FF3-8D11-24FD91CBDE43}" dt="2024-11-14T14:07:53.732" v="2118" actId="1076"/>
          <ac:spMkLst>
            <pc:docMk/>
            <pc:sldMk cId="2832818864" sldId="262"/>
            <ac:spMk id="6" creationId="{8A9117E6-64BD-6EC4-1B53-AAD4C74CF7E7}"/>
          </ac:spMkLst>
        </pc:spChg>
        <pc:spChg chg="add mod">
          <ac:chgData name="Duong, Thi Quynh Nhi  SH/HZA-HAADD" userId="fa5d8dce-1e87-4da3-b2b1-08b1cf4c506d" providerId="ADAL" clId="{5988FF5F-34E9-4FF3-8D11-24FD91CBDE43}" dt="2024-11-14T00:43:02.177" v="1901" actId="1076"/>
          <ac:spMkLst>
            <pc:docMk/>
            <pc:sldMk cId="2832818864" sldId="262"/>
            <ac:spMk id="7" creationId="{92C78ABF-7DE4-F17D-5B54-BD5A8D5AB3FA}"/>
          </ac:spMkLst>
        </pc:spChg>
        <pc:spChg chg="add mod">
          <ac:chgData name="Duong, Thi Quynh Nhi  SH/HZA-HAADD" userId="fa5d8dce-1e87-4da3-b2b1-08b1cf4c506d" providerId="ADAL" clId="{5988FF5F-34E9-4FF3-8D11-24FD91CBDE43}" dt="2024-11-14T14:07:59.579" v="2119" actId="1076"/>
          <ac:spMkLst>
            <pc:docMk/>
            <pc:sldMk cId="2832818864" sldId="262"/>
            <ac:spMk id="8" creationId="{53DAA139-9065-D0E6-6BD9-4C2BE83AC468}"/>
          </ac:spMkLst>
        </pc:spChg>
        <pc:picChg chg="add mod">
          <ac:chgData name="Duong, Thi Quynh Nhi  SH/HZA-HAADD" userId="fa5d8dce-1e87-4da3-b2b1-08b1cf4c506d" providerId="ADAL" clId="{5988FF5F-34E9-4FF3-8D11-24FD91CBDE43}" dt="2024-11-14T00:55:12.197" v="1912" actId="1076"/>
          <ac:picMkLst>
            <pc:docMk/>
            <pc:sldMk cId="2832818864" sldId="262"/>
            <ac:picMk id="9" creationId="{D0A2B877-549E-E5FA-52A8-2CB3AE738B48}"/>
          </ac:picMkLst>
        </pc:picChg>
      </pc:sldChg>
      <pc:sldChg chg="addSp modSp new mod">
        <pc:chgData name="Duong, Thi Quynh Nhi  SH/HZA-HAADD" userId="fa5d8dce-1e87-4da3-b2b1-08b1cf4c506d" providerId="ADAL" clId="{5988FF5F-34E9-4FF3-8D11-24FD91CBDE43}" dt="2024-11-13T23:14:10.788" v="1282"/>
        <pc:sldMkLst>
          <pc:docMk/>
          <pc:sldMk cId="794128644" sldId="263"/>
        </pc:sldMkLst>
        <pc:spChg chg="mod">
          <ac:chgData name="Duong, Thi Quynh Nhi  SH/HZA-HAADD" userId="fa5d8dce-1e87-4da3-b2b1-08b1cf4c506d" providerId="ADAL" clId="{5988FF5F-34E9-4FF3-8D11-24FD91CBDE43}" dt="2024-11-13T23:10:54.682" v="1255" actId="14100"/>
          <ac:spMkLst>
            <pc:docMk/>
            <pc:sldMk cId="794128644" sldId="263"/>
            <ac:spMk id="2" creationId="{7A43D2C3-9398-57EF-A9CA-5EE48570C18C}"/>
          </ac:spMkLst>
        </pc:spChg>
        <pc:graphicFrameChg chg="add mod modGraphic">
          <ac:chgData name="Duong, Thi Quynh Nhi  SH/HZA-HAADD" userId="fa5d8dce-1e87-4da3-b2b1-08b1cf4c506d" providerId="ADAL" clId="{5988FF5F-34E9-4FF3-8D11-24FD91CBDE43}" dt="2024-11-13T23:14:10.788" v="1282"/>
          <ac:graphicFrameMkLst>
            <pc:docMk/>
            <pc:sldMk cId="794128644" sldId="263"/>
            <ac:graphicFrameMk id="3" creationId="{A6E398AC-F4A1-F2D9-E8F3-364F0AA6B4C3}"/>
          </ac:graphicFrameMkLst>
        </pc:graphicFrameChg>
        <pc:picChg chg="add mod">
          <ac:chgData name="Duong, Thi Quynh Nhi  SH/HZA-HAADD" userId="fa5d8dce-1e87-4da3-b2b1-08b1cf4c506d" providerId="ADAL" clId="{5988FF5F-34E9-4FF3-8D11-24FD91CBDE43}" dt="2024-11-13T23:11:38.068" v="1262" actId="1076"/>
          <ac:picMkLst>
            <pc:docMk/>
            <pc:sldMk cId="794128644" sldId="263"/>
            <ac:picMk id="5" creationId="{E7D37654-612B-0BC9-A310-7362CF2EBD3E}"/>
          </ac:picMkLst>
        </pc:picChg>
        <pc:picChg chg="add mod">
          <ac:chgData name="Duong, Thi Quynh Nhi  SH/HZA-HAADD" userId="fa5d8dce-1e87-4da3-b2b1-08b1cf4c506d" providerId="ADAL" clId="{5988FF5F-34E9-4FF3-8D11-24FD91CBDE43}" dt="2024-11-13T23:13:03.070" v="1266" actId="1076"/>
          <ac:picMkLst>
            <pc:docMk/>
            <pc:sldMk cId="794128644" sldId="263"/>
            <ac:picMk id="7" creationId="{D1460022-F10C-EDC4-25C5-0216EED6C9FF}"/>
          </ac:picMkLst>
        </pc:picChg>
        <pc:picChg chg="add mod">
          <ac:chgData name="Duong, Thi Quynh Nhi  SH/HZA-HAADD" userId="fa5d8dce-1e87-4da3-b2b1-08b1cf4c506d" providerId="ADAL" clId="{5988FF5F-34E9-4FF3-8D11-24FD91CBDE43}" dt="2024-11-13T23:13:56.738" v="1278" actId="1076"/>
          <ac:picMkLst>
            <pc:docMk/>
            <pc:sldMk cId="794128644" sldId="263"/>
            <ac:picMk id="9" creationId="{B49F9B6E-375C-2D17-31B0-40579877813F}"/>
          </ac:picMkLst>
        </pc:picChg>
      </pc:sldChg>
      <pc:sldChg chg="modSp new del mod ord">
        <pc:chgData name="Duong, Thi Quynh Nhi  SH/HZA-HAADD" userId="fa5d8dce-1e87-4da3-b2b1-08b1cf4c506d" providerId="ADAL" clId="{5988FF5F-34E9-4FF3-8D11-24FD91CBDE43}" dt="2024-11-14T00:07:05.558" v="1440" actId="47"/>
        <pc:sldMkLst>
          <pc:docMk/>
          <pc:sldMk cId="1074913647" sldId="264"/>
        </pc:sldMkLst>
        <pc:spChg chg="mod">
          <ac:chgData name="Duong, Thi Quynh Nhi  SH/HZA-HAADD" userId="fa5d8dce-1e87-4da3-b2b1-08b1cf4c506d" providerId="ADAL" clId="{5988FF5F-34E9-4FF3-8D11-24FD91CBDE43}" dt="2024-11-12T09:31:04.164" v="614" actId="20577"/>
          <ac:spMkLst>
            <pc:docMk/>
            <pc:sldMk cId="1074913647" sldId="264"/>
            <ac:spMk id="2" creationId="{34F631B0-DBE3-8888-F732-7ED7429FA19D}"/>
          </ac:spMkLst>
        </pc:spChg>
      </pc:sldChg>
      <pc:sldChg chg="modSp new del mod">
        <pc:chgData name="Duong, Thi Quynh Nhi  SH/HZA-HAADD" userId="fa5d8dce-1e87-4da3-b2b1-08b1cf4c506d" providerId="ADAL" clId="{5988FF5F-34E9-4FF3-8D11-24FD91CBDE43}" dt="2024-11-13T21:59:58.077" v="819" actId="2696"/>
        <pc:sldMkLst>
          <pc:docMk/>
          <pc:sldMk cId="171381790" sldId="265"/>
        </pc:sldMkLst>
        <pc:spChg chg="mod">
          <ac:chgData name="Duong, Thi Quynh Nhi  SH/HZA-HAADD" userId="fa5d8dce-1e87-4da3-b2b1-08b1cf4c506d" providerId="ADAL" clId="{5988FF5F-34E9-4FF3-8D11-24FD91CBDE43}" dt="2024-11-12T09:38:51.775" v="676" actId="20577"/>
          <ac:spMkLst>
            <pc:docMk/>
            <pc:sldMk cId="171381790" sldId="265"/>
            <ac:spMk id="2" creationId="{CA0D90E1-AA10-36BB-C39E-2ED7A5331352}"/>
          </ac:spMkLst>
        </pc:spChg>
      </pc:sldChg>
      <pc:sldChg chg="addSp delSp modSp new mod delAnim modAnim">
        <pc:chgData name="Duong, Thi Quynh Nhi  SH/HZA-HAADD" userId="fa5d8dce-1e87-4da3-b2b1-08b1cf4c506d" providerId="ADAL" clId="{5988FF5F-34E9-4FF3-8D11-24FD91CBDE43}" dt="2024-11-14T12:33:21.036" v="1930"/>
        <pc:sldMkLst>
          <pc:docMk/>
          <pc:sldMk cId="1872306975" sldId="266"/>
        </pc:sldMkLst>
        <pc:picChg chg="add mod">
          <ac:chgData name="Duong, Thi Quynh Nhi  SH/HZA-HAADD" userId="fa5d8dce-1e87-4da3-b2b1-08b1cf4c506d" providerId="ADAL" clId="{5988FF5F-34E9-4FF3-8D11-24FD91CBDE43}" dt="2024-11-14T12:33:21.036" v="1930"/>
          <ac:picMkLst>
            <pc:docMk/>
            <pc:sldMk cId="1872306975" sldId="266"/>
            <ac:picMk id="2" creationId="{515A9783-DB88-D100-1251-3DD6F09EB9B2}"/>
          </ac:picMkLst>
        </pc:picChg>
        <pc:picChg chg="add del mod">
          <ac:chgData name="Duong, Thi Quynh Nhi  SH/HZA-HAADD" userId="fa5d8dce-1e87-4da3-b2b1-08b1cf4c506d" providerId="ADAL" clId="{5988FF5F-34E9-4FF3-8D11-24FD91CBDE43}" dt="2024-11-13T23:45:07.761" v="1427" actId="478"/>
          <ac:picMkLst>
            <pc:docMk/>
            <pc:sldMk cId="1872306975" sldId="266"/>
            <ac:picMk id="2" creationId="{579173B2-66CB-678F-AE1B-8E7A8911EF2F}"/>
          </ac:picMkLst>
        </pc:picChg>
        <pc:picChg chg="add del mod">
          <ac:chgData name="Duong, Thi Quynh Nhi  SH/HZA-HAADD" userId="fa5d8dce-1e87-4da3-b2b1-08b1cf4c506d" providerId="ADAL" clId="{5988FF5F-34E9-4FF3-8D11-24FD91CBDE43}" dt="2024-11-14T12:33:05.331" v="1929" actId="478"/>
          <ac:picMkLst>
            <pc:docMk/>
            <pc:sldMk cId="1872306975" sldId="266"/>
            <ac:picMk id="3" creationId="{70C17FB0-58D8-2813-5449-980F97471A52}"/>
          </ac:picMkLst>
        </pc:picChg>
      </pc:sldChg>
      <pc:sldChg chg="addSp delSp modSp new mod ord delAnim modAnim">
        <pc:chgData name="Duong, Thi Quynh Nhi  SH/HZA-HAADD" userId="fa5d8dce-1e87-4da3-b2b1-08b1cf4c506d" providerId="ADAL" clId="{5988FF5F-34E9-4FF3-8D11-24FD91CBDE43}" dt="2024-11-14T12:34:39.001" v="1932"/>
        <pc:sldMkLst>
          <pc:docMk/>
          <pc:sldMk cId="2112494803" sldId="267"/>
        </pc:sldMkLst>
        <pc:picChg chg="add mod">
          <ac:chgData name="Duong, Thi Quynh Nhi  SH/HZA-HAADD" userId="fa5d8dce-1e87-4da3-b2b1-08b1cf4c506d" providerId="ADAL" clId="{5988FF5F-34E9-4FF3-8D11-24FD91CBDE43}" dt="2024-11-14T12:34:39.001" v="1932"/>
          <ac:picMkLst>
            <pc:docMk/>
            <pc:sldMk cId="2112494803" sldId="267"/>
            <ac:picMk id="2" creationId="{28FD5288-0786-9ED9-A33C-1589E494DDCE}"/>
          </ac:picMkLst>
        </pc:picChg>
        <pc:picChg chg="add del mod">
          <ac:chgData name="Duong, Thi Quynh Nhi  SH/HZA-HAADD" userId="fa5d8dce-1e87-4da3-b2b1-08b1cf4c506d" providerId="ADAL" clId="{5988FF5F-34E9-4FF3-8D11-24FD91CBDE43}" dt="2024-11-13T23:54:24.729" v="1431" actId="478"/>
          <ac:picMkLst>
            <pc:docMk/>
            <pc:sldMk cId="2112494803" sldId="267"/>
            <ac:picMk id="2" creationId="{3727E522-0EC7-A703-0675-A6CCBC0BDB55}"/>
          </ac:picMkLst>
        </pc:picChg>
        <pc:picChg chg="add del mod">
          <ac:chgData name="Duong, Thi Quynh Nhi  SH/HZA-HAADD" userId="fa5d8dce-1e87-4da3-b2b1-08b1cf4c506d" providerId="ADAL" clId="{5988FF5F-34E9-4FF3-8D11-24FD91CBDE43}" dt="2024-11-14T12:34:03.161" v="1931" actId="478"/>
          <ac:picMkLst>
            <pc:docMk/>
            <pc:sldMk cId="2112494803" sldId="267"/>
            <ac:picMk id="3" creationId="{B4897175-1422-4901-F678-567E450BE684}"/>
          </ac:picMkLst>
        </pc:picChg>
      </pc:sldChg>
      <pc:sldChg chg="addSp delSp modSp new mod ord setBg">
        <pc:chgData name="Duong, Thi Quynh Nhi  SH/HZA-HAADD" userId="fa5d8dce-1e87-4da3-b2b1-08b1cf4c506d" providerId="ADAL" clId="{5988FF5F-34E9-4FF3-8D11-24FD91CBDE43}" dt="2024-11-14T00:32:04.833" v="1787" actId="26606"/>
        <pc:sldMkLst>
          <pc:docMk/>
          <pc:sldMk cId="4191146932" sldId="268"/>
        </pc:sldMkLst>
        <pc:spChg chg="add del mod">
          <ac:chgData name="Duong, Thi Quynh Nhi  SH/HZA-HAADD" userId="fa5d8dce-1e87-4da3-b2b1-08b1cf4c506d" providerId="ADAL" clId="{5988FF5F-34E9-4FF3-8D11-24FD91CBDE43}" dt="2024-11-14T00:31:04.910" v="1782" actId="478"/>
          <ac:spMkLst>
            <pc:docMk/>
            <pc:sldMk cId="4191146932" sldId="268"/>
            <ac:spMk id="2" creationId="{049932E7-57FA-D9E4-8D89-EDA24091A9A5}"/>
          </ac:spMkLst>
        </pc:spChg>
        <pc:picChg chg="add mod ord">
          <ac:chgData name="Duong, Thi Quynh Nhi  SH/HZA-HAADD" userId="fa5d8dce-1e87-4da3-b2b1-08b1cf4c506d" providerId="ADAL" clId="{5988FF5F-34E9-4FF3-8D11-24FD91CBDE43}" dt="2024-11-14T00:32:04.833" v="1787" actId="26606"/>
          <ac:picMkLst>
            <pc:docMk/>
            <pc:sldMk cId="4191146932" sldId="268"/>
            <ac:picMk id="4" creationId="{327FEAD2-F228-8A29-EA83-0C4BBF74AD40}"/>
          </ac:picMkLst>
        </pc:picChg>
        <pc:picChg chg="add mod">
          <ac:chgData name="Duong, Thi Quynh Nhi  SH/HZA-HAADD" userId="fa5d8dce-1e87-4da3-b2b1-08b1cf4c506d" providerId="ADAL" clId="{5988FF5F-34E9-4FF3-8D11-24FD91CBDE43}" dt="2024-11-14T00:32:04.833" v="1787" actId="26606"/>
          <ac:picMkLst>
            <pc:docMk/>
            <pc:sldMk cId="4191146932" sldId="268"/>
            <ac:picMk id="6" creationId="{AADD6376-B56F-E29C-A7D9-C6FFC1B1A4E5}"/>
          </ac:picMkLst>
        </pc:picChg>
        <pc:cxnChg chg="add">
          <ac:chgData name="Duong, Thi Quynh Nhi  SH/HZA-HAADD" userId="fa5d8dce-1e87-4da3-b2b1-08b1cf4c506d" providerId="ADAL" clId="{5988FF5F-34E9-4FF3-8D11-24FD91CBDE43}" dt="2024-11-14T00:32:04.833" v="1787" actId="26606"/>
          <ac:cxnSpMkLst>
            <pc:docMk/>
            <pc:sldMk cId="4191146932" sldId="268"/>
            <ac:cxnSpMk id="11" creationId="{4D56677B-C0B7-4DAC-ACAD-8054FF1B599A}"/>
          </ac:cxnSpMkLst>
        </pc:cxnChg>
      </pc:sldChg>
      <pc:sldChg chg="addSp delSp modSp new mod ord">
        <pc:chgData name="Duong, Thi Quynh Nhi  SH/HZA-HAADD" userId="fa5d8dce-1e87-4da3-b2b1-08b1cf4c506d" providerId="ADAL" clId="{5988FF5F-34E9-4FF3-8D11-24FD91CBDE43}" dt="2024-11-13T22:00:03.723" v="821"/>
        <pc:sldMkLst>
          <pc:docMk/>
          <pc:sldMk cId="2203392576" sldId="269"/>
        </pc:sldMkLst>
        <pc:spChg chg="del">
          <ac:chgData name="Duong, Thi Quynh Nhi  SH/HZA-HAADD" userId="fa5d8dce-1e87-4da3-b2b1-08b1cf4c506d" providerId="ADAL" clId="{5988FF5F-34E9-4FF3-8D11-24FD91CBDE43}" dt="2024-11-12T17:36:00.899" v="686" actId="478"/>
          <ac:spMkLst>
            <pc:docMk/>
            <pc:sldMk cId="2203392576" sldId="269"/>
            <ac:spMk id="2" creationId="{D119620B-B0AB-7819-B6B9-CF187B8F3BF7}"/>
          </ac:spMkLst>
        </pc:spChg>
        <pc:picChg chg="add mod">
          <ac:chgData name="Duong, Thi Quynh Nhi  SH/HZA-HAADD" userId="fa5d8dce-1e87-4da3-b2b1-08b1cf4c506d" providerId="ADAL" clId="{5988FF5F-34E9-4FF3-8D11-24FD91CBDE43}" dt="2024-11-12T17:36:32.115" v="690" actId="688"/>
          <ac:picMkLst>
            <pc:docMk/>
            <pc:sldMk cId="2203392576" sldId="269"/>
            <ac:picMk id="4" creationId="{A726FD40-340A-880E-D14F-1B5CFF2850DF}"/>
          </ac:picMkLst>
        </pc:picChg>
      </pc:sldChg>
      <pc:sldChg chg="addSp delSp modSp new mod setBg">
        <pc:chgData name="Duong, Thi Quynh Nhi  SH/HZA-HAADD" userId="fa5d8dce-1e87-4da3-b2b1-08b1cf4c506d" providerId="ADAL" clId="{5988FF5F-34E9-4FF3-8D11-24FD91CBDE43}" dt="2024-11-15T08:26:03.116" v="2559" actId="1076"/>
        <pc:sldMkLst>
          <pc:docMk/>
          <pc:sldMk cId="3029166424" sldId="270"/>
        </pc:sldMkLst>
        <pc:spChg chg="del mod">
          <ac:chgData name="Duong, Thi Quynh Nhi  SH/HZA-HAADD" userId="fa5d8dce-1e87-4da3-b2b1-08b1cf4c506d" providerId="ADAL" clId="{5988FF5F-34E9-4FF3-8D11-24FD91CBDE43}" dt="2024-11-14T00:16:35.970" v="1553" actId="478"/>
          <ac:spMkLst>
            <pc:docMk/>
            <pc:sldMk cId="3029166424" sldId="270"/>
            <ac:spMk id="2" creationId="{9E34EE24-A690-5DD8-0D2E-1F95FC61B560}"/>
          </ac:spMkLst>
        </pc:spChg>
        <pc:spChg chg="add del mod">
          <ac:chgData name="Duong, Thi Quynh Nhi  SH/HZA-HAADD" userId="fa5d8dce-1e87-4da3-b2b1-08b1cf4c506d" providerId="ADAL" clId="{5988FF5F-34E9-4FF3-8D11-24FD91CBDE43}" dt="2024-11-14T12:42:15.894" v="1971" actId="478"/>
          <ac:spMkLst>
            <pc:docMk/>
            <pc:sldMk cId="3029166424" sldId="270"/>
            <ac:spMk id="4" creationId="{4B0006C9-A4B4-D1E7-7582-ECF5D0E74AEB}"/>
          </ac:spMkLst>
        </pc:spChg>
        <pc:spChg chg="add del mod">
          <ac:chgData name="Duong, Thi Quynh Nhi  SH/HZA-HAADD" userId="fa5d8dce-1e87-4da3-b2b1-08b1cf4c506d" providerId="ADAL" clId="{5988FF5F-34E9-4FF3-8D11-24FD91CBDE43}" dt="2024-11-14T00:29:08.181" v="1759" actId="478"/>
          <ac:spMkLst>
            <pc:docMk/>
            <pc:sldMk cId="3029166424" sldId="270"/>
            <ac:spMk id="5" creationId="{5589B565-3E7E-6FC9-DCB9-89342200CB21}"/>
          </ac:spMkLst>
        </pc:spChg>
        <pc:spChg chg="add mod">
          <ac:chgData name="Duong, Thi Quynh Nhi  SH/HZA-HAADD" userId="fa5d8dce-1e87-4da3-b2b1-08b1cf4c506d" providerId="ADAL" clId="{5988FF5F-34E9-4FF3-8D11-24FD91CBDE43}" dt="2024-11-15T08:26:03.116" v="2559" actId="1076"/>
          <ac:spMkLst>
            <pc:docMk/>
            <pc:sldMk cId="3029166424" sldId="270"/>
            <ac:spMk id="5" creationId="{A8CF34B1-DB8B-FF7D-F75D-C47262F4889A}"/>
          </ac:spMkLst>
        </pc:spChg>
        <pc:spChg chg="add del mod">
          <ac:chgData name="Duong, Thi Quynh Nhi  SH/HZA-HAADD" userId="fa5d8dce-1e87-4da3-b2b1-08b1cf4c506d" providerId="ADAL" clId="{5988FF5F-34E9-4FF3-8D11-24FD91CBDE43}" dt="2024-11-14T00:29:38.624" v="1777" actId="21"/>
          <ac:spMkLst>
            <pc:docMk/>
            <pc:sldMk cId="3029166424" sldId="270"/>
            <ac:spMk id="6" creationId="{7E7898BB-C68F-BCD6-B2FE-6C4E13905A39}"/>
          </ac:spMkLst>
        </pc:spChg>
        <pc:spChg chg="add del mod">
          <ac:chgData name="Duong, Thi Quynh Nhi  SH/HZA-HAADD" userId="fa5d8dce-1e87-4da3-b2b1-08b1cf4c506d" providerId="ADAL" clId="{5988FF5F-34E9-4FF3-8D11-24FD91CBDE43}" dt="2024-11-14T00:29:12.685" v="1760" actId="478"/>
          <ac:spMkLst>
            <pc:docMk/>
            <pc:sldMk cId="3029166424" sldId="270"/>
            <ac:spMk id="8" creationId="{75E35716-266F-7E56-A7B9-18A545FF243A}"/>
          </ac:spMkLst>
        </pc:spChg>
        <pc:spChg chg="add mod">
          <ac:chgData name="Duong, Thi Quynh Nhi  SH/HZA-HAADD" userId="fa5d8dce-1e87-4da3-b2b1-08b1cf4c506d" providerId="ADAL" clId="{5988FF5F-34E9-4FF3-8D11-24FD91CBDE43}" dt="2024-11-14T00:29:46.891" v="1778"/>
          <ac:spMkLst>
            <pc:docMk/>
            <pc:sldMk cId="3029166424" sldId="270"/>
            <ac:spMk id="9" creationId="{7E7898BB-C68F-BCD6-B2FE-6C4E13905A39}"/>
          </ac:spMkLst>
        </pc:spChg>
        <pc:picChg chg="add mod">
          <ac:chgData name="Duong, Thi Quynh Nhi  SH/HZA-HAADD" userId="fa5d8dce-1e87-4da3-b2b1-08b1cf4c506d" providerId="ADAL" clId="{5988FF5F-34E9-4FF3-8D11-24FD91CBDE43}" dt="2024-11-14T00:30:06.056" v="1780" actId="26606"/>
          <ac:picMkLst>
            <pc:docMk/>
            <pc:sldMk cId="3029166424" sldId="270"/>
            <ac:picMk id="3" creationId="{5A184C45-B412-460B-0368-CE16001EBA95}"/>
          </ac:picMkLst>
        </pc:picChg>
        <pc:picChg chg="add del mod">
          <ac:chgData name="Duong, Thi Quynh Nhi  SH/HZA-HAADD" userId="fa5d8dce-1e87-4da3-b2b1-08b1cf4c506d" providerId="ADAL" clId="{5988FF5F-34E9-4FF3-8D11-24FD91CBDE43}" dt="2024-11-14T12:44:39.885" v="2114" actId="478"/>
          <ac:picMkLst>
            <pc:docMk/>
            <pc:sldMk cId="3029166424" sldId="270"/>
            <ac:picMk id="10" creationId="{5796062B-E213-A8B7-2AF4-3110BB18FE83}"/>
          </ac:picMkLst>
        </pc:picChg>
        <pc:cxnChg chg="add">
          <ac:chgData name="Duong, Thi Quynh Nhi  SH/HZA-HAADD" userId="fa5d8dce-1e87-4da3-b2b1-08b1cf4c506d" providerId="ADAL" clId="{5988FF5F-34E9-4FF3-8D11-24FD91CBDE43}" dt="2024-11-14T00:30:06.056" v="1780" actId="26606"/>
          <ac:cxnSpMkLst>
            <pc:docMk/>
            <pc:sldMk cId="3029166424" sldId="270"/>
            <ac:cxnSpMk id="15" creationId="{1C6AAE25-BD23-41B5-AAE4-1DA5898C2ADB}"/>
          </ac:cxnSpMkLst>
        </pc:cxnChg>
      </pc:sldChg>
      <pc:sldChg chg="addSp delSp modSp new mod delAnim modAnim">
        <pc:chgData name="Duong, Thi Quynh Nhi  SH/HZA-HAADD" userId="fa5d8dce-1e87-4da3-b2b1-08b1cf4c506d" providerId="ADAL" clId="{5988FF5F-34E9-4FF3-8D11-24FD91CBDE43}" dt="2024-11-14T12:32:21.359" v="1928"/>
        <pc:sldMkLst>
          <pc:docMk/>
          <pc:sldMk cId="3578673305" sldId="271"/>
        </pc:sldMkLst>
        <pc:picChg chg="add mod">
          <ac:chgData name="Duong, Thi Quynh Nhi  SH/HZA-HAADD" userId="fa5d8dce-1e87-4da3-b2b1-08b1cf4c506d" providerId="ADAL" clId="{5988FF5F-34E9-4FF3-8D11-24FD91CBDE43}" dt="2024-11-14T12:32:21.359" v="1928"/>
          <ac:picMkLst>
            <pc:docMk/>
            <pc:sldMk cId="3578673305" sldId="271"/>
            <ac:picMk id="3" creationId="{44B7A3A9-D45A-28BF-FC01-FD1B06E14166}"/>
          </ac:picMkLst>
        </pc:picChg>
        <pc:picChg chg="add del mod">
          <ac:chgData name="Duong, Thi Quynh Nhi  SH/HZA-HAADD" userId="fa5d8dce-1e87-4da3-b2b1-08b1cf4c506d" providerId="ADAL" clId="{5988FF5F-34E9-4FF3-8D11-24FD91CBDE43}" dt="2024-11-13T21:12:43.707" v="771" actId="478"/>
          <ac:picMkLst>
            <pc:docMk/>
            <pc:sldMk cId="3578673305" sldId="271"/>
            <ac:picMk id="3" creationId="{F48AF79E-229E-5474-BD8F-49D67036F1C7}"/>
          </ac:picMkLst>
        </pc:picChg>
        <pc:picChg chg="add del mod">
          <ac:chgData name="Duong, Thi Quynh Nhi  SH/HZA-HAADD" userId="fa5d8dce-1e87-4da3-b2b1-08b1cf4c506d" providerId="ADAL" clId="{5988FF5F-34E9-4FF3-8D11-24FD91CBDE43}" dt="2024-11-13T21:25:59.965" v="773" actId="478"/>
          <ac:picMkLst>
            <pc:docMk/>
            <pc:sldMk cId="3578673305" sldId="271"/>
            <ac:picMk id="4" creationId="{33131DF7-F33E-B313-5050-B948EE51930D}"/>
          </ac:picMkLst>
        </pc:picChg>
        <pc:picChg chg="add del mod">
          <ac:chgData name="Duong, Thi Quynh Nhi  SH/HZA-HAADD" userId="fa5d8dce-1e87-4da3-b2b1-08b1cf4c506d" providerId="ADAL" clId="{5988FF5F-34E9-4FF3-8D11-24FD91CBDE43}" dt="2024-11-13T21:28:16.671" v="775" actId="478"/>
          <ac:picMkLst>
            <pc:docMk/>
            <pc:sldMk cId="3578673305" sldId="271"/>
            <ac:picMk id="5" creationId="{4AE3EA08-3C5A-9FA1-E791-E832E5E12A1C}"/>
          </ac:picMkLst>
        </pc:picChg>
        <pc:picChg chg="add del mod">
          <ac:chgData name="Duong, Thi Quynh Nhi  SH/HZA-HAADD" userId="fa5d8dce-1e87-4da3-b2b1-08b1cf4c506d" providerId="ADAL" clId="{5988FF5F-34E9-4FF3-8D11-24FD91CBDE43}" dt="2024-11-14T12:32:02.604" v="1927" actId="478"/>
          <ac:picMkLst>
            <pc:docMk/>
            <pc:sldMk cId="3578673305" sldId="271"/>
            <ac:picMk id="6" creationId="{14009086-04CC-D4A6-7AB1-9C6121CA812A}"/>
          </ac:picMkLst>
        </pc:picChg>
      </pc:sldChg>
      <pc:sldChg chg="addSp delSp modSp new mod setBg addAnim">
        <pc:chgData name="Duong, Thi Quynh Nhi  SH/HZA-HAADD" userId="fa5d8dce-1e87-4da3-b2b1-08b1cf4c506d" providerId="ADAL" clId="{5988FF5F-34E9-4FF3-8D11-24FD91CBDE43}" dt="2024-11-14T00:12:08.550" v="1532"/>
        <pc:sldMkLst>
          <pc:docMk/>
          <pc:sldMk cId="2627378951" sldId="272"/>
        </pc:sldMkLst>
        <pc:spChg chg="mod ord">
          <ac:chgData name="Duong, Thi Quynh Nhi  SH/HZA-HAADD" userId="fa5d8dce-1e87-4da3-b2b1-08b1cf4c506d" providerId="ADAL" clId="{5988FF5F-34E9-4FF3-8D11-24FD91CBDE43}" dt="2024-11-14T00:12:08.548" v="1531" actId="26606"/>
          <ac:spMkLst>
            <pc:docMk/>
            <pc:sldMk cId="2627378951" sldId="272"/>
            <ac:spMk id="2" creationId="{43A2F3FF-6D2C-D92F-B47D-9B2DCAFC75D9}"/>
          </ac:spMkLst>
        </pc:spChg>
        <pc:spChg chg="add del">
          <ac:chgData name="Duong, Thi Quynh Nhi  SH/HZA-HAADD" userId="fa5d8dce-1e87-4da3-b2b1-08b1cf4c506d" providerId="ADAL" clId="{5988FF5F-34E9-4FF3-8D11-24FD91CBDE43}" dt="2024-11-13T22:20:02.999" v="872" actId="26606"/>
          <ac:spMkLst>
            <pc:docMk/>
            <pc:sldMk cId="2627378951" sldId="272"/>
            <ac:spMk id="8" creationId="{ECC07320-C2CA-4E29-8481-9D9E143C7788}"/>
          </ac:spMkLst>
        </pc:spChg>
        <pc:spChg chg="add del">
          <ac:chgData name="Duong, Thi Quynh Nhi  SH/HZA-HAADD" userId="fa5d8dce-1e87-4da3-b2b1-08b1cf4c506d" providerId="ADAL" clId="{5988FF5F-34E9-4FF3-8D11-24FD91CBDE43}" dt="2024-11-13T22:20:02.999" v="872" actId="26606"/>
          <ac:spMkLst>
            <pc:docMk/>
            <pc:sldMk cId="2627378951" sldId="272"/>
            <ac:spMk id="10" creationId="{178FB36B-5BFE-42CA-BC60-1115E0D95EEC}"/>
          </ac:spMkLst>
        </pc:spChg>
        <pc:spChg chg="add del">
          <ac:chgData name="Duong, Thi Quynh Nhi  SH/HZA-HAADD" userId="fa5d8dce-1e87-4da3-b2b1-08b1cf4c506d" providerId="ADAL" clId="{5988FF5F-34E9-4FF3-8D11-24FD91CBDE43}" dt="2024-11-14T00:12:08.548" v="1531" actId="26606"/>
          <ac:spMkLst>
            <pc:docMk/>
            <pc:sldMk cId="2627378951" sldId="272"/>
            <ac:spMk id="15" creationId="{ECC07320-C2CA-4E29-8481-9D9E143C7788}"/>
          </ac:spMkLst>
        </pc:spChg>
        <pc:spChg chg="add del">
          <ac:chgData name="Duong, Thi Quynh Nhi  SH/HZA-HAADD" userId="fa5d8dce-1e87-4da3-b2b1-08b1cf4c506d" providerId="ADAL" clId="{5988FF5F-34E9-4FF3-8D11-24FD91CBDE43}" dt="2024-11-14T00:12:08.548" v="1531" actId="26606"/>
          <ac:spMkLst>
            <pc:docMk/>
            <pc:sldMk cId="2627378951" sldId="272"/>
            <ac:spMk id="17" creationId="{178FB36B-5BFE-42CA-BC60-1115E0D95EEC}"/>
          </ac:spMkLst>
        </pc:spChg>
        <pc:spChg chg="add">
          <ac:chgData name="Duong, Thi Quynh Nhi  SH/HZA-HAADD" userId="fa5d8dce-1e87-4da3-b2b1-08b1cf4c506d" providerId="ADAL" clId="{5988FF5F-34E9-4FF3-8D11-24FD91CBDE43}" dt="2024-11-14T00:12:08.548" v="1531" actId="26606"/>
          <ac:spMkLst>
            <pc:docMk/>
            <pc:sldMk cId="2627378951" sldId="272"/>
            <ac:spMk id="22" creationId="{ECC07320-C2CA-4E29-8481-9D9E143C7788}"/>
          </ac:spMkLst>
        </pc:spChg>
        <pc:spChg chg="add">
          <ac:chgData name="Duong, Thi Quynh Nhi  SH/HZA-HAADD" userId="fa5d8dce-1e87-4da3-b2b1-08b1cf4c506d" providerId="ADAL" clId="{5988FF5F-34E9-4FF3-8D11-24FD91CBDE43}" dt="2024-11-14T00:12:08.548" v="1531" actId="26606"/>
          <ac:spMkLst>
            <pc:docMk/>
            <pc:sldMk cId="2627378951" sldId="272"/>
            <ac:spMk id="24" creationId="{178FB36B-5BFE-42CA-BC60-1115E0D95EEC}"/>
          </ac:spMkLst>
        </pc:spChg>
        <pc:picChg chg="add mod">
          <ac:chgData name="Duong, Thi Quynh Nhi  SH/HZA-HAADD" userId="fa5d8dce-1e87-4da3-b2b1-08b1cf4c506d" providerId="ADAL" clId="{5988FF5F-34E9-4FF3-8D11-24FD91CBDE43}" dt="2024-11-14T00:12:08.548" v="1531" actId="26606"/>
          <ac:picMkLst>
            <pc:docMk/>
            <pc:sldMk cId="2627378951" sldId="272"/>
            <ac:picMk id="3" creationId="{39A6304C-0BC8-791A-7D9F-BDD90B33AD73}"/>
          </ac:picMkLst>
        </pc:picChg>
      </pc:sldChg>
      <pc:sldChg chg="addSp delSp modSp new del mod ord setBg">
        <pc:chgData name="Duong, Thi Quynh Nhi  SH/HZA-HAADD" userId="fa5d8dce-1e87-4da3-b2b1-08b1cf4c506d" providerId="ADAL" clId="{5988FF5F-34E9-4FF3-8D11-24FD91CBDE43}" dt="2024-11-14T00:30:48.891" v="1781" actId="2696"/>
        <pc:sldMkLst>
          <pc:docMk/>
          <pc:sldMk cId="1139989599" sldId="273"/>
        </pc:sldMkLst>
        <pc:spChg chg="del">
          <ac:chgData name="Duong, Thi Quynh Nhi  SH/HZA-HAADD" userId="fa5d8dce-1e87-4da3-b2b1-08b1cf4c506d" providerId="ADAL" clId="{5988FF5F-34E9-4FF3-8D11-24FD91CBDE43}" dt="2024-11-13T22:06:20.861" v="861" actId="478"/>
          <ac:spMkLst>
            <pc:docMk/>
            <pc:sldMk cId="1139989599" sldId="273"/>
            <ac:spMk id="2" creationId="{6E5811CC-3E74-A3E5-F715-DA01FC24BEEF}"/>
          </ac:spMkLst>
        </pc:spChg>
        <pc:spChg chg="add">
          <ac:chgData name="Duong, Thi Quynh Nhi  SH/HZA-HAADD" userId="fa5d8dce-1e87-4da3-b2b1-08b1cf4c506d" providerId="ADAL" clId="{5988FF5F-34E9-4FF3-8D11-24FD91CBDE43}" dt="2024-11-13T22:15:43.754" v="863" actId="26606"/>
          <ac:spMkLst>
            <pc:docMk/>
            <pc:sldMk cId="1139989599" sldId="273"/>
            <ac:spMk id="9" creationId="{42A4FC2C-047E-45A5-965D-8E1E3BF09BC6}"/>
          </ac:spMkLst>
        </pc:spChg>
        <pc:picChg chg="add mod">
          <ac:chgData name="Duong, Thi Quynh Nhi  SH/HZA-HAADD" userId="fa5d8dce-1e87-4da3-b2b1-08b1cf4c506d" providerId="ADAL" clId="{5988FF5F-34E9-4FF3-8D11-24FD91CBDE43}" dt="2024-11-13T22:15:43.754" v="863" actId="26606"/>
          <ac:picMkLst>
            <pc:docMk/>
            <pc:sldMk cId="1139989599" sldId="273"/>
            <ac:picMk id="4" creationId="{B35530CA-99D6-F766-39F0-D4AF1B3B4A6D}"/>
          </ac:picMkLst>
        </pc:picChg>
      </pc:sldChg>
      <pc:sldChg chg="addSp delSp modSp new del mod setBg">
        <pc:chgData name="Duong, Thi Quynh Nhi  SH/HZA-HAADD" userId="fa5d8dce-1e87-4da3-b2b1-08b1cf4c506d" providerId="ADAL" clId="{5988FF5F-34E9-4FF3-8D11-24FD91CBDE43}" dt="2024-11-14T15:16:04.617" v="2157" actId="2696"/>
        <pc:sldMkLst>
          <pc:docMk/>
          <pc:sldMk cId="4253975988" sldId="274"/>
        </pc:sldMkLst>
        <pc:spChg chg="add del mod">
          <ac:chgData name="Duong, Thi Quynh Nhi  SH/HZA-HAADD" userId="fa5d8dce-1e87-4da3-b2b1-08b1cf4c506d" providerId="ADAL" clId="{5988FF5F-34E9-4FF3-8D11-24FD91CBDE43}" dt="2024-11-14T15:15:39.441" v="2150" actId="21"/>
          <ac:spMkLst>
            <pc:docMk/>
            <pc:sldMk cId="4253975988" sldId="274"/>
            <ac:spMk id="4" creationId="{EC8DCB97-13CE-0773-CDA6-D5B8FA614BC5}"/>
          </ac:spMkLst>
        </pc:spChg>
        <pc:spChg chg="add">
          <ac:chgData name="Duong, Thi Quynh Nhi  SH/HZA-HAADD" userId="fa5d8dce-1e87-4da3-b2b1-08b1cf4c506d" providerId="ADAL" clId="{5988FF5F-34E9-4FF3-8D11-24FD91CBDE43}" dt="2024-11-13T22:27:06.849" v="886" actId="26606"/>
          <ac:spMkLst>
            <pc:docMk/>
            <pc:sldMk cId="4253975988" sldId="274"/>
            <ac:spMk id="9" creationId="{337940BB-FBC4-492E-BD92-3B7B914D0EAE}"/>
          </ac:spMkLst>
        </pc:spChg>
        <pc:spChg chg="add">
          <ac:chgData name="Duong, Thi Quynh Nhi  SH/HZA-HAADD" userId="fa5d8dce-1e87-4da3-b2b1-08b1cf4c506d" providerId="ADAL" clId="{5988FF5F-34E9-4FF3-8D11-24FD91CBDE43}" dt="2024-11-13T22:27:06.849" v="886" actId="26606"/>
          <ac:spMkLst>
            <pc:docMk/>
            <pc:sldMk cId="4253975988" sldId="274"/>
            <ac:spMk id="11" creationId="{3FCFB1DE-0B7E-48CC-BA90-B2AB0889F9D6}"/>
          </ac:spMkLst>
        </pc:spChg>
        <pc:picChg chg="add del mod ord">
          <ac:chgData name="Duong, Thi Quynh Nhi  SH/HZA-HAADD" userId="fa5d8dce-1e87-4da3-b2b1-08b1cf4c506d" providerId="ADAL" clId="{5988FF5F-34E9-4FF3-8D11-24FD91CBDE43}" dt="2024-11-14T15:15:28.328" v="2147" actId="21"/>
          <ac:picMkLst>
            <pc:docMk/>
            <pc:sldMk cId="4253975988" sldId="274"/>
            <ac:picMk id="3" creationId="{EBC28AEF-AFB4-BE6A-B773-48827BE77CD0}"/>
          </ac:picMkLst>
        </pc:picChg>
      </pc:sldChg>
      <pc:sldChg chg="addSp delSp modSp new mod ord setBg">
        <pc:chgData name="Duong, Thi Quynh Nhi  SH/HZA-HAADD" userId="fa5d8dce-1e87-4da3-b2b1-08b1cf4c506d" providerId="ADAL" clId="{5988FF5F-34E9-4FF3-8D11-24FD91CBDE43}" dt="2024-11-14T14:12:26.359" v="2131"/>
        <pc:sldMkLst>
          <pc:docMk/>
          <pc:sldMk cId="1770873301" sldId="275"/>
        </pc:sldMkLst>
        <pc:spChg chg="add mod">
          <ac:chgData name="Duong, Thi Quynh Nhi  SH/HZA-HAADD" userId="fa5d8dce-1e87-4da3-b2b1-08b1cf4c506d" providerId="ADAL" clId="{5988FF5F-34E9-4FF3-8D11-24FD91CBDE43}" dt="2024-11-14T12:35:54.088" v="1939" actId="20577"/>
          <ac:spMkLst>
            <pc:docMk/>
            <pc:sldMk cId="1770873301" sldId="275"/>
            <ac:spMk id="3" creationId="{4B26AE7C-E941-BDA5-5F62-1383D53C9E79}"/>
          </ac:spMkLst>
        </pc:spChg>
        <pc:spChg chg="add del">
          <ac:chgData name="Duong, Thi Quynh Nhi  SH/HZA-HAADD" userId="fa5d8dce-1e87-4da3-b2b1-08b1cf4c506d" providerId="ADAL" clId="{5988FF5F-34E9-4FF3-8D11-24FD91CBDE43}" dt="2024-11-14T00:11:15.495" v="1523" actId="26606"/>
          <ac:spMkLst>
            <pc:docMk/>
            <pc:sldMk cId="1770873301" sldId="275"/>
            <ac:spMk id="8" creationId="{9B6A81E7-2A43-4366-8431-1FA7A780A2E6}"/>
          </ac:spMkLst>
        </pc:spChg>
        <pc:spChg chg="add del">
          <ac:chgData name="Duong, Thi Quynh Nhi  SH/HZA-HAADD" userId="fa5d8dce-1e87-4da3-b2b1-08b1cf4c506d" providerId="ADAL" clId="{5988FF5F-34E9-4FF3-8D11-24FD91CBDE43}" dt="2024-11-14T00:11:15.495" v="1523" actId="26606"/>
          <ac:spMkLst>
            <pc:docMk/>
            <pc:sldMk cId="1770873301" sldId="275"/>
            <ac:spMk id="10" creationId="{D09B7001-6C15-47E8-8C3B-A6EB53C98D3A}"/>
          </ac:spMkLst>
        </pc:spChg>
        <pc:spChg chg="add del">
          <ac:chgData name="Duong, Thi Quynh Nhi  SH/HZA-HAADD" userId="fa5d8dce-1e87-4da3-b2b1-08b1cf4c506d" providerId="ADAL" clId="{5988FF5F-34E9-4FF3-8D11-24FD91CBDE43}" dt="2024-11-14T00:11:15.495" v="1523" actId="26606"/>
          <ac:spMkLst>
            <pc:docMk/>
            <pc:sldMk cId="1770873301" sldId="275"/>
            <ac:spMk id="12" creationId="{7D3D7337-C310-4B2B-BE2D-98E9D6EC0DC8}"/>
          </ac:spMkLst>
        </pc:spChg>
        <pc:spChg chg="add">
          <ac:chgData name="Duong, Thi Quynh Nhi  SH/HZA-HAADD" userId="fa5d8dce-1e87-4da3-b2b1-08b1cf4c506d" providerId="ADAL" clId="{5988FF5F-34E9-4FF3-8D11-24FD91CBDE43}" dt="2024-11-14T00:11:15.503" v="1524" actId="26606"/>
          <ac:spMkLst>
            <pc:docMk/>
            <pc:sldMk cId="1770873301" sldId="275"/>
            <ac:spMk id="14" creationId="{D009D6D5-DAC2-4A8B-A17A-E206B9012D09}"/>
          </ac:spMkLst>
        </pc:spChg>
        <pc:picChg chg="add mod ord">
          <ac:chgData name="Duong, Thi Quynh Nhi  SH/HZA-HAADD" userId="fa5d8dce-1e87-4da3-b2b1-08b1cf4c506d" providerId="ADAL" clId="{5988FF5F-34E9-4FF3-8D11-24FD91CBDE43}" dt="2024-11-14T00:11:15.503" v="1524" actId="26606"/>
          <ac:picMkLst>
            <pc:docMk/>
            <pc:sldMk cId="1770873301" sldId="275"/>
            <ac:picMk id="2" creationId="{4BDAF4AD-BD63-E652-72F6-52F8AFE7B738}"/>
          </ac:picMkLst>
        </pc:picChg>
      </pc:sldChg>
      <pc:sldChg chg="addSp delSp modSp new del mod setBg">
        <pc:chgData name="Duong, Thi Quynh Nhi  SH/HZA-HAADD" userId="fa5d8dce-1e87-4da3-b2b1-08b1cf4c506d" providerId="ADAL" clId="{5988FF5F-34E9-4FF3-8D11-24FD91CBDE43}" dt="2024-11-14T12:36:08.334" v="1953" actId="2696"/>
        <pc:sldMkLst>
          <pc:docMk/>
          <pc:sldMk cId="1266265507" sldId="276"/>
        </pc:sldMkLst>
        <pc:spChg chg="add mod">
          <ac:chgData name="Duong, Thi Quynh Nhi  SH/HZA-HAADD" userId="fa5d8dce-1e87-4da3-b2b1-08b1cf4c506d" providerId="ADAL" clId="{5988FF5F-34E9-4FF3-8D11-24FD91CBDE43}" dt="2024-11-14T12:36:07.290" v="1941" actId="12"/>
          <ac:spMkLst>
            <pc:docMk/>
            <pc:sldMk cId="1266265507" sldId="276"/>
            <ac:spMk id="4" creationId="{CF33AA3D-90FE-66F9-2847-6134C0703E76}"/>
          </ac:spMkLst>
        </pc:spChg>
        <pc:spChg chg="add del mod">
          <ac:chgData name="Duong, Thi Quynh Nhi  SH/HZA-HAADD" userId="fa5d8dce-1e87-4da3-b2b1-08b1cf4c506d" providerId="ADAL" clId="{5988FF5F-34E9-4FF3-8D11-24FD91CBDE43}" dt="2024-11-13T22:37:30.730" v="978" actId="21"/>
          <ac:spMkLst>
            <pc:docMk/>
            <pc:sldMk cId="1266265507" sldId="276"/>
            <ac:spMk id="5" creationId="{0CDD4381-D512-6829-98ED-E43EE3872FDD}"/>
          </ac:spMkLst>
        </pc:spChg>
        <pc:spChg chg="add del">
          <ac:chgData name="Duong, Thi Quynh Nhi  SH/HZA-HAADD" userId="fa5d8dce-1e87-4da3-b2b1-08b1cf4c506d" providerId="ADAL" clId="{5988FF5F-34E9-4FF3-8D11-24FD91CBDE43}" dt="2024-11-13T22:35:02.332" v="960" actId="26606"/>
          <ac:spMkLst>
            <pc:docMk/>
            <pc:sldMk cId="1266265507" sldId="276"/>
            <ac:spMk id="8" creationId="{A9F529C3-C941-49FD-8C67-82F134F64BDB}"/>
          </ac:spMkLst>
        </pc:spChg>
        <pc:spChg chg="add del">
          <ac:chgData name="Duong, Thi Quynh Nhi  SH/HZA-HAADD" userId="fa5d8dce-1e87-4da3-b2b1-08b1cf4c506d" providerId="ADAL" clId="{5988FF5F-34E9-4FF3-8D11-24FD91CBDE43}" dt="2024-11-13T22:35:02.332" v="960" actId="26606"/>
          <ac:spMkLst>
            <pc:docMk/>
            <pc:sldMk cId="1266265507" sldId="276"/>
            <ac:spMk id="10" creationId="{20586029-32A0-47E5-9AEC-AE3ABA6B94D0}"/>
          </ac:spMkLst>
        </pc:spChg>
        <pc:spChg chg="add del">
          <ac:chgData name="Duong, Thi Quynh Nhi  SH/HZA-HAADD" userId="fa5d8dce-1e87-4da3-b2b1-08b1cf4c506d" providerId="ADAL" clId="{5988FF5F-34E9-4FF3-8D11-24FD91CBDE43}" dt="2024-11-13T22:35:20.094" v="962" actId="26606"/>
          <ac:spMkLst>
            <pc:docMk/>
            <pc:sldMk cId="1266265507" sldId="276"/>
            <ac:spMk id="14" creationId="{D99D2C73-08B0-4F6B-A8E9-4651E6BDBE48}"/>
          </ac:spMkLst>
        </pc:spChg>
        <pc:spChg chg="add del">
          <ac:chgData name="Duong, Thi Quynh Nhi  SH/HZA-HAADD" userId="fa5d8dce-1e87-4da3-b2b1-08b1cf4c506d" providerId="ADAL" clId="{5988FF5F-34E9-4FF3-8D11-24FD91CBDE43}" dt="2024-11-13T22:35:20.094" v="962" actId="26606"/>
          <ac:spMkLst>
            <pc:docMk/>
            <pc:sldMk cId="1266265507" sldId="276"/>
            <ac:spMk id="15" creationId="{968DB88C-7EF2-487C-85D1-848F61F13E3F}"/>
          </ac:spMkLst>
        </pc:spChg>
        <pc:spChg chg="add del">
          <ac:chgData name="Duong, Thi Quynh Nhi  SH/HZA-HAADD" userId="fa5d8dce-1e87-4da3-b2b1-08b1cf4c506d" providerId="ADAL" clId="{5988FF5F-34E9-4FF3-8D11-24FD91CBDE43}" dt="2024-11-13T22:46:38.824" v="1019" actId="26606"/>
          <ac:spMkLst>
            <pc:docMk/>
            <pc:sldMk cId="1266265507" sldId="276"/>
            <ac:spMk id="17" creationId="{BB7C0E06-6EE7-4DC1-8358-E6A2581DF358}"/>
          </ac:spMkLst>
        </pc:spChg>
        <pc:spChg chg="add">
          <ac:chgData name="Duong, Thi Quynh Nhi  SH/HZA-HAADD" userId="fa5d8dce-1e87-4da3-b2b1-08b1cf4c506d" providerId="ADAL" clId="{5988FF5F-34E9-4FF3-8D11-24FD91CBDE43}" dt="2024-11-13T22:46:38.824" v="1019" actId="26606"/>
          <ac:spMkLst>
            <pc:docMk/>
            <pc:sldMk cId="1266265507" sldId="276"/>
            <ac:spMk id="22" creationId="{ECC07320-C2CA-4E29-8481-9D9E143C7788}"/>
          </ac:spMkLst>
        </pc:spChg>
        <pc:spChg chg="add">
          <ac:chgData name="Duong, Thi Quynh Nhi  SH/HZA-HAADD" userId="fa5d8dce-1e87-4da3-b2b1-08b1cf4c506d" providerId="ADAL" clId="{5988FF5F-34E9-4FF3-8D11-24FD91CBDE43}" dt="2024-11-13T22:46:38.824" v="1019" actId="26606"/>
          <ac:spMkLst>
            <pc:docMk/>
            <pc:sldMk cId="1266265507" sldId="276"/>
            <ac:spMk id="24" creationId="{178FB36B-5BFE-42CA-BC60-1115E0D95EEC}"/>
          </ac:spMkLst>
        </pc:spChg>
        <pc:picChg chg="add del mod ord">
          <ac:chgData name="Duong, Thi Quynh Nhi  SH/HZA-HAADD" userId="fa5d8dce-1e87-4da3-b2b1-08b1cf4c506d" providerId="ADAL" clId="{5988FF5F-34E9-4FF3-8D11-24FD91CBDE43}" dt="2024-11-13T22:37:11.410" v="975" actId="21"/>
          <ac:picMkLst>
            <pc:docMk/>
            <pc:sldMk cId="1266265507" sldId="276"/>
            <ac:picMk id="2" creationId="{16F6603C-3920-2223-43CD-91FD552965AA}"/>
          </ac:picMkLst>
        </pc:picChg>
        <pc:picChg chg="add mod">
          <ac:chgData name="Duong, Thi Quynh Nhi  SH/HZA-HAADD" userId="fa5d8dce-1e87-4da3-b2b1-08b1cf4c506d" providerId="ADAL" clId="{5988FF5F-34E9-4FF3-8D11-24FD91CBDE43}" dt="2024-11-13T22:46:38.824" v="1019" actId="26606"/>
          <ac:picMkLst>
            <pc:docMk/>
            <pc:sldMk cId="1266265507" sldId="276"/>
            <ac:picMk id="3" creationId="{4C1A4981-9595-B5A2-2B33-71BF21368BEC}"/>
          </ac:picMkLst>
        </pc:picChg>
        <pc:cxnChg chg="add del">
          <ac:chgData name="Duong, Thi Quynh Nhi  SH/HZA-HAADD" userId="fa5d8dce-1e87-4da3-b2b1-08b1cf4c506d" providerId="ADAL" clId="{5988FF5F-34E9-4FF3-8D11-24FD91CBDE43}" dt="2024-11-13T22:35:02.332" v="960" actId="26606"/>
          <ac:cxnSpMkLst>
            <pc:docMk/>
            <pc:sldMk cId="1266265507" sldId="276"/>
            <ac:cxnSpMk id="12" creationId="{8C730EAB-A532-4295-A302-FB4B90DB9F5E}"/>
          </ac:cxnSpMkLst>
        </pc:cxnChg>
      </pc:sldChg>
      <pc:sldChg chg="addSp delSp modSp new mod ord setBg">
        <pc:chgData name="Duong, Thi Quynh Nhi  SH/HZA-HAADD" userId="fa5d8dce-1e87-4da3-b2b1-08b1cf4c506d" providerId="ADAL" clId="{5988FF5F-34E9-4FF3-8D11-24FD91CBDE43}" dt="2024-11-14T14:09:44.147" v="2123"/>
        <pc:sldMkLst>
          <pc:docMk/>
          <pc:sldMk cId="3450377651" sldId="277"/>
        </pc:sldMkLst>
        <pc:spChg chg="add mod">
          <ac:chgData name="Duong, Thi Quynh Nhi  SH/HZA-HAADD" userId="fa5d8dce-1e87-4da3-b2b1-08b1cf4c506d" providerId="ADAL" clId="{5988FF5F-34E9-4FF3-8D11-24FD91CBDE43}" dt="2024-11-14T00:10:31.456" v="1517" actId="26606"/>
          <ac:spMkLst>
            <pc:docMk/>
            <pc:sldMk cId="3450377651" sldId="277"/>
            <ac:spMk id="4" creationId="{79308243-BD16-5277-43EE-82375F521595}"/>
          </ac:spMkLst>
        </pc:spChg>
        <pc:spChg chg="add del">
          <ac:chgData name="Duong, Thi Quynh Nhi  SH/HZA-HAADD" userId="fa5d8dce-1e87-4da3-b2b1-08b1cf4c506d" providerId="ADAL" clId="{5988FF5F-34E9-4FF3-8D11-24FD91CBDE43}" dt="2024-11-13T22:37:41.102" v="981" actId="26606"/>
          <ac:spMkLst>
            <pc:docMk/>
            <pc:sldMk cId="3450377651" sldId="277"/>
            <ac:spMk id="8" creationId="{854ECEBE-9353-406C-9313-02A517A310EF}"/>
          </ac:spMkLst>
        </pc:spChg>
        <pc:spChg chg="add del">
          <ac:chgData name="Duong, Thi Quynh Nhi  SH/HZA-HAADD" userId="fa5d8dce-1e87-4da3-b2b1-08b1cf4c506d" providerId="ADAL" clId="{5988FF5F-34E9-4FF3-8D11-24FD91CBDE43}" dt="2024-11-14T00:10:30.093" v="1514" actId="26606"/>
          <ac:spMkLst>
            <pc:docMk/>
            <pc:sldMk cId="3450377651" sldId="277"/>
            <ac:spMk id="9" creationId="{04812C46-200A-4DEB-A05E-3ED6C68C2387}"/>
          </ac:spMkLst>
        </pc:spChg>
        <pc:spChg chg="add del">
          <ac:chgData name="Duong, Thi Quynh Nhi  SH/HZA-HAADD" userId="fa5d8dce-1e87-4da3-b2b1-08b1cf4c506d" providerId="ADAL" clId="{5988FF5F-34E9-4FF3-8D11-24FD91CBDE43}" dt="2024-11-13T22:37:41.102" v="981" actId="26606"/>
          <ac:spMkLst>
            <pc:docMk/>
            <pc:sldMk cId="3450377651" sldId="277"/>
            <ac:spMk id="10" creationId="{71A74C97-ECC4-4C3A-988A-A72C1F8BBAC8}"/>
          </ac:spMkLst>
        </pc:spChg>
        <pc:spChg chg="add del">
          <ac:chgData name="Duong, Thi Quynh Nhi  SH/HZA-HAADD" userId="fa5d8dce-1e87-4da3-b2b1-08b1cf4c506d" providerId="ADAL" clId="{5988FF5F-34E9-4FF3-8D11-24FD91CBDE43}" dt="2024-11-14T00:10:30.093" v="1514" actId="26606"/>
          <ac:spMkLst>
            <pc:docMk/>
            <pc:sldMk cId="3450377651" sldId="277"/>
            <ac:spMk id="11" creationId="{D1EA859B-E555-4109-94F3-6700E046E008}"/>
          </ac:spMkLst>
        </pc:spChg>
        <pc:spChg chg="add del">
          <ac:chgData name="Duong, Thi Quynh Nhi  SH/HZA-HAADD" userId="fa5d8dce-1e87-4da3-b2b1-08b1cf4c506d" providerId="ADAL" clId="{5988FF5F-34E9-4FF3-8D11-24FD91CBDE43}" dt="2024-11-13T22:37:41.102" v="981" actId="26606"/>
          <ac:spMkLst>
            <pc:docMk/>
            <pc:sldMk cId="3450377651" sldId="277"/>
            <ac:spMk id="12" creationId="{5FB5F3BA-58DF-40DA-AE44-974A00E0619C}"/>
          </ac:spMkLst>
        </pc:spChg>
        <pc:spChg chg="add del">
          <ac:chgData name="Duong, Thi Quynh Nhi  SH/HZA-HAADD" userId="fa5d8dce-1e87-4da3-b2b1-08b1cf4c506d" providerId="ADAL" clId="{5988FF5F-34E9-4FF3-8D11-24FD91CBDE43}" dt="2024-11-14T00:10:31.445" v="1516" actId="26606"/>
          <ac:spMkLst>
            <pc:docMk/>
            <pc:sldMk cId="3450377651" sldId="277"/>
            <ac:spMk id="13" creationId="{F9EC3F91-A75C-4F74-867E-E4C28C13546B}"/>
          </ac:spMkLst>
        </pc:spChg>
        <pc:spChg chg="add del">
          <ac:chgData name="Duong, Thi Quynh Nhi  SH/HZA-HAADD" userId="fa5d8dce-1e87-4da3-b2b1-08b1cf4c506d" providerId="ADAL" clId="{5988FF5F-34E9-4FF3-8D11-24FD91CBDE43}" dt="2024-11-13T22:37:41.102" v="981" actId="26606"/>
          <ac:spMkLst>
            <pc:docMk/>
            <pc:sldMk cId="3450377651" sldId="277"/>
            <ac:spMk id="14" creationId="{DE1994AC-22D1-4B48-9EDA-BE373E704567}"/>
          </ac:spMkLst>
        </pc:spChg>
        <pc:spChg chg="add del">
          <ac:chgData name="Duong, Thi Quynh Nhi  SH/HZA-HAADD" userId="fa5d8dce-1e87-4da3-b2b1-08b1cf4c506d" providerId="ADAL" clId="{5988FF5F-34E9-4FF3-8D11-24FD91CBDE43}" dt="2024-11-14T00:10:31.445" v="1516" actId="26606"/>
          <ac:spMkLst>
            <pc:docMk/>
            <pc:sldMk cId="3450377651" sldId="277"/>
            <ac:spMk id="15" creationId="{829A1E2C-5AC8-40FC-99E9-832069D39792}"/>
          </ac:spMkLst>
        </pc:spChg>
        <pc:spChg chg="add del">
          <ac:chgData name="Duong, Thi Quynh Nhi  SH/HZA-HAADD" userId="fa5d8dce-1e87-4da3-b2b1-08b1cf4c506d" providerId="ADAL" clId="{5988FF5F-34E9-4FF3-8D11-24FD91CBDE43}" dt="2024-11-13T22:37:41.102" v="981" actId="26606"/>
          <ac:spMkLst>
            <pc:docMk/>
            <pc:sldMk cId="3450377651" sldId="277"/>
            <ac:spMk id="16" creationId="{86806086-A782-4311-A63B-1A68574D8067}"/>
          </ac:spMkLst>
        </pc:spChg>
        <pc:spChg chg="add del">
          <ac:chgData name="Duong, Thi Quynh Nhi  SH/HZA-HAADD" userId="fa5d8dce-1e87-4da3-b2b1-08b1cf4c506d" providerId="ADAL" clId="{5988FF5F-34E9-4FF3-8D11-24FD91CBDE43}" dt="2024-11-14T00:10:31.445" v="1516" actId="26606"/>
          <ac:spMkLst>
            <pc:docMk/>
            <pc:sldMk cId="3450377651" sldId="277"/>
            <ac:spMk id="17" creationId="{8181FC64-B306-4821-98E2-780662EFC486}"/>
          </ac:spMkLst>
        </pc:spChg>
        <pc:spChg chg="add del">
          <ac:chgData name="Duong, Thi Quynh Nhi  SH/HZA-HAADD" userId="fa5d8dce-1e87-4da3-b2b1-08b1cf4c506d" providerId="ADAL" clId="{5988FF5F-34E9-4FF3-8D11-24FD91CBDE43}" dt="2024-11-13T22:37:46.703" v="983" actId="26606"/>
          <ac:spMkLst>
            <pc:docMk/>
            <pc:sldMk cId="3450377651" sldId="277"/>
            <ac:spMk id="18" creationId="{8950AD4C-6AF3-49F8-94E1-DBCAFB39478B}"/>
          </ac:spMkLst>
        </pc:spChg>
        <pc:spChg chg="add del">
          <ac:chgData name="Duong, Thi Quynh Nhi  SH/HZA-HAADD" userId="fa5d8dce-1e87-4da3-b2b1-08b1cf4c506d" providerId="ADAL" clId="{5988FF5F-34E9-4FF3-8D11-24FD91CBDE43}" dt="2024-11-13T22:37:46.703" v="983" actId="26606"/>
          <ac:spMkLst>
            <pc:docMk/>
            <pc:sldMk cId="3450377651" sldId="277"/>
            <ac:spMk id="19" creationId="{0ACBD85E-A404-45CB-B532-1039E479D4C6}"/>
          </ac:spMkLst>
        </pc:spChg>
        <pc:spChg chg="add del">
          <ac:chgData name="Duong, Thi Quynh Nhi  SH/HZA-HAADD" userId="fa5d8dce-1e87-4da3-b2b1-08b1cf4c506d" providerId="ADAL" clId="{5988FF5F-34E9-4FF3-8D11-24FD91CBDE43}" dt="2024-11-13T22:37:46.703" v="983" actId="26606"/>
          <ac:spMkLst>
            <pc:docMk/>
            <pc:sldMk cId="3450377651" sldId="277"/>
            <ac:spMk id="20" creationId="{DB1626B1-BAC7-4893-A5AC-620597685187}"/>
          </ac:spMkLst>
        </pc:spChg>
        <pc:spChg chg="add del">
          <ac:chgData name="Duong, Thi Quynh Nhi  SH/HZA-HAADD" userId="fa5d8dce-1e87-4da3-b2b1-08b1cf4c506d" providerId="ADAL" clId="{5988FF5F-34E9-4FF3-8D11-24FD91CBDE43}" dt="2024-11-13T22:37:46.703" v="983" actId="26606"/>
          <ac:spMkLst>
            <pc:docMk/>
            <pc:sldMk cId="3450377651" sldId="277"/>
            <ac:spMk id="21" creationId="{D64E9910-51FE-45BF-973D-9D2401FD3C63}"/>
          </ac:spMkLst>
        </pc:spChg>
        <pc:spChg chg="add del">
          <ac:chgData name="Duong, Thi Quynh Nhi  SH/HZA-HAADD" userId="fa5d8dce-1e87-4da3-b2b1-08b1cf4c506d" providerId="ADAL" clId="{5988FF5F-34E9-4FF3-8D11-24FD91CBDE43}" dt="2024-11-14T00:10:31.445" v="1516" actId="26606"/>
          <ac:spMkLst>
            <pc:docMk/>
            <pc:sldMk cId="3450377651" sldId="277"/>
            <ac:spMk id="22" creationId="{5871FC61-DD4E-47D4-81FD-8A7E7D12B371}"/>
          </ac:spMkLst>
        </pc:spChg>
        <pc:spChg chg="add del">
          <ac:chgData name="Duong, Thi Quynh Nhi  SH/HZA-HAADD" userId="fa5d8dce-1e87-4da3-b2b1-08b1cf4c506d" providerId="ADAL" clId="{5988FF5F-34E9-4FF3-8D11-24FD91CBDE43}" dt="2024-11-13T22:37:50.474" v="989" actId="26606"/>
          <ac:spMkLst>
            <pc:docMk/>
            <pc:sldMk cId="3450377651" sldId="277"/>
            <ac:spMk id="23" creationId="{854ECEBE-9353-406C-9313-02A517A310EF}"/>
          </ac:spMkLst>
        </pc:spChg>
        <pc:spChg chg="add del">
          <ac:chgData name="Duong, Thi Quynh Nhi  SH/HZA-HAADD" userId="fa5d8dce-1e87-4da3-b2b1-08b1cf4c506d" providerId="ADAL" clId="{5988FF5F-34E9-4FF3-8D11-24FD91CBDE43}" dt="2024-11-13T22:37:50.474" v="989" actId="26606"/>
          <ac:spMkLst>
            <pc:docMk/>
            <pc:sldMk cId="3450377651" sldId="277"/>
            <ac:spMk id="24" creationId="{71A74C97-ECC4-4C3A-988A-A72C1F8BBAC8}"/>
          </ac:spMkLst>
        </pc:spChg>
        <pc:spChg chg="add del">
          <ac:chgData name="Duong, Thi Quynh Nhi  SH/HZA-HAADD" userId="fa5d8dce-1e87-4da3-b2b1-08b1cf4c506d" providerId="ADAL" clId="{5988FF5F-34E9-4FF3-8D11-24FD91CBDE43}" dt="2024-11-13T22:37:50.474" v="989" actId="26606"/>
          <ac:spMkLst>
            <pc:docMk/>
            <pc:sldMk cId="3450377651" sldId="277"/>
            <ac:spMk id="25" creationId="{5FB5F3BA-58DF-40DA-AE44-974A00E0619C}"/>
          </ac:spMkLst>
        </pc:spChg>
        <pc:spChg chg="add del">
          <ac:chgData name="Duong, Thi Quynh Nhi  SH/HZA-HAADD" userId="fa5d8dce-1e87-4da3-b2b1-08b1cf4c506d" providerId="ADAL" clId="{5988FF5F-34E9-4FF3-8D11-24FD91CBDE43}" dt="2024-11-13T22:37:50.474" v="989" actId="26606"/>
          <ac:spMkLst>
            <pc:docMk/>
            <pc:sldMk cId="3450377651" sldId="277"/>
            <ac:spMk id="26" creationId="{DE1994AC-22D1-4B48-9EDA-BE373E704567}"/>
          </ac:spMkLst>
        </pc:spChg>
        <pc:spChg chg="add del">
          <ac:chgData name="Duong, Thi Quynh Nhi  SH/HZA-HAADD" userId="fa5d8dce-1e87-4da3-b2b1-08b1cf4c506d" providerId="ADAL" clId="{5988FF5F-34E9-4FF3-8D11-24FD91CBDE43}" dt="2024-11-13T22:37:50.474" v="989" actId="26606"/>
          <ac:spMkLst>
            <pc:docMk/>
            <pc:sldMk cId="3450377651" sldId="277"/>
            <ac:spMk id="27" creationId="{86806086-A782-4311-A63B-1A68574D8067}"/>
          </ac:spMkLst>
        </pc:spChg>
        <pc:spChg chg="add">
          <ac:chgData name="Duong, Thi Quynh Nhi  SH/HZA-HAADD" userId="fa5d8dce-1e87-4da3-b2b1-08b1cf4c506d" providerId="ADAL" clId="{5988FF5F-34E9-4FF3-8D11-24FD91CBDE43}" dt="2024-11-14T00:10:31.456" v="1517" actId="26606"/>
          <ac:spMkLst>
            <pc:docMk/>
            <pc:sldMk cId="3450377651" sldId="277"/>
            <ac:spMk id="28" creationId="{23E547B5-89CF-4EC0-96DE-25771AED0799}"/>
          </ac:spMkLst>
        </pc:spChg>
        <pc:spChg chg="add">
          <ac:chgData name="Duong, Thi Quynh Nhi  SH/HZA-HAADD" userId="fa5d8dce-1e87-4da3-b2b1-08b1cf4c506d" providerId="ADAL" clId="{5988FF5F-34E9-4FF3-8D11-24FD91CBDE43}" dt="2024-11-14T00:10:31.456" v="1517" actId="26606"/>
          <ac:spMkLst>
            <pc:docMk/>
            <pc:sldMk cId="3450377651" sldId="277"/>
            <ac:spMk id="29" creationId="{3F0B8CEB-8279-4E5E-A0CE-1FC9F71736F2}"/>
          </ac:spMkLst>
        </pc:spChg>
        <pc:picChg chg="add mod ord">
          <ac:chgData name="Duong, Thi Quynh Nhi  SH/HZA-HAADD" userId="fa5d8dce-1e87-4da3-b2b1-08b1cf4c506d" providerId="ADAL" clId="{5988FF5F-34E9-4FF3-8D11-24FD91CBDE43}" dt="2024-11-14T00:10:31.456" v="1517" actId="26606"/>
          <ac:picMkLst>
            <pc:docMk/>
            <pc:sldMk cId="3450377651" sldId="277"/>
            <ac:picMk id="2" creationId="{92749C8C-8052-870E-AFC9-AB9C9C06D5A6}"/>
          </ac:picMkLst>
        </pc:picChg>
        <pc:picChg chg="add del mod">
          <ac:chgData name="Duong, Thi Quynh Nhi  SH/HZA-HAADD" userId="fa5d8dce-1e87-4da3-b2b1-08b1cf4c506d" providerId="ADAL" clId="{5988FF5F-34E9-4FF3-8D11-24FD91CBDE43}" dt="2024-11-14T00:10:18.398" v="1512" actId="478"/>
          <ac:picMkLst>
            <pc:docMk/>
            <pc:sldMk cId="3450377651" sldId="277"/>
            <ac:picMk id="3" creationId="{346DD97F-6979-F52A-6AF6-54B33D22A2D0}"/>
          </ac:picMkLst>
        </pc:picChg>
      </pc:sldChg>
      <pc:sldChg chg="addSp modSp new mod ord setBg">
        <pc:chgData name="Duong, Thi Quynh Nhi  SH/HZA-HAADD" userId="fa5d8dce-1e87-4da3-b2b1-08b1cf4c506d" providerId="ADAL" clId="{5988FF5F-34E9-4FF3-8D11-24FD91CBDE43}" dt="2024-11-14T14:09:56.371" v="2129"/>
        <pc:sldMkLst>
          <pc:docMk/>
          <pc:sldMk cId="2268017406" sldId="278"/>
        </pc:sldMkLst>
        <pc:spChg chg="add mod">
          <ac:chgData name="Duong, Thi Quynh Nhi  SH/HZA-HAADD" userId="fa5d8dce-1e87-4da3-b2b1-08b1cf4c506d" providerId="ADAL" clId="{5988FF5F-34E9-4FF3-8D11-24FD91CBDE43}" dt="2024-11-13T22:46:20.445" v="1018" actId="26606"/>
          <ac:spMkLst>
            <pc:docMk/>
            <pc:sldMk cId="2268017406" sldId="278"/>
            <ac:spMk id="3" creationId="{3E64E1D2-FA47-7883-6007-07BE515A7B9E}"/>
          </ac:spMkLst>
        </pc:spChg>
        <pc:spChg chg="add">
          <ac:chgData name="Duong, Thi Quynh Nhi  SH/HZA-HAADD" userId="fa5d8dce-1e87-4da3-b2b1-08b1cf4c506d" providerId="ADAL" clId="{5988FF5F-34E9-4FF3-8D11-24FD91CBDE43}" dt="2024-11-13T22:46:20.445" v="1018" actId="26606"/>
          <ac:spMkLst>
            <pc:docMk/>
            <pc:sldMk cId="2268017406" sldId="278"/>
            <ac:spMk id="8" creationId="{04812C46-200A-4DEB-A05E-3ED6C68C2387}"/>
          </ac:spMkLst>
        </pc:spChg>
        <pc:spChg chg="add">
          <ac:chgData name="Duong, Thi Quynh Nhi  SH/HZA-HAADD" userId="fa5d8dce-1e87-4da3-b2b1-08b1cf4c506d" providerId="ADAL" clId="{5988FF5F-34E9-4FF3-8D11-24FD91CBDE43}" dt="2024-11-13T22:46:20.445" v="1018" actId="26606"/>
          <ac:spMkLst>
            <pc:docMk/>
            <pc:sldMk cId="2268017406" sldId="278"/>
            <ac:spMk id="10" creationId="{D1EA859B-E555-4109-94F3-6700E046E008}"/>
          </ac:spMkLst>
        </pc:spChg>
        <pc:picChg chg="add mod">
          <ac:chgData name="Duong, Thi Quynh Nhi  SH/HZA-HAADD" userId="fa5d8dce-1e87-4da3-b2b1-08b1cf4c506d" providerId="ADAL" clId="{5988FF5F-34E9-4FF3-8D11-24FD91CBDE43}" dt="2024-11-13T22:46:20.445" v="1018" actId="26606"/>
          <ac:picMkLst>
            <pc:docMk/>
            <pc:sldMk cId="2268017406" sldId="278"/>
            <ac:picMk id="2" creationId="{41D5E26F-023A-86E3-DBE8-C042D3EED487}"/>
          </ac:picMkLst>
        </pc:picChg>
      </pc:sldChg>
      <pc:sldChg chg="addSp delSp modSp new del mod">
        <pc:chgData name="Duong, Thi Quynh Nhi  SH/HZA-HAADD" userId="fa5d8dce-1e87-4da3-b2b1-08b1cf4c506d" providerId="ADAL" clId="{5988FF5F-34E9-4FF3-8D11-24FD91CBDE43}" dt="2024-11-13T23:06:49.114" v="1176" actId="2696"/>
        <pc:sldMkLst>
          <pc:docMk/>
          <pc:sldMk cId="1590502211" sldId="279"/>
        </pc:sldMkLst>
        <pc:spChg chg="add mod">
          <ac:chgData name="Duong, Thi Quynh Nhi  SH/HZA-HAADD" userId="fa5d8dce-1e87-4da3-b2b1-08b1cf4c506d" providerId="ADAL" clId="{5988FF5F-34E9-4FF3-8D11-24FD91CBDE43}" dt="2024-11-13T23:06:48.079" v="1173" actId="12"/>
          <ac:spMkLst>
            <pc:docMk/>
            <pc:sldMk cId="1590502211" sldId="279"/>
            <ac:spMk id="3" creationId="{34ED0919-F0DB-77AA-C2EF-C658C8D4B758}"/>
          </ac:spMkLst>
        </pc:spChg>
        <pc:spChg chg="add del mod">
          <ac:chgData name="Duong, Thi Quynh Nhi  SH/HZA-HAADD" userId="fa5d8dce-1e87-4da3-b2b1-08b1cf4c506d" providerId="ADAL" clId="{5988FF5F-34E9-4FF3-8D11-24FD91CBDE43}" dt="2024-11-13T23:06:40.681" v="1169"/>
          <ac:spMkLst>
            <pc:docMk/>
            <pc:sldMk cId="1590502211" sldId="279"/>
            <ac:spMk id="4" creationId="{1D3195B5-1A6A-2D7D-0499-E327B912AAC1}"/>
          </ac:spMkLst>
        </pc:spChg>
        <pc:spChg chg="add mod">
          <ac:chgData name="Duong, Thi Quynh Nhi  SH/HZA-HAADD" userId="fa5d8dce-1e87-4da3-b2b1-08b1cf4c506d" providerId="ADAL" clId="{5988FF5F-34E9-4FF3-8D11-24FD91CBDE43}" dt="2024-11-13T23:01:58.918" v="1153" actId="1076"/>
          <ac:spMkLst>
            <pc:docMk/>
            <pc:sldMk cId="1590502211" sldId="279"/>
            <ac:spMk id="5" creationId="{34BA482F-2134-25BC-F761-8877E362B395}"/>
          </ac:spMkLst>
        </pc:spChg>
        <pc:picChg chg="add del mod modCrop">
          <ac:chgData name="Duong, Thi Quynh Nhi  SH/HZA-HAADD" userId="fa5d8dce-1e87-4da3-b2b1-08b1cf4c506d" providerId="ADAL" clId="{5988FF5F-34E9-4FF3-8D11-24FD91CBDE43}" dt="2024-11-13T23:06:11.129" v="1160" actId="478"/>
          <ac:picMkLst>
            <pc:docMk/>
            <pc:sldMk cId="1590502211" sldId="279"/>
            <ac:picMk id="2" creationId="{25EB7938-4984-BFCB-F484-ADF3C435770D}"/>
          </ac:picMkLst>
        </pc:picChg>
        <pc:picChg chg="add mod">
          <ac:chgData name="Duong, Thi Quynh Nhi  SH/HZA-HAADD" userId="fa5d8dce-1e87-4da3-b2b1-08b1cf4c506d" providerId="ADAL" clId="{5988FF5F-34E9-4FF3-8D11-24FD91CBDE43}" dt="2024-11-13T23:01:45.046" v="1152" actId="1076"/>
          <ac:picMkLst>
            <pc:docMk/>
            <pc:sldMk cId="1590502211" sldId="279"/>
            <ac:picMk id="6" creationId="{3C05A1AB-2B2B-2795-A17A-FDD10A9B7903}"/>
          </ac:picMkLst>
        </pc:picChg>
        <pc:picChg chg="add mod modCrop">
          <ac:chgData name="Duong, Thi Quynh Nhi  SH/HZA-HAADD" userId="fa5d8dce-1e87-4da3-b2b1-08b1cf4c506d" providerId="ADAL" clId="{5988FF5F-34E9-4FF3-8D11-24FD91CBDE43}" dt="2024-11-13T23:06:29.635" v="1165" actId="1076"/>
          <ac:picMkLst>
            <pc:docMk/>
            <pc:sldMk cId="1590502211" sldId="279"/>
            <ac:picMk id="7" creationId="{8AD1319D-BD8F-BB07-0D45-02918317BD7B}"/>
          </ac:picMkLst>
        </pc:picChg>
      </pc:sldChg>
      <pc:sldChg chg="modSp add del mod ord">
        <pc:chgData name="Duong, Thi Quynh Nhi  SH/HZA-HAADD" userId="fa5d8dce-1e87-4da3-b2b1-08b1cf4c506d" providerId="ADAL" clId="{5988FF5F-34E9-4FF3-8D11-24FD91CBDE43}" dt="2024-11-13T23:06:52.265" v="1181" actId="2696"/>
        <pc:sldMkLst>
          <pc:docMk/>
          <pc:sldMk cId="1560908522" sldId="280"/>
        </pc:sldMkLst>
        <pc:spChg chg="mod">
          <ac:chgData name="Duong, Thi Quynh Nhi  SH/HZA-HAADD" userId="fa5d8dce-1e87-4da3-b2b1-08b1cf4c506d" providerId="ADAL" clId="{5988FF5F-34E9-4FF3-8D11-24FD91CBDE43}" dt="2024-11-13T23:06:51.936" v="1178" actId="12"/>
          <ac:spMkLst>
            <pc:docMk/>
            <pc:sldMk cId="1560908522" sldId="280"/>
            <ac:spMk id="3" creationId="{34ED0919-F0DB-77AA-C2EF-C658C8D4B758}"/>
          </ac:spMkLst>
        </pc:spChg>
      </pc:sldChg>
      <pc:sldChg chg="modSp add del mod ord">
        <pc:chgData name="Duong, Thi Quynh Nhi  SH/HZA-HAADD" userId="fa5d8dce-1e87-4da3-b2b1-08b1cf4c506d" providerId="ADAL" clId="{5988FF5F-34E9-4FF3-8D11-24FD91CBDE43}" dt="2024-11-13T23:07:27.113" v="1202" actId="2696"/>
        <pc:sldMkLst>
          <pc:docMk/>
          <pc:sldMk cId="1747017615" sldId="281"/>
        </pc:sldMkLst>
        <pc:spChg chg="mod">
          <ac:chgData name="Duong, Thi Quynh Nhi  SH/HZA-HAADD" userId="fa5d8dce-1e87-4da3-b2b1-08b1cf4c506d" providerId="ADAL" clId="{5988FF5F-34E9-4FF3-8D11-24FD91CBDE43}" dt="2024-11-13T23:07:26.798" v="1199" actId="12"/>
          <ac:spMkLst>
            <pc:docMk/>
            <pc:sldMk cId="1747017615" sldId="281"/>
            <ac:spMk id="3" creationId="{34ED0919-F0DB-77AA-C2EF-C658C8D4B758}"/>
          </ac:spMkLst>
        </pc:spChg>
        <pc:spChg chg="mod">
          <ac:chgData name="Duong, Thi Quynh Nhi  SH/HZA-HAADD" userId="fa5d8dce-1e87-4da3-b2b1-08b1cf4c506d" providerId="ADAL" clId="{5988FF5F-34E9-4FF3-8D11-24FD91CBDE43}" dt="2024-11-13T23:07:03.848" v="1184" actId="21"/>
          <ac:spMkLst>
            <pc:docMk/>
            <pc:sldMk cId="1747017615" sldId="281"/>
            <ac:spMk id="5" creationId="{34BA482F-2134-25BC-F761-8877E362B395}"/>
          </ac:spMkLst>
        </pc:spChg>
      </pc:sldChg>
      <pc:sldChg chg="modSp add del mod ord">
        <pc:chgData name="Duong, Thi Quynh Nhi  SH/HZA-HAADD" userId="fa5d8dce-1e87-4da3-b2b1-08b1cf4c506d" providerId="ADAL" clId="{5988FF5F-34E9-4FF3-8D11-24FD91CBDE43}" dt="2024-11-13T23:07:27.904" v="1207" actId="2696"/>
        <pc:sldMkLst>
          <pc:docMk/>
          <pc:sldMk cId="338129987" sldId="282"/>
        </pc:sldMkLst>
        <pc:spChg chg="mod">
          <ac:chgData name="Duong, Thi Quynh Nhi  SH/HZA-HAADD" userId="fa5d8dce-1e87-4da3-b2b1-08b1cf4c506d" providerId="ADAL" clId="{5988FF5F-34E9-4FF3-8D11-24FD91CBDE43}" dt="2024-11-13T23:07:27.553" v="1204" actId="12"/>
          <ac:spMkLst>
            <pc:docMk/>
            <pc:sldMk cId="338129987" sldId="282"/>
            <ac:spMk id="3" creationId="{34ED0919-F0DB-77AA-C2EF-C658C8D4B758}"/>
          </ac:spMkLst>
        </pc:spChg>
      </pc:sldChg>
      <pc:sldChg chg="modSp add del mod ord">
        <pc:chgData name="Duong, Thi Quynh Nhi  SH/HZA-HAADD" userId="fa5d8dce-1e87-4da3-b2b1-08b1cf4c506d" providerId="ADAL" clId="{5988FF5F-34E9-4FF3-8D11-24FD91CBDE43}" dt="2024-11-13T23:07:28.611" v="1212" actId="2696"/>
        <pc:sldMkLst>
          <pc:docMk/>
          <pc:sldMk cId="3381873217" sldId="283"/>
        </pc:sldMkLst>
        <pc:spChg chg="mod">
          <ac:chgData name="Duong, Thi Quynh Nhi  SH/HZA-HAADD" userId="fa5d8dce-1e87-4da3-b2b1-08b1cf4c506d" providerId="ADAL" clId="{5988FF5F-34E9-4FF3-8D11-24FD91CBDE43}" dt="2024-11-13T23:07:28.230" v="1209" actId="12"/>
          <ac:spMkLst>
            <pc:docMk/>
            <pc:sldMk cId="3381873217" sldId="283"/>
            <ac:spMk id="3" creationId="{34ED0919-F0DB-77AA-C2EF-C658C8D4B758}"/>
          </ac:spMkLst>
        </pc:spChg>
      </pc:sldChg>
      <pc:sldChg chg="modSp add del mod ord">
        <pc:chgData name="Duong, Thi Quynh Nhi  SH/HZA-HAADD" userId="fa5d8dce-1e87-4da3-b2b1-08b1cf4c506d" providerId="ADAL" clId="{5988FF5F-34E9-4FF3-8D11-24FD91CBDE43}" dt="2024-11-13T23:07:41.378" v="1223" actId="2696"/>
        <pc:sldMkLst>
          <pc:docMk/>
          <pc:sldMk cId="842730379" sldId="284"/>
        </pc:sldMkLst>
        <pc:spChg chg="mod">
          <ac:chgData name="Duong, Thi Quynh Nhi  SH/HZA-HAADD" userId="fa5d8dce-1e87-4da3-b2b1-08b1cf4c506d" providerId="ADAL" clId="{5988FF5F-34E9-4FF3-8D11-24FD91CBDE43}" dt="2024-11-13T23:07:41.108" v="1220" actId="12"/>
          <ac:spMkLst>
            <pc:docMk/>
            <pc:sldMk cId="842730379" sldId="284"/>
            <ac:spMk id="3" creationId="{34ED0919-F0DB-77AA-C2EF-C658C8D4B758}"/>
          </ac:spMkLst>
        </pc:spChg>
      </pc:sldChg>
      <pc:sldChg chg="modSp add del mod ord">
        <pc:chgData name="Duong, Thi Quynh Nhi  SH/HZA-HAADD" userId="fa5d8dce-1e87-4da3-b2b1-08b1cf4c506d" providerId="ADAL" clId="{5988FF5F-34E9-4FF3-8D11-24FD91CBDE43}" dt="2024-11-13T23:07:44.335" v="1228" actId="2696"/>
        <pc:sldMkLst>
          <pc:docMk/>
          <pc:sldMk cId="1849721636" sldId="285"/>
        </pc:sldMkLst>
        <pc:spChg chg="mod">
          <ac:chgData name="Duong, Thi Quynh Nhi  SH/HZA-HAADD" userId="fa5d8dce-1e87-4da3-b2b1-08b1cf4c506d" providerId="ADAL" clId="{5988FF5F-34E9-4FF3-8D11-24FD91CBDE43}" dt="2024-11-13T23:07:44.013" v="1225" actId="12"/>
          <ac:spMkLst>
            <pc:docMk/>
            <pc:sldMk cId="1849721636" sldId="285"/>
            <ac:spMk id="3" creationId="{34ED0919-F0DB-77AA-C2EF-C658C8D4B758}"/>
          </ac:spMkLst>
        </pc:spChg>
      </pc:sldChg>
      <pc:sldChg chg="modSp add del mod ord">
        <pc:chgData name="Duong, Thi Quynh Nhi  SH/HZA-HAADD" userId="fa5d8dce-1e87-4da3-b2b1-08b1cf4c506d" providerId="ADAL" clId="{5988FF5F-34E9-4FF3-8D11-24FD91CBDE43}" dt="2024-11-13T23:07:46.638" v="1233" actId="2696"/>
        <pc:sldMkLst>
          <pc:docMk/>
          <pc:sldMk cId="1798896826" sldId="286"/>
        </pc:sldMkLst>
        <pc:spChg chg="mod">
          <ac:chgData name="Duong, Thi Quynh Nhi  SH/HZA-HAADD" userId="fa5d8dce-1e87-4da3-b2b1-08b1cf4c506d" providerId="ADAL" clId="{5988FF5F-34E9-4FF3-8D11-24FD91CBDE43}" dt="2024-11-13T23:07:46.378" v="1230" actId="12"/>
          <ac:spMkLst>
            <pc:docMk/>
            <pc:sldMk cId="1798896826" sldId="286"/>
            <ac:spMk id="3" creationId="{34ED0919-F0DB-77AA-C2EF-C658C8D4B758}"/>
          </ac:spMkLst>
        </pc:spChg>
      </pc:sldChg>
      <pc:sldChg chg="modSp add del mod ord">
        <pc:chgData name="Duong, Thi Quynh Nhi  SH/HZA-HAADD" userId="fa5d8dce-1e87-4da3-b2b1-08b1cf4c506d" providerId="ADAL" clId="{5988FF5F-34E9-4FF3-8D11-24FD91CBDE43}" dt="2024-11-13T23:07:50.502" v="1238" actId="2696"/>
        <pc:sldMkLst>
          <pc:docMk/>
          <pc:sldMk cId="1777236839" sldId="287"/>
        </pc:sldMkLst>
        <pc:spChg chg="mod">
          <ac:chgData name="Duong, Thi Quynh Nhi  SH/HZA-HAADD" userId="fa5d8dce-1e87-4da3-b2b1-08b1cf4c506d" providerId="ADAL" clId="{5988FF5F-34E9-4FF3-8D11-24FD91CBDE43}" dt="2024-11-13T23:07:50.183" v="1235" actId="12"/>
          <ac:spMkLst>
            <pc:docMk/>
            <pc:sldMk cId="1777236839" sldId="287"/>
            <ac:spMk id="3" creationId="{34ED0919-F0DB-77AA-C2EF-C658C8D4B758}"/>
          </ac:spMkLst>
        </pc:spChg>
      </pc:sldChg>
      <pc:sldChg chg="modSp add del mod ord">
        <pc:chgData name="Duong, Thi Quynh Nhi  SH/HZA-HAADD" userId="fa5d8dce-1e87-4da3-b2b1-08b1cf4c506d" providerId="ADAL" clId="{5988FF5F-34E9-4FF3-8D11-24FD91CBDE43}" dt="2024-11-13T23:07:51.112" v="1243" actId="2696"/>
        <pc:sldMkLst>
          <pc:docMk/>
          <pc:sldMk cId="745208918" sldId="288"/>
        </pc:sldMkLst>
        <pc:spChg chg="mod">
          <ac:chgData name="Duong, Thi Quynh Nhi  SH/HZA-HAADD" userId="fa5d8dce-1e87-4da3-b2b1-08b1cf4c506d" providerId="ADAL" clId="{5988FF5F-34E9-4FF3-8D11-24FD91CBDE43}" dt="2024-11-13T23:07:50.819" v="1240" actId="12"/>
          <ac:spMkLst>
            <pc:docMk/>
            <pc:sldMk cId="745208918" sldId="288"/>
            <ac:spMk id="3" creationId="{34ED0919-F0DB-77AA-C2EF-C658C8D4B758}"/>
          </ac:spMkLst>
        </pc:spChg>
      </pc:sldChg>
      <pc:sldChg chg="addSp delSp modSp add mod ord setBg">
        <pc:chgData name="Duong, Thi Quynh Nhi  SH/HZA-HAADD" userId="fa5d8dce-1e87-4da3-b2b1-08b1cf4c506d" providerId="ADAL" clId="{5988FF5F-34E9-4FF3-8D11-24FD91CBDE43}" dt="2024-11-14T23:13:47.321" v="2429" actId="20577"/>
        <pc:sldMkLst>
          <pc:docMk/>
          <pc:sldMk cId="3419044066" sldId="289"/>
        </pc:sldMkLst>
        <pc:spChg chg="mod ord">
          <ac:chgData name="Duong, Thi Quynh Nhi  SH/HZA-HAADD" userId="fa5d8dce-1e87-4da3-b2b1-08b1cf4c506d" providerId="ADAL" clId="{5988FF5F-34E9-4FF3-8D11-24FD91CBDE43}" dt="2024-11-14T23:13:47.321" v="2429" actId="20577"/>
          <ac:spMkLst>
            <pc:docMk/>
            <pc:sldMk cId="3419044066" sldId="289"/>
            <ac:spMk id="3" creationId="{34ED0919-F0DB-77AA-C2EF-C658C8D4B758}"/>
          </ac:spMkLst>
        </pc:spChg>
        <pc:spChg chg="del mod">
          <ac:chgData name="Duong, Thi Quynh Nhi  SH/HZA-HAADD" userId="fa5d8dce-1e87-4da3-b2b1-08b1cf4c506d" providerId="ADAL" clId="{5988FF5F-34E9-4FF3-8D11-24FD91CBDE43}" dt="2024-11-13T23:39:12.892" v="1424" actId="478"/>
          <ac:spMkLst>
            <pc:docMk/>
            <pc:sldMk cId="3419044066" sldId="289"/>
            <ac:spMk id="5" creationId="{34BA482F-2134-25BC-F761-8877E362B395}"/>
          </ac:spMkLst>
        </pc:spChg>
        <pc:spChg chg="add del">
          <ac:chgData name="Duong, Thi Quynh Nhi  SH/HZA-HAADD" userId="fa5d8dce-1e87-4da3-b2b1-08b1cf4c506d" providerId="ADAL" clId="{5988FF5F-34E9-4FF3-8D11-24FD91CBDE43}" dt="2024-11-14T00:12:48.959" v="1534" actId="26606"/>
          <ac:spMkLst>
            <pc:docMk/>
            <pc:sldMk cId="3419044066" sldId="289"/>
            <ac:spMk id="12" creationId="{2172A0AC-3DCE-4672-BCAF-28FEF91F6020}"/>
          </ac:spMkLst>
        </pc:spChg>
        <pc:spChg chg="add del">
          <ac:chgData name="Duong, Thi Quynh Nhi  SH/HZA-HAADD" userId="fa5d8dce-1e87-4da3-b2b1-08b1cf4c506d" providerId="ADAL" clId="{5988FF5F-34E9-4FF3-8D11-24FD91CBDE43}" dt="2024-11-14T00:12:48.959" v="1534" actId="26606"/>
          <ac:spMkLst>
            <pc:docMk/>
            <pc:sldMk cId="3419044066" sldId="289"/>
            <ac:spMk id="14" creationId="{AE6F1C77-EDC9-4C5F-8C1C-62DD46BDA3C3}"/>
          </ac:spMkLst>
        </pc:spChg>
        <pc:spChg chg="add del">
          <ac:chgData name="Duong, Thi Quynh Nhi  SH/HZA-HAADD" userId="fa5d8dce-1e87-4da3-b2b1-08b1cf4c506d" providerId="ADAL" clId="{5988FF5F-34E9-4FF3-8D11-24FD91CBDE43}" dt="2024-11-14T00:12:53.373" v="1536" actId="26606"/>
          <ac:spMkLst>
            <pc:docMk/>
            <pc:sldMk cId="3419044066" sldId="289"/>
            <ac:spMk id="16" creationId="{3D4A84B9-E564-4DD0-97F8-DBF1C460C28A}"/>
          </ac:spMkLst>
        </pc:spChg>
        <pc:spChg chg="add del">
          <ac:chgData name="Duong, Thi Quynh Nhi  SH/HZA-HAADD" userId="fa5d8dce-1e87-4da3-b2b1-08b1cf4c506d" providerId="ADAL" clId="{5988FF5F-34E9-4FF3-8D11-24FD91CBDE43}" dt="2024-11-14T00:12:53.373" v="1536" actId="26606"/>
          <ac:spMkLst>
            <pc:docMk/>
            <pc:sldMk cId="3419044066" sldId="289"/>
            <ac:spMk id="17" creationId="{0D7B6173-1D58-48E2-83CF-37350F315F75}"/>
          </ac:spMkLst>
        </pc:spChg>
        <pc:spChg chg="add del">
          <ac:chgData name="Duong, Thi Quynh Nhi  SH/HZA-HAADD" userId="fa5d8dce-1e87-4da3-b2b1-08b1cf4c506d" providerId="ADAL" clId="{5988FF5F-34E9-4FF3-8D11-24FD91CBDE43}" dt="2024-11-14T00:12:53.373" v="1536" actId="26606"/>
          <ac:spMkLst>
            <pc:docMk/>
            <pc:sldMk cId="3419044066" sldId="289"/>
            <ac:spMk id="19" creationId="{2F36CA75-CFBF-4844-B719-8FE9EBADA9AF}"/>
          </ac:spMkLst>
        </pc:spChg>
        <pc:spChg chg="add del">
          <ac:chgData name="Duong, Thi Quynh Nhi  SH/HZA-HAADD" userId="fa5d8dce-1e87-4da3-b2b1-08b1cf4c506d" providerId="ADAL" clId="{5988FF5F-34E9-4FF3-8D11-24FD91CBDE43}" dt="2024-11-14T00:12:53.373" v="1536" actId="26606"/>
          <ac:spMkLst>
            <pc:docMk/>
            <pc:sldMk cId="3419044066" sldId="289"/>
            <ac:spMk id="20" creationId="{102382E0-0A09-46AE-B955-B911CAFE7F00}"/>
          </ac:spMkLst>
        </pc:spChg>
        <pc:spChg chg="add del">
          <ac:chgData name="Duong, Thi Quynh Nhi  SH/HZA-HAADD" userId="fa5d8dce-1e87-4da3-b2b1-08b1cf4c506d" providerId="ADAL" clId="{5988FF5F-34E9-4FF3-8D11-24FD91CBDE43}" dt="2024-11-14T00:12:53.373" v="1536" actId="26606"/>
          <ac:spMkLst>
            <pc:docMk/>
            <pc:sldMk cId="3419044066" sldId="289"/>
            <ac:spMk id="22" creationId="{7DE75D4A-0965-4973-BE75-DECCAC9A9614}"/>
          </ac:spMkLst>
        </pc:spChg>
        <pc:spChg chg="add del">
          <ac:chgData name="Duong, Thi Quynh Nhi  SH/HZA-HAADD" userId="fa5d8dce-1e87-4da3-b2b1-08b1cf4c506d" providerId="ADAL" clId="{5988FF5F-34E9-4FF3-8D11-24FD91CBDE43}" dt="2024-11-14T00:12:54.122" v="1538" actId="26606"/>
          <ac:spMkLst>
            <pc:docMk/>
            <pc:sldMk cId="3419044066" sldId="289"/>
            <ac:spMk id="24" creationId="{21AC6A30-4F22-4C0F-B278-19C5B8A80C55}"/>
          </ac:spMkLst>
        </pc:spChg>
        <pc:spChg chg="add del">
          <ac:chgData name="Duong, Thi Quynh Nhi  SH/HZA-HAADD" userId="fa5d8dce-1e87-4da3-b2b1-08b1cf4c506d" providerId="ADAL" clId="{5988FF5F-34E9-4FF3-8D11-24FD91CBDE43}" dt="2024-11-14T00:12:54.122" v="1538" actId="26606"/>
          <ac:spMkLst>
            <pc:docMk/>
            <pc:sldMk cId="3419044066" sldId="289"/>
            <ac:spMk id="25" creationId="{BB4335AD-65B1-44E4-90AF-264024FE4BD2}"/>
          </ac:spMkLst>
        </pc:spChg>
        <pc:spChg chg="add del">
          <ac:chgData name="Duong, Thi Quynh Nhi  SH/HZA-HAADD" userId="fa5d8dce-1e87-4da3-b2b1-08b1cf4c506d" providerId="ADAL" clId="{5988FF5F-34E9-4FF3-8D11-24FD91CBDE43}" dt="2024-11-14T00:13:01.567" v="1540" actId="26606"/>
          <ac:spMkLst>
            <pc:docMk/>
            <pc:sldMk cId="3419044066" sldId="289"/>
            <ac:spMk id="27" creationId="{38468727-63BE-4191-B4A6-C30C82C0E986}"/>
          </ac:spMkLst>
        </pc:spChg>
        <pc:spChg chg="add del">
          <ac:chgData name="Duong, Thi Quynh Nhi  SH/HZA-HAADD" userId="fa5d8dce-1e87-4da3-b2b1-08b1cf4c506d" providerId="ADAL" clId="{5988FF5F-34E9-4FF3-8D11-24FD91CBDE43}" dt="2024-11-14T00:13:01.567" v="1540" actId="26606"/>
          <ac:spMkLst>
            <pc:docMk/>
            <pc:sldMk cId="3419044066" sldId="289"/>
            <ac:spMk id="28" creationId="{9D355BB6-1BB8-4828-B246-CFB31742D7B8}"/>
          </ac:spMkLst>
        </pc:spChg>
        <pc:spChg chg="add del">
          <ac:chgData name="Duong, Thi Quynh Nhi  SH/HZA-HAADD" userId="fa5d8dce-1e87-4da3-b2b1-08b1cf4c506d" providerId="ADAL" clId="{5988FF5F-34E9-4FF3-8D11-24FD91CBDE43}" dt="2024-11-14T00:13:01.567" v="1540" actId="26606"/>
          <ac:spMkLst>
            <pc:docMk/>
            <pc:sldMk cId="3419044066" sldId="289"/>
            <ac:spMk id="29" creationId="{CA52A9B9-B2B3-46F0-9D53-0EFF9905BF8F}"/>
          </ac:spMkLst>
        </pc:spChg>
        <pc:spChg chg="add del">
          <ac:chgData name="Duong, Thi Quynh Nhi  SH/HZA-HAADD" userId="fa5d8dce-1e87-4da3-b2b1-08b1cf4c506d" providerId="ADAL" clId="{5988FF5F-34E9-4FF3-8D11-24FD91CBDE43}" dt="2024-11-14T00:13:22.963" v="1547" actId="26606"/>
          <ac:spMkLst>
            <pc:docMk/>
            <pc:sldMk cId="3419044066" sldId="289"/>
            <ac:spMk id="31" creationId="{49724451-1817-47EC-8F8A-7534815277C6}"/>
          </ac:spMkLst>
        </pc:spChg>
        <pc:spChg chg="add del">
          <ac:chgData name="Duong, Thi Quynh Nhi  SH/HZA-HAADD" userId="fa5d8dce-1e87-4da3-b2b1-08b1cf4c506d" providerId="ADAL" clId="{5988FF5F-34E9-4FF3-8D11-24FD91CBDE43}" dt="2024-11-14T00:13:22.963" v="1547" actId="26606"/>
          <ac:spMkLst>
            <pc:docMk/>
            <pc:sldMk cId="3419044066" sldId="289"/>
            <ac:spMk id="32" creationId="{1972FFF2-19E8-4ABA-8DF0-DF0BB9CA0F44}"/>
          </ac:spMkLst>
        </pc:spChg>
        <pc:spChg chg="add del">
          <ac:chgData name="Duong, Thi Quynh Nhi  SH/HZA-HAADD" userId="fa5d8dce-1e87-4da3-b2b1-08b1cf4c506d" providerId="ADAL" clId="{5988FF5F-34E9-4FF3-8D11-24FD91CBDE43}" dt="2024-11-14T00:13:22.963" v="1547" actId="26606"/>
          <ac:spMkLst>
            <pc:docMk/>
            <pc:sldMk cId="3419044066" sldId="289"/>
            <ac:spMk id="33" creationId="{D675D8C3-7329-47B0-9782-C66F095D7366}"/>
          </ac:spMkLst>
        </pc:spChg>
        <pc:spChg chg="add del">
          <ac:chgData name="Duong, Thi Quynh Nhi  SH/HZA-HAADD" userId="fa5d8dce-1e87-4da3-b2b1-08b1cf4c506d" providerId="ADAL" clId="{5988FF5F-34E9-4FF3-8D11-24FD91CBDE43}" dt="2024-11-14T00:13:22.963" v="1547" actId="26606"/>
          <ac:spMkLst>
            <pc:docMk/>
            <pc:sldMk cId="3419044066" sldId="289"/>
            <ac:spMk id="34" creationId="{CB077B7C-FE7A-4C81-92C6-F20D2AE425E1}"/>
          </ac:spMkLst>
        </pc:spChg>
        <pc:spChg chg="add">
          <ac:chgData name="Duong, Thi Quynh Nhi  SH/HZA-HAADD" userId="fa5d8dce-1e87-4da3-b2b1-08b1cf4c506d" providerId="ADAL" clId="{5988FF5F-34E9-4FF3-8D11-24FD91CBDE43}" dt="2024-11-14T00:13:22.963" v="1547" actId="26606"/>
          <ac:spMkLst>
            <pc:docMk/>
            <pc:sldMk cId="3419044066" sldId="289"/>
            <ac:spMk id="39" creationId="{E36BB3C5-822B-45E1-A81E-5CC3176C61A1}"/>
          </ac:spMkLst>
        </pc:spChg>
        <pc:spChg chg="add">
          <ac:chgData name="Duong, Thi Quynh Nhi  SH/HZA-HAADD" userId="fa5d8dce-1e87-4da3-b2b1-08b1cf4c506d" providerId="ADAL" clId="{5988FF5F-34E9-4FF3-8D11-24FD91CBDE43}" dt="2024-11-14T00:13:22.963" v="1547" actId="26606"/>
          <ac:spMkLst>
            <pc:docMk/>
            <pc:sldMk cId="3419044066" sldId="289"/>
            <ac:spMk id="41" creationId="{FB39ECA9-4CDE-4883-98E8-287E905E9F07}"/>
          </ac:spMkLst>
        </pc:spChg>
        <pc:spChg chg="add">
          <ac:chgData name="Duong, Thi Quynh Nhi  SH/HZA-HAADD" userId="fa5d8dce-1e87-4da3-b2b1-08b1cf4c506d" providerId="ADAL" clId="{5988FF5F-34E9-4FF3-8D11-24FD91CBDE43}" dt="2024-11-14T00:13:22.963" v="1547" actId="26606"/>
          <ac:spMkLst>
            <pc:docMk/>
            <pc:sldMk cId="3419044066" sldId="289"/>
            <ac:spMk id="43" creationId="{A67483D0-BAEB-4927-88AD-76F5DA8468DE}"/>
          </ac:spMkLst>
        </pc:spChg>
        <pc:spChg chg="add">
          <ac:chgData name="Duong, Thi Quynh Nhi  SH/HZA-HAADD" userId="fa5d8dce-1e87-4da3-b2b1-08b1cf4c506d" providerId="ADAL" clId="{5988FF5F-34E9-4FF3-8D11-24FD91CBDE43}" dt="2024-11-14T00:13:22.963" v="1547" actId="26606"/>
          <ac:spMkLst>
            <pc:docMk/>
            <pc:sldMk cId="3419044066" sldId="289"/>
            <ac:spMk id="45" creationId="{0DBB7B12-4298-4CFB-B539-44A91C930328}"/>
          </ac:spMkLst>
        </pc:spChg>
        <pc:picChg chg="mod ord">
          <ac:chgData name="Duong, Thi Quynh Nhi  SH/HZA-HAADD" userId="fa5d8dce-1e87-4da3-b2b1-08b1cf4c506d" providerId="ADAL" clId="{5988FF5F-34E9-4FF3-8D11-24FD91CBDE43}" dt="2024-11-14T00:13:22.963" v="1547" actId="26606"/>
          <ac:picMkLst>
            <pc:docMk/>
            <pc:sldMk cId="3419044066" sldId="289"/>
            <ac:picMk id="6" creationId="{3C05A1AB-2B2B-2795-A17A-FDD10A9B7903}"/>
          </ac:picMkLst>
        </pc:picChg>
        <pc:picChg chg="mod ord">
          <ac:chgData name="Duong, Thi Quynh Nhi  SH/HZA-HAADD" userId="fa5d8dce-1e87-4da3-b2b1-08b1cf4c506d" providerId="ADAL" clId="{5988FF5F-34E9-4FF3-8D11-24FD91CBDE43}" dt="2024-11-14T00:13:22.963" v="1547" actId="26606"/>
          <ac:picMkLst>
            <pc:docMk/>
            <pc:sldMk cId="3419044066" sldId="289"/>
            <ac:picMk id="7" creationId="{8AD1319D-BD8F-BB07-0D45-02918317BD7B}"/>
          </ac:picMkLst>
        </pc:picChg>
        <pc:picChg chg="add del">
          <ac:chgData name="Duong, Thi Quynh Nhi  SH/HZA-HAADD" userId="fa5d8dce-1e87-4da3-b2b1-08b1cf4c506d" providerId="ADAL" clId="{5988FF5F-34E9-4FF3-8D11-24FD91CBDE43}" dt="2024-11-14T00:12:53.373" v="1536" actId="26606"/>
          <ac:picMkLst>
            <pc:docMk/>
            <pc:sldMk cId="3419044066" sldId="289"/>
            <ac:picMk id="18" creationId="{4A599609-F5C2-4A0B-A992-913F814A631A}"/>
          </ac:picMkLst>
        </pc:picChg>
      </pc:sldChg>
      <pc:sldChg chg="addSp delSp modSp new del mod setBg addAnim setClrOvrMap">
        <pc:chgData name="Duong, Thi Quynh Nhi  SH/HZA-HAADD" userId="fa5d8dce-1e87-4da3-b2b1-08b1cf4c506d" providerId="ADAL" clId="{5988FF5F-34E9-4FF3-8D11-24FD91CBDE43}" dt="2024-11-14T00:36:16.114" v="1855" actId="2696"/>
        <pc:sldMkLst>
          <pc:docMk/>
          <pc:sldMk cId="314028755" sldId="290"/>
        </pc:sldMkLst>
        <pc:spChg chg="mod ord">
          <ac:chgData name="Duong, Thi Quynh Nhi  SH/HZA-HAADD" userId="fa5d8dce-1e87-4da3-b2b1-08b1cf4c506d" providerId="ADAL" clId="{5988FF5F-34E9-4FF3-8D11-24FD91CBDE43}" dt="2024-11-14T00:34:17.272" v="1845" actId="26606"/>
          <ac:spMkLst>
            <pc:docMk/>
            <pc:sldMk cId="314028755" sldId="290"/>
            <ac:spMk id="2" creationId="{3F698F4A-D0A9-5419-4C32-888AE4A8ED5D}"/>
          </ac:spMkLst>
        </pc:spChg>
        <pc:spChg chg="add del">
          <ac:chgData name="Duong, Thi Quynh Nhi  SH/HZA-HAADD" userId="fa5d8dce-1e87-4da3-b2b1-08b1cf4c506d" providerId="ADAL" clId="{5988FF5F-34E9-4FF3-8D11-24FD91CBDE43}" dt="2024-11-14T00:33:47.875" v="1835" actId="26606"/>
          <ac:spMkLst>
            <pc:docMk/>
            <pc:sldMk cId="314028755" sldId="290"/>
            <ac:spMk id="9" creationId="{7B1AB9FE-36F5-4FD1-9850-DB5C5AD4828F}"/>
          </ac:spMkLst>
        </pc:spChg>
        <pc:spChg chg="add del">
          <ac:chgData name="Duong, Thi Quynh Nhi  SH/HZA-HAADD" userId="fa5d8dce-1e87-4da3-b2b1-08b1cf4c506d" providerId="ADAL" clId="{5988FF5F-34E9-4FF3-8D11-24FD91CBDE43}" dt="2024-11-14T00:33:47.875" v="1835" actId="26606"/>
          <ac:spMkLst>
            <pc:docMk/>
            <pc:sldMk cId="314028755" sldId="290"/>
            <ac:spMk id="11" creationId="{F489C2E0-4895-4B72-85EA-7EE9FAFFDC7E}"/>
          </ac:spMkLst>
        </pc:spChg>
        <pc:spChg chg="add del">
          <ac:chgData name="Duong, Thi Quynh Nhi  SH/HZA-HAADD" userId="fa5d8dce-1e87-4da3-b2b1-08b1cf4c506d" providerId="ADAL" clId="{5988FF5F-34E9-4FF3-8D11-24FD91CBDE43}" dt="2024-11-14T00:33:58.913" v="1837" actId="26606"/>
          <ac:spMkLst>
            <pc:docMk/>
            <pc:sldMk cId="314028755" sldId="290"/>
            <ac:spMk id="13" creationId="{71B2258F-86CA-4D4D-8270-BC05FCDEBFB3}"/>
          </ac:spMkLst>
        </pc:spChg>
        <pc:spChg chg="add del">
          <ac:chgData name="Duong, Thi Quynh Nhi  SH/HZA-HAADD" userId="fa5d8dce-1e87-4da3-b2b1-08b1cf4c506d" providerId="ADAL" clId="{5988FF5F-34E9-4FF3-8D11-24FD91CBDE43}" dt="2024-11-14T00:34:17.272" v="1845" actId="26606"/>
          <ac:spMkLst>
            <pc:docMk/>
            <pc:sldMk cId="314028755" sldId="290"/>
            <ac:spMk id="15" creationId="{37C89E4B-3C9F-44B9-8B86-D9E3D112D8EC}"/>
          </ac:spMkLst>
        </pc:spChg>
        <pc:spChg chg="add">
          <ac:chgData name="Duong, Thi Quynh Nhi  SH/HZA-HAADD" userId="fa5d8dce-1e87-4da3-b2b1-08b1cf4c506d" providerId="ADAL" clId="{5988FF5F-34E9-4FF3-8D11-24FD91CBDE43}" dt="2024-11-14T00:34:17.272" v="1845" actId="26606"/>
          <ac:spMkLst>
            <pc:docMk/>
            <pc:sldMk cId="314028755" sldId="290"/>
            <ac:spMk id="22" creationId="{0E91F5CA-B392-444C-88E3-BF5BAAEBDEB0}"/>
          </ac:spMkLst>
        </pc:spChg>
        <pc:spChg chg="add">
          <ac:chgData name="Duong, Thi Quynh Nhi  SH/HZA-HAADD" userId="fa5d8dce-1e87-4da3-b2b1-08b1cf4c506d" providerId="ADAL" clId="{5988FF5F-34E9-4FF3-8D11-24FD91CBDE43}" dt="2024-11-14T00:34:17.272" v="1845" actId="26606"/>
          <ac:spMkLst>
            <pc:docMk/>
            <pc:sldMk cId="314028755" sldId="290"/>
            <ac:spMk id="24" creationId="{0459807F-B6FA-44D3-9A53-C55B6B56884A}"/>
          </ac:spMkLst>
        </pc:spChg>
        <pc:picChg chg="add mod ord">
          <ac:chgData name="Duong, Thi Quynh Nhi  SH/HZA-HAADD" userId="fa5d8dce-1e87-4da3-b2b1-08b1cf4c506d" providerId="ADAL" clId="{5988FF5F-34E9-4FF3-8D11-24FD91CBDE43}" dt="2024-11-14T00:34:17.272" v="1845" actId="26606"/>
          <ac:picMkLst>
            <pc:docMk/>
            <pc:sldMk cId="314028755" sldId="290"/>
            <ac:picMk id="4" creationId="{D636C7BB-36C7-D321-AB2B-0501A684B4EC}"/>
          </ac:picMkLst>
        </pc:picChg>
        <pc:cxnChg chg="add del">
          <ac:chgData name="Duong, Thi Quynh Nhi  SH/HZA-HAADD" userId="fa5d8dce-1e87-4da3-b2b1-08b1cf4c506d" providerId="ADAL" clId="{5988FF5F-34E9-4FF3-8D11-24FD91CBDE43}" dt="2024-11-14T00:34:17.272" v="1845" actId="26606"/>
          <ac:cxnSpMkLst>
            <pc:docMk/>
            <pc:sldMk cId="314028755" sldId="290"/>
            <ac:cxnSpMk id="16" creationId="{AA2EAA10-076F-46BD-8F0F-B9A2FB77A85C}"/>
          </ac:cxnSpMkLst>
        </pc:cxnChg>
        <pc:cxnChg chg="add del">
          <ac:chgData name="Duong, Thi Quynh Nhi  SH/HZA-HAADD" userId="fa5d8dce-1e87-4da3-b2b1-08b1cf4c506d" providerId="ADAL" clId="{5988FF5F-34E9-4FF3-8D11-24FD91CBDE43}" dt="2024-11-14T00:34:17.272" v="1845" actId="26606"/>
          <ac:cxnSpMkLst>
            <pc:docMk/>
            <pc:sldMk cId="314028755" sldId="290"/>
            <ac:cxnSpMk id="17" creationId="{D891E407-403B-4764-86C9-33A56D3BCAA3}"/>
          </ac:cxnSpMkLst>
        </pc:cxnChg>
      </pc:sldChg>
      <pc:sldChg chg="addSp delSp modSp new mod setBg modAnim">
        <pc:chgData name="Duong, Thi Quynh Nhi  SH/HZA-HAADD" userId="fa5d8dce-1e87-4da3-b2b1-08b1cf4c506d" providerId="ADAL" clId="{5988FF5F-34E9-4FF3-8D11-24FD91CBDE43}" dt="2024-11-14T00:36:06.017" v="1854" actId="26606"/>
        <pc:sldMkLst>
          <pc:docMk/>
          <pc:sldMk cId="497050314" sldId="291"/>
        </pc:sldMkLst>
        <pc:spChg chg="del">
          <ac:chgData name="Duong, Thi Quynh Nhi  SH/HZA-HAADD" userId="fa5d8dce-1e87-4da3-b2b1-08b1cf4c506d" providerId="ADAL" clId="{5988FF5F-34E9-4FF3-8D11-24FD91CBDE43}" dt="2024-11-14T00:35:48.057" v="1849" actId="478"/>
          <ac:spMkLst>
            <pc:docMk/>
            <pc:sldMk cId="497050314" sldId="291"/>
            <ac:spMk id="2" creationId="{4DA94673-B8E7-129D-8524-101409EA1F8D}"/>
          </ac:spMkLst>
        </pc:spChg>
        <pc:spChg chg="add mod">
          <ac:chgData name="Duong, Thi Quynh Nhi  SH/HZA-HAADD" userId="fa5d8dce-1e87-4da3-b2b1-08b1cf4c506d" providerId="ADAL" clId="{5988FF5F-34E9-4FF3-8D11-24FD91CBDE43}" dt="2024-11-14T00:36:06.017" v="1854" actId="26606"/>
          <ac:spMkLst>
            <pc:docMk/>
            <pc:sldMk cId="497050314" sldId="291"/>
            <ac:spMk id="6" creationId="{F6A211AD-89BC-86CD-9C39-BD3538B572DA}"/>
          </ac:spMkLst>
        </pc:spChg>
        <pc:spChg chg="add">
          <ac:chgData name="Duong, Thi Quynh Nhi  SH/HZA-HAADD" userId="fa5d8dce-1e87-4da3-b2b1-08b1cf4c506d" providerId="ADAL" clId="{5988FF5F-34E9-4FF3-8D11-24FD91CBDE43}" dt="2024-11-14T00:36:06.017" v="1854" actId="26606"/>
          <ac:spMkLst>
            <pc:docMk/>
            <pc:sldMk cId="497050314" sldId="291"/>
            <ac:spMk id="11" creationId="{C1DD1A8A-57D5-4A81-AD04-532B043C5611}"/>
          </ac:spMkLst>
        </pc:spChg>
        <pc:spChg chg="add">
          <ac:chgData name="Duong, Thi Quynh Nhi  SH/HZA-HAADD" userId="fa5d8dce-1e87-4da3-b2b1-08b1cf4c506d" providerId="ADAL" clId="{5988FF5F-34E9-4FF3-8D11-24FD91CBDE43}" dt="2024-11-14T00:36:06.017" v="1854" actId="26606"/>
          <ac:spMkLst>
            <pc:docMk/>
            <pc:sldMk cId="497050314" sldId="291"/>
            <ac:spMk id="13" creationId="{007891EC-4501-44ED-A8C8-B11B6DB767AB}"/>
          </ac:spMkLst>
        </pc:spChg>
        <pc:picChg chg="add del mod">
          <ac:chgData name="Duong, Thi Quynh Nhi  SH/HZA-HAADD" userId="fa5d8dce-1e87-4da3-b2b1-08b1cf4c506d" providerId="ADAL" clId="{5988FF5F-34E9-4FF3-8D11-24FD91CBDE43}" dt="2024-11-14T00:36:02.135" v="1853" actId="478"/>
          <ac:picMkLst>
            <pc:docMk/>
            <pc:sldMk cId="497050314" sldId="291"/>
            <ac:picMk id="3" creationId="{97E73597-AA54-9CA8-8D6A-B747870960F4}"/>
          </ac:picMkLst>
        </pc:picChg>
        <pc:picChg chg="add mod">
          <ac:chgData name="Duong, Thi Quynh Nhi  SH/HZA-HAADD" userId="fa5d8dce-1e87-4da3-b2b1-08b1cf4c506d" providerId="ADAL" clId="{5988FF5F-34E9-4FF3-8D11-24FD91CBDE43}" dt="2024-11-14T00:36:06.017" v="1854" actId="26606"/>
          <ac:picMkLst>
            <pc:docMk/>
            <pc:sldMk cId="497050314" sldId="291"/>
            <ac:picMk id="5" creationId="{784047DA-4DE7-E4BC-7C38-35C5659A5FAC}"/>
          </ac:picMkLst>
        </pc:picChg>
      </pc:sldChg>
      <pc:sldChg chg="delSp modSp add del mod ord setBg delDesignElem">
        <pc:chgData name="Duong, Thi Quynh Nhi  SH/HZA-HAADD" userId="fa5d8dce-1e87-4da3-b2b1-08b1cf4c506d" providerId="ADAL" clId="{5988FF5F-34E9-4FF3-8D11-24FD91CBDE43}" dt="2024-11-14T12:36:13.080" v="1967" actId="2696"/>
        <pc:sldMkLst>
          <pc:docMk/>
          <pc:sldMk cId="1696297153" sldId="292"/>
        </pc:sldMkLst>
        <pc:spChg chg="mod">
          <ac:chgData name="Duong, Thi Quynh Nhi  SH/HZA-HAADD" userId="fa5d8dce-1e87-4da3-b2b1-08b1cf4c506d" providerId="ADAL" clId="{5988FF5F-34E9-4FF3-8D11-24FD91CBDE43}" dt="2024-11-14T12:36:12.865" v="1955" actId="12"/>
          <ac:spMkLst>
            <pc:docMk/>
            <pc:sldMk cId="1696297153" sldId="292"/>
            <ac:spMk id="4" creationId="{CF33AA3D-90FE-66F9-2847-6134C0703E76}"/>
          </ac:spMkLst>
        </pc:spChg>
        <pc:spChg chg="del">
          <ac:chgData name="Duong, Thi Quynh Nhi  SH/HZA-HAADD" userId="fa5d8dce-1e87-4da3-b2b1-08b1cf4c506d" providerId="ADAL" clId="{5988FF5F-34E9-4FF3-8D11-24FD91CBDE43}" dt="2024-11-14T12:36:08.304" v="1943"/>
          <ac:spMkLst>
            <pc:docMk/>
            <pc:sldMk cId="1696297153" sldId="292"/>
            <ac:spMk id="22" creationId="{ECC07320-C2CA-4E29-8481-9D9E143C7788}"/>
          </ac:spMkLst>
        </pc:spChg>
        <pc:spChg chg="del">
          <ac:chgData name="Duong, Thi Quynh Nhi  SH/HZA-HAADD" userId="fa5d8dce-1e87-4da3-b2b1-08b1cf4c506d" providerId="ADAL" clId="{5988FF5F-34E9-4FF3-8D11-24FD91CBDE43}" dt="2024-11-14T12:36:08.304" v="1943"/>
          <ac:spMkLst>
            <pc:docMk/>
            <pc:sldMk cId="1696297153" sldId="292"/>
            <ac:spMk id="24" creationId="{178FB36B-5BFE-42CA-BC60-1115E0D95EEC}"/>
          </ac:spMkLst>
        </pc:spChg>
      </pc:sldChg>
      <pc:sldChg chg="modSp add mod ord setBg">
        <pc:chgData name="Duong, Thi Quynh Nhi  SH/HZA-HAADD" userId="fa5d8dce-1e87-4da3-b2b1-08b1cf4c506d" providerId="ADAL" clId="{5988FF5F-34E9-4FF3-8D11-24FD91CBDE43}" dt="2024-11-14T14:09:53.865" v="2127"/>
        <pc:sldMkLst>
          <pc:docMk/>
          <pc:sldMk cId="2774232483" sldId="293"/>
        </pc:sldMkLst>
        <pc:spChg chg="mod">
          <ac:chgData name="Duong, Thi Quynh Nhi  SH/HZA-HAADD" userId="fa5d8dce-1e87-4da3-b2b1-08b1cf4c506d" providerId="ADAL" clId="{5988FF5F-34E9-4FF3-8D11-24FD91CBDE43}" dt="2024-11-14T12:36:16.662" v="1968" actId="1076"/>
          <ac:spMkLst>
            <pc:docMk/>
            <pc:sldMk cId="2774232483" sldId="293"/>
            <ac:spMk id="4" creationId="{CF33AA3D-90FE-66F9-2847-6134C0703E76}"/>
          </ac:spMkLst>
        </pc:spChg>
      </pc:sldChg>
      <pc:sldChg chg="addSp modSp new mod">
        <pc:chgData name="Duong, Thi Quynh Nhi  SH/HZA-HAADD" userId="fa5d8dce-1e87-4da3-b2b1-08b1cf4c506d" providerId="ADAL" clId="{5988FF5F-34E9-4FF3-8D11-24FD91CBDE43}" dt="2024-11-15T07:38:48.652" v="2468" actId="255"/>
        <pc:sldMkLst>
          <pc:docMk/>
          <pc:sldMk cId="2519541475" sldId="294"/>
        </pc:sldMkLst>
        <pc:spChg chg="add mod">
          <ac:chgData name="Duong, Thi Quynh Nhi  SH/HZA-HAADD" userId="fa5d8dce-1e87-4da3-b2b1-08b1cf4c506d" providerId="ADAL" clId="{5988FF5F-34E9-4FF3-8D11-24FD91CBDE43}" dt="2024-11-14T15:17:11.740" v="2172" actId="1076"/>
          <ac:spMkLst>
            <pc:docMk/>
            <pc:sldMk cId="2519541475" sldId="294"/>
            <ac:spMk id="2" creationId="{1C699C83-48C0-D463-48B7-D1A92CF207DE}"/>
          </ac:spMkLst>
        </pc:spChg>
        <pc:spChg chg="add mod">
          <ac:chgData name="Duong, Thi Quynh Nhi  SH/HZA-HAADD" userId="fa5d8dce-1e87-4da3-b2b1-08b1cf4c506d" providerId="ADAL" clId="{5988FF5F-34E9-4FF3-8D11-24FD91CBDE43}" dt="2024-11-14T15:17:34.926" v="2177" actId="1076"/>
          <ac:spMkLst>
            <pc:docMk/>
            <pc:sldMk cId="2519541475" sldId="294"/>
            <ac:spMk id="4" creationId="{EC8DCB97-13CE-0773-CDA6-D5B8FA614BC5}"/>
          </ac:spMkLst>
        </pc:spChg>
        <pc:spChg chg="add mod">
          <ac:chgData name="Duong, Thi Quynh Nhi  SH/HZA-HAADD" userId="fa5d8dce-1e87-4da3-b2b1-08b1cf4c506d" providerId="ADAL" clId="{5988FF5F-34E9-4FF3-8D11-24FD91CBDE43}" dt="2024-11-14T15:19:05.575" v="2212" actId="255"/>
          <ac:spMkLst>
            <pc:docMk/>
            <pc:sldMk cId="2519541475" sldId="294"/>
            <ac:spMk id="5" creationId="{7E3E3B35-49A3-2C69-B287-DFB59DF99839}"/>
          </ac:spMkLst>
        </pc:spChg>
        <pc:spChg chg="add mod">
          <ac:chgData name="Duong, Thi Quynh Nhi  SH/HZA-HAADD" userId="fa5d8dce-1e87-4da3-b2b1-08b1cf4c506d" providerId="ADAL" clId="{5988FF5F-34E9-4FF3-8D11-24FD91CBDE43}" dt="2024-11-15T07:38:48.652" v="2468" actId="255"/>
          <ac:spMkLst>
            <pc:docMk/>
            <pc:sldMk cId="2519541475" sldId="294"/>
            <ac:spMk id="6" creationId="{9806449E-B9C2-8442-C929-BDAFEB873AE8}"/>
          </ac:spMkLst>
        </pc:spChg>
        <pc:picChg chg="add mod">
          <ac:chgData name="Duong, Thi Quynh Nhi  SH/HZA-HAADD" userId="fa5d8dce-1e87-4da3-b2b1-08b1cf4c506d" providerId="ADAL" clId="{5988FF5F-34E9-4FF3-8D11-24FD91CBDE43}" dt="2024-11-14T15:15:34.013" v="2149" actId="1076"/>
          <ac:picMkLst>
            <pc:docMk/>
            <pc:sldMk cId="2519541475" sldId="294"/>
            <ac:picMk id="3" creationId="{EBC28AEF-AFB4-BE6A-B773-48827BE77CD0}"/>
          </ac:picMkLst>
        </pc:picChg>
        <pc:picChg chg="add mod ord">
          <ac:chgData name="Duong, Thi Quynh Nhi  SH/HZA-HAADD" userId="fa5d8dce-1e87-4da3-b2b1-08b1cf4c506d" providerId="ADAL" clId="{5988FF5F-34E9-4FF3-8D11-24FD91CBDE43}" dt="2024-11-14T15:22:12.030" v="2219" actId="14100"/>
          <ac:picMkLst>
            <pc:docMk/>
            <pc:sldMk cId="2519541475" sldId="294"/>
            <ac:picMk id="7" creationId="{213C467F-F2FE-E0D7-92A0-CA27A0E89CBD}"/>
          </ac:picMkLst>
        </pc:picChg>
      </pc:sldChg>
      <pc:sldMasterChg chg="modSldLayout">
        <pc:chgData name="Duong, Thi Quynh Nhi  SH/HZA-HAADD" userId="fa5d8dce-1e87-4da3-b2b1-08b1cf4c506d" providerId="ADAL" clId="{5988FF5F-34E9-4FF3-8D11-24FD91CBDE43}" dt="2024-11-14T12:22:26.562" v="1914" actId="735"/>
        <pc:sldMasterMkLst>
          <pc:docMk/>
          <pc:sldMasterMk cId="3165816106" sldId="2147483648"/>
        </pc:sldMasterMkLst>
        <pc:sldLayoutChg chg="modSp">
          <pc:chgData name="Duong, Thi Quynh Nhi  SH/HZA-HAADD" userId="fa5d8dce-1e87-4da3-b2b1-08b1cf4c506d" providerId="ADAL" clId="{5988FF5F-34E9-4FF3-8D11-24FD91CBDE43}" dt="2024-11-14T12:22:26.562" v="1914" actId="735"/>
          <pc:sldLayoutMkLst>
            <pc:docMk/>
            <pc:sldMasterMk cId="3165816106" sldId="2147483648"/>
            <pc:sldLayoutMk cId="2505799808" sldId="2147483655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CB36D3-E321-43AD-8433-B5CA0BB2FA3A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7074E4D5-A25F-4617-BBAC-41FA61F6A2E7}">
      <dgm:prSet phldrT="[Text]"/>
      <dgm:spPr/>
      <dgm:t>
        <a:bodyPr/>
        <a:lstStyle/>
        <a:p>
          <a:r>
            <a:rPr lang="en-US" dirty="0"/>
            <a:t>Steinway Grand Piano </a:t>
          </a:r>
        </a:p>
      </dgm:t>
    </dgm:pt>
    <dgm:pt modelId="{952A5E32-C004-4188-9993-F4B5DBBA4A37}" type="parTrans" cxnId="{A7587C33-9CA4-4236-88B3-850D16ABB452}">
      <dgm:prSet/>
      <dgm:spPr/>
      <dgm:t>
        <a:bodyPr/>
        <a:lstStyle/>
        <a:p>
          <a:endParaRPr lang="en-US"/>
        </a:p>
      </dgm:t>
    </dgm:pt>
    <dgm:pt modelId="{703E1AEE-1D8A-4C41-873E-FA7608A84588}" type="sibTrans" cxnId="{A7587C33-9CA4-4236-88B3-850D16ABB452}">
      <dgm:prSet/>
      <dgm:spPr/>
      <dgm:t>
        <a:bodyPr/>
        <a:lstStyle/>
        <a:p>
          <a:endParaRPr lang="en-US"/>
        </a:p>
      </dgm:t>
    </dgm:pt>
    <dgm:pt modelId="{F2365031-D0AE-4323-858C-40BBBA5016FB}">
      <dgm:prSet phldrT="[Text]"/>
      <dgm:spPr/>
      <dgm:t>
        <a:bodyPr/>
        <a:lstStyle/>
        <a:p>
          <a:r>
            <a:rPr lang="en-US" dirty="0" err="1"/>
            <a:t>Lieblingsspieler</a:t>
          </a:r>
          <a:r>
            <a:rPr lang="en-US" dirty="0"/>
            <a:t> und -komponist </a:t>
          </a:r>
        </a:p>
      </dgm:t>
    </dgm:pt>
    <dgm:pt modelId="{7B2F2C54-17C8-4291-8315-478EE5ECFB3B}" type="parTrans" cxnId="{49919FEC-57AE-4AAC-ADED-54B83DC61CED}">
      <dgm:prSet/>
      <dgm:spPr/>
      <dgm:t>
        <a:bodyPr/>
        <a:lstStyle/>
        <a:p>
          <a:endParaRPr lang="en-US"/>
        </a:p>
      </dgm:t>
    </dgm:pt>
    <dgm:pt modelId="{84AC45E6-6359-46D8-948C-A152331BA238}" type="sibTrans" cxnId="{49919FEC-57AE-4AAC-ADED-54B83DC61CED}">
      <dgm:prSet/>
      <dgm:spPr/>
      <dgm:t>
        <a:bodyPr/>
        <a:lstStyle/>
        <a:p>
          <a:endParaRPr lang="en-US"/>
        </a:p>
      </dgm:t>
    </dgm:pt>
    <dgm:pt modelId="{21C160CB-AA2E-4DEE-810C-561815D21401}">
      <dgm:prSet phldrT="[Text]"/>
      <dgm:spPr/>
      <dgm:t>
        <a:bodyPr/>
        <a:lstStyle/>
        <a:p>
          <a:r>
            <a:rPr lang="en-US" dirty="0"/>
            <a:t>Was </a:t>
          </a:r>
          <a:r>
            <a:rPr lang="en-US" dirty="0" err="1"/>
            <a:t>habe</a:t>
          </a:r>
          <a:r>
            <a:rPr lang="en-US" dirty="0"/>
            <a:t> ich von </a:t>
          </a:r>
          <a:r>
            <a:rPr lang="en-US" dirty="0" err="1"/>
            <a:t>meinem</a:t>
          </a:r>
          <a:r>
            <a:rPr lang="en-US" dirty="0"/>
            <a:t> Hobby </a:t>
          </a:r>
          <a:r>
            <a:rPr lang="en-US" dirty="0" err="1"/>
            <a:t>mitgenommen</a:t>
          </a:r>
          <a:r>
            <a:rPr lang="en-US" dirty="0"/>
            <a:t>?</a:t>
          </a:r>
        </a:p>
      </dgm:t>
    </dgm:pt>
    <dgm:pt modelId="{1EB259EA-DE14-43E6-9230-9B93EC701FED}" type="parTrans" cxnId="{E4750ECC-5541-4A46-986A-73DDE054DBE0}">
      <dgm:prSet/>
      <dgm:spPr/>
      <dgm:t>
        <a:bodyPr/>
        <a:lstStyle/>
        <a:p>
          <a:endParaRPr lang="en-US"/>
        </a:p>
      </dgm:t>
    </dgm:pt>
    <dgm:pt modelId="{7FD71E63-653C-4325-8921-0868C7BF4B6D}" type="sibTrans" cxnId="{E4750ECC-5541-4A46-986A-73DDE054DBE0}">
      <dgm:prSet/>
      <dgm:spPr/>
      <dgm:t>
        <a:bodyPr/>
        <a:lstStyle/>
        <a:p>
          <a:endParaRPr lang="en-US"/>
        </a:p>
      </dgm:t>
    </dgm:pt>
    <dgm:pt modelId="{A8109151-9B73-410D-8190-D7045593DC45}" type="pres">
      <dgm:prSet presAssocID="{95CB36D3-E321-43AD-8433-B5CA0BB2FA3A}" presName="Name0" presStyleCnt="0">
        <dgm:presLayoutVars>
          <dgm:chMax val="7"/>
          <dgm:chPref val="7"/>
          <dgm:dir/>
        </dgm:presLayoutVars>
      </dgm:prSet>
      <dgm:spPr/>
    </dgm:pt>
    <dgm:pt modelId="{8BE4F772-E9B7-4471-90E9-E4BDD1F0EF75}" type="pres">
      <dgm:prSet presAssocID="{95CB36D3-E321-43AD-8433-B5CA0BB2FA3A}" presName="Name1" presStyleCnt="0"/>
      <dgm:spPr/>
    </dgm:pt>
    <dgm:pt modelId="{F797AE83-DF22-461E-85BA-443324A9F99D}" type="pres">
      <dgm:prSet presAssocID="{95CB36D3-E321-43AD-8433-B5CA0BB2FA3A}" presName="cycle" presStyleCnt="0"/>
      <dgm:spPr/>
    </dgm:pt>
    <dgm:pt modelId="{0C727FD7-72C8-4F42-960E-36E65D149351}" type="pres">
      <dgm:prSet presAssocID="{95CB36D3-E321-43AD-8433-B5CA0BB2FA3A}" presName="srcNode" presStyleLbl="node1" presStyleIdx="0" presStyleCnt="3"/>
      <dgm:spPr/>
    </dgm:pt>
    <dgm:pt modelId="{11D6F598-74F7-4C5A-9BEE-1D313A43241F}" type="pres">
      <dgm:prSet presAssocID="{95CB36D3-E321-43AD-8433-B5CA0BB2FA3A}" presName="conn" presStyleLbl="parChTrans1D2" presStyleIdx="0" presStyleCnt="1"/>
      <dgm:spPr/>
    </dgm:pt>
    <dgm:pt modelId="{6DE01F65-408D-49E6-988C-D78BD4D51B02}" type="pres">
      <dgm:prSet presAssocID="{95CB36D3-E321-43AD-8433-B5CA0BB2FA3A}" presName="extraNode" presStyleLbl="node1" presStyleIdx="0" presStyleCnt="3"/>
      <dgm:spPr/>
    </dgm:pt>
    <dgm:pt modelId="{F545B872-B513-41E0-9C04-8E71323E02B6}" type="pres">
      <dgm:prSet presAssocID="{95CB36D3-E321-43AD-8433-B5CA0BB2FA3A}" presName="dstNode" presStyleLbl="node1" presStyleIdx="0" presStyleCnt="3"/>
      <dgm:spPr/>
    </dgm:pt>
    <dgm:pt modelId="{52C218E0-A90B-4788-8A34-0352D3CC0D31}" type="pres">
      <dgm:prSet presAssocID="{7074E4D5-A25F-4617-BBAC-41FA61F6A2E7}" presName="text_1" presStyleLbl="node1" presStyleIdx="0" presStyleCnt="3" custLinFactNeighborX="1969" custLinFactNeighborY="-420">
        <dgm:presLayoutVars>
          <dgm:bulletEnabled val="1"/>
        </dgm:presLayoutVars>
      </dgm:prSet>
      <dgm:spPr/>
    </dgm:pt>
    <dgm:pt modelId="{987BBF75-E9C0-4631-B1B4-E9D4B5C75F49}" type="pres">
      <dgm:prSet presAssocID="{7074E4D5-A25F-4617-BBAC-41FA61F6A2E7}" presName="accent_1" presStyleCnt="0"/>
      <dgm:spPr/>
    </dgm:pt>
    <dgm:pt modelId="{C2D22261-2CD7-41B4-9370-70DBED3E186B}" type="pres">
      <dgm:prSet presAssocID="{7074E4D5-A25F-4617-BBAC-41FA61F6A2E7}" presName="accentRepeatNode" presStyleLbl="solidFgAcc1" presStyleIdx="0" presStyleCnt="3" custLinFactX="-34806" custLinFactNeighborX="-100000"/>
      <dgm:spPr/>
    </dgm:pt>
    <dgm:pt modelId="{D634CDA2-E27A-4CC5-B034-ED25D040BB83}" type="pres">
      <dgm:prSet presAssocID="{F2365031-D0AE-4323-858C-40BBBA5016FB}" presName="text_2" presStyleLbl="node1" presStyleIdx="1" presStyleCnt="3" custLinFactNeighborX="1083" custLinFactNeighborY="-7981">
        <dgm:presLayoutVars>
          <dgm:bulletEnabled val="1"/>
        </dgm:presLayoutVars>
      </dgm:prSet>
      <dgm:spPr/>
    </dgm:pt>
    <dgm:pt modelId="{3EA5997A-666B-4A8B-99DF-DCC137950263}" type="pres">
      <dgm:prSet presAssocID="{F2365031-D0AE-4323-858C-40BBBA5016FB}" presName="accent_2" presStyleCnt="0"/>
      <dgm:spPr/>
    </dgm:pt>
    <dgm:pt modelId="{7FE861C8-6017-4BE7-BF41-F7CE477FFBAD}" type="pres">
      <dgm:prSet presAssocID="{F2365031-D0AE-4323-858C-40BBBA5016FB}" presName="accentRepeatNode" presStyleLbl="solidFgAcc1" presStyleIdx="1" presStyleCnt="3"/>
      <dgm:spPr/>
    </dgm:pt>
    <dgm:pt modelId="{5C97EB9C-CE91-4A69-856E-B6A21FE8B755}" type="pres">
      <dgm:prSet presAssocID="{21C160CB-AA2E-4DEE-810C-561815D21401}" presName="text_3" presStyleLbl="node1" presStyleIdx="2" presStyleCnt="3" custLinFactNeighborX="1969" custLinFactNeighborY="6390">
        <dgm:presLayoutVars>
          <dgm:bulletEnabled val="1"/>
        </dgm:presLayoutVars>
      </dgm:prSet>
      <dgm:spPr/>
    </dgm:pt>
    <dgm:pt modelId="{1DD875E5-806D-4E65-AD38-49CD7ED5AF6F}" type="pres">
      <dgm:prSet presAssocID="{21C160CB-AA2E-4DEE-810C-561815D21401}" presName="accent_3" presStyleCnt="0"/>
      <dgm:spPr/>
    </dgm:pt>
    <dgm:pt modelId="{2E688C2F-857E-4783-8594-76BE36B7E04B}" type="pres">
      <dgm:prSet presAssocID="{21C160CB-AA2E-4DEE-810C-561815D21401}" presName="accentRepeatNode" presStyleLbl="solidFgAcc1" presStyleIdx="2" presStyleCnt="3" custLinFactNeighborX="10612" custLinFactNeighborY="-1138"/>
      <dgm:spPr/>
    </dgm:pt>
  </dgm:ptLst>
  <dgm:cxnLst>
    <dgm:cxn modelId="{3AEDD823-BCBB-43E2-BCA9-76289500EC89}" type="presOf" srcId="{7074E4D5-A25F-4617-BBAC-41FA61F6A2E7}" destId="{52C218E0-A90B-4788-8A34-0352D3CC0D31}" srcOrd="0" destOrd="0" presId="urn:microsoft.com/office/officeart/2008/layout/VerticalCurvedList"/>
    <dgm:cxn modelId="{5F210E2C-B35A-421E-9EA2-7862F70E634E}" type="presOf" srcId="{703E1AEE-1D8A-4C41-873E-FA7608A84588}" destId="{11D6F598-74F7-4C5A-9BEE-1D313A43241F}" srcOrd="0" destOrd="0" presId="urn:microsoft.com/office/officeart/2008/layout/VerticalCurvedList"/>
    <dgm:cxn modelId="{A7587C33-9CA4-4236-88B3-850D16ABB452}" srcId="{95CB36D3-E321-43AD-8433-B5CA0BB2FA3A}" destId="{7074E4D5-A25F-4617-BBAC-41FA61F6A2E7}" srcOrd="0" destOrd="0" parTransId="{952A5E32-C004-4188-9993-F4B5DBBA4A37}" sibTransId="{703E1AEE-1D8A-4C41-873E-FA7608A84588}"/>
    <dgm:cxn modelId="{F09D916C-DB1A-4F29-9C94-0A4B5E0591D8}" type="presOf" srcId="{F2365031-D0AE-4323-858C-40BBBA5016FB}" destId="{D634CDA2-E27A-4CC5-B034-ED25D040BB83}" srcOrd="0" destOrd="0" presId="urn:microsoft.com/office/officeart/2008/layout/VerticalCurvedList"/>
    <dgm:cxn modelId="{72CD7C98-3698-4DD2-B5E1-223296F15485}" type="presOf" srcId="{21C160CB-AA2E-4DEE-810C-561815D21401}" destId="{5C97EB9C-CE91-4A69-856E-B6A21FE8B755}" srcOrd="0" destOrd="0" presId="urn:microsoft.com/office/officeart/2008/layout/VerticalCurvedList"/>
    <dgm:cxn modelId="{151844C5-D88A-4D87-8A2C-697C11C2348E}" type="presOf" srcId="{95CB36D3-E321-43AD-8433-B5CA0BB2FA3A}" destId="{A8109151-9B73-410D-8190-D7045593DC45}" srcOrd="0" destOrd="0" presId="urn:microsoft.com/office/officeart/2008/layout/VerticalCurvedList"/>
    <dgm:cxn modelId="{E4750ECC-5541-4A46-986A-73DDE054DBE0}" srcId="{95CB36D3-E321-43AD-8433-B5CA0BB2FA3A}" destId="{21C160CB-AA2E-4DEE-810C-561815D21401}" srcOrd="2" destOrd="0" parTransId="{1EB259EA-DE14-43E6-9230-9B93EC701FED}" sibTransId="{7FD71E63-653C-4325-8921-0868C7BF4B6D}"/>
    <dgm:cxn modelId="{49919FEC-57AE-4AAC-ADED-54B83DC61CED}" srcId="{95CB36D3-E321-43AD-8433-B5CA0BB2FA3A}" destId="{F2365031-D0AE-4323-858C-40BBBA5016FB}" srcOrd="1" destOrd="0" parTransId="{7B2F2C54-17C8-4291-8315-478EE5ECFB3B}" sibTransId="{84AC45E6-6359-46D8-948C-A152331BA238}"/>
    <dgm:cxn modelId="{19561421-511A-4A75-89A4-DFA92DC5025F}" type="presParOf" srcId="{A8109151-9B73-410D-8190-D7045593DC45}" destId="{8BE4F772-E9B7-4471-90E9-E4BDD1F0EF75}" srcOrd="0" destOrd="0" presId="urn:microsoft.com/office/officeart/2008/layout/VerticalCurvedList"/>
    <dgm:cxn modelId="{9937AB45-CAB2-4347-A96A-F076F46DE856}" type="presParOf" srcId="{8BE4F772-E9B7-4471-90E9-E4BDD1F0EF75}" destId="{F797AE83-DF22-461E-85BA-443324A9F99D}" srcOrd="0" destOrd="0" presId="urn:microsoft.com/office/officeart/2008/layout/VerticalCurvedList"/>
    <dgm:cxn modelId="{02BBBDDC-EADA-4186-B555-236C63129EE8}" type="presParOf" srcId="{F797AE83-DF22-461E-85BA-443324A9F99D}" destId="{0C727FD7-72C8-4F42-960E-36E65D149351}" srcOrd="0" destOrd="0" presId="urn:microsoft.com/office/officeart/2008/layout/VerticalCurvedList"/>
    <dgm:cxn modelId="{00784E01-897F-4BCC-A626-E7609A843D23}" type="presParOf" srcId="{F797AE83-DF22-461E-85BA-443324A9F99D}" destId="{11D6F598-74F7-4C5A-9BEE-1D313A43241F}" srcOrd="1" destOrd="0" presId="urn:microsoft.com/office/officeart/2008/layout/VerticalCurvedList"/>
    <dgm:cxn modelId="{6044B401-35B3-46AA-8BA9-FD73480551AD}" type="presParOf" srcId="{F797AE83-DF22-461E-85BA-443324A9F99D}" destId="{6DE01F65-408D-49E6-988C-D78BD4D51B02}" srcOrd="2" destOrd="0" presId="urn:microsoft.com/office/officeart/2008/layout/VerticalCurvedList"/>
    <dgm:cxn modelId="{F540DDD2-379A-4F8A-9792-F9FC6C7BBFF4}" type="presParOf" srcId="{F797AE83-DF22-461E-85BA-443324A9F99D}" destId="{F545B872-B513-41E0-9C04-8E71323E02B6}" srcOrd="3" destOrd="0" presId="urn:microsoft.com/office/officeart/2008/layout/VerticalCurvedList"/>
    <dgm:cxn modelId="{17EA3ADB-667A-4AC5-99AA-E1A31B5055FC}" type="presParOf" srcId="{8BE4F772-E9B7-4471-90E9-E4BDD1F0EF75}" destId="{52C218E0-A90B-4788-8A34-0352D3CC0D31}" srcOrd="1" destOrd="0" presId="urn:microsoft.com/office/officeart/2008/layout/VerticalCurvedList"/>
    <dgm:cxn modelId="{69967805-7148-48D5-A75E-554C689854FD}" type="presParOf" srcId="{8BE4F772-E9B7-4471-90E9-E4BDD1F0EF75}" destId="{987BBF75-E9C0-4631-B1B4-E9D4B5C75F49}" srcOrd="2" destOrd="0" presId="urn:microsoft.com/office/officeart/2008/layout/VerticalCurvedList"/>
    <dgm:cxn modelId="{0D86F8E9-2F4C-40C2-B162-A00F9EE3C5FC}" type="presParOf" srcId="{987BBF75-E9C0-4631-B1B4-E9D4B5C75F49}" destId="{C2D22261-2CD7-41B4-9370-70DBED3E186B}" srcOrd="0" destOrd="0" presId="urn:microsoft.com/office/officeart/2008/layout/VerticalCurvedList"/>
    <dgm:cxn modelId="{5563C2A3-C5D4-4D99-A4EE-7C85B4D51FCE}" type="presParOf" srcId="{8BE4F772-E9B7-4471-90E9-E4BDD1F0EF75}" destId="{D634CDA2-E27A-4CC5-B034-ED25D040BB83}" srcOrd="3" destOrd="0" presId="urn:microsoft.com/office/officeart/2008/layout/VerticalCurvedList"/>
    <dgm:cxn modelId="{FF277200-3446-4A3D-B52A-0F085A8FAC5E}" type="presParOf" srcId="{8BE4F772-E9B7-4471-90E9-E4BDD1F0EF75}" destId="{3EA5997A-666B-4A8B-99DF-DCC137950263}" srcOrd="4" destOrd="0" presId="urn:microsoft.com/office/officeart/2008/layout/VerticalCurvedList"/>
    <dgm:cxn modelId="{C18BF66D-2EDF-4358-90F4-38FDB1917FAA}" type="presParOf" srcId="{3EA5997A-666B-4A8B-99DF-DCC137950263}" destId="{7FE861C8-6017-4BE7-BF41-F7CE477FFBAD}" srcOrd="0" destOrd="0" presId="urn:microsoft.com/office/officeart/2008/layout/VerticalCurvedList"/>
    <dgm:cxn modelId="{8B286090-EFEB-4EF3-B4EA-8369C025840C}" type="presParOf" srcId="{8BE4F772-E9B7-4471-90E9-E4BDD1F0EF75}" destId="{5C97EB9C-CE91-4A69-856E-B6A21FE8B755}" srcOrd="5" destOrd="0" presId="urn:microsoft.com/office/officeart/2008/layout/VerticalCurvedList"/>
    <dgm:cxn modelId="{0AACC479-0CF2-40FA-9D0E-015139FD0CB6}" type="presParOf" srcId="{8BE4F772-E9B7-4471-90E9-E4BDD1F0EF75}" destId="{1DD875E5-806D-4E65-AD38-49CD7ED5AF6F}" srcOrd="6" destOrd="0" presId="urn:microsoft.com/office/officeart/2008/layout/VerticalCurvedList"/>
    <dgm:cxn modelId="{96DBD5D0-EC1B-40C0-BA89-1474BD120050}" type="presParOf" srcId="{1DD875E5-806D-4E65-AD38-49CD7ED5AF6F}" destId="{2E688C2F-857E-4783-8594-76BE36B7E04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D6F598-74F7-4C5A-9BEE-1D313A43241F}">
      <dsp:nvSpPr>
        <dsp:cNvPr id="0" name=""/>
        <dsp:cNvSpPr/>
      </dsp:nvSpPr>
      <dsp:spPr>
        <a:xfrm>
          <a:off x="-6125176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C218E0-A90B-4788-8A34-0352D3CC0D31}">
      <dsp:nvSpPr>
        <dsp:cNvPr id="0" name=""/>
        <dsp:cNvSpPr/>
      </dsp:nvSpPr>
      <dsp:spPr>
        <a:xfrm>
          <a:off x="826888" y="537315"/>
          <a:ext cx="7301111" cy="10837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Steinway Grand Piano </a:t>
          </a:r>
        </a:p>
      </dsp:txBody>
      <dsp:txXfrm>
        <a:off x="826888" y="537315"/>
        <a:ext cx="7301111" cy="1083733"/>
      </dsp:txXfrm>
    </dsp:sp>
    <dsp:sp modelId="{C2D22261-2CD7-41B4-9370-70DBED3E186B}">
      <dsp:nvSpPr>
        <dsp:cNvPr id="0" name=""/>
        <dsp:cNvSpPr/>
      </dsp:nvSpPr>
      <dsp:spPr>
        <a:xfrm>
          <a:off x="0" y="406400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34CDA2-E27A-4CC5-B034-ED25D040BB83}">
      <dsp:nvSpPr>
        <dsp:cNvPr id="0" name=""/>
        <dsp:cNvSpPr/>
      </dsp:nvSpPr>
      <dsp:spPr>
        <a:xfrm>
          <a:off x="1220825" y="2080974"/>
          <a:ext cx="6907174" cy="10837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Lieblingsspieler</a:t>
          </a:r>
          <a:r>
            <a:rPr lang="en-US" sz="3200" kern="1200" dirty="0"/>
            <a:t> und -komponist </a:t>
          </a:r>
        </a:p>
      </dsp:txBody>
      <dsp:txXfrm>
        <a:off x="1220825" y="2080974"/>
        <a:ext cx="6907174" cy="1083733"/>
      </dsp:txXfrm>
    </dsp:sp>
    <dsp:sp modelId="{7FE861C8-6017-4BE7-BF41-F7CE477FFBAD}">
      <dsp:nvSpPr>
        <dsp:cNvPr id="0" name=""/>
        <dsp:cNvSpPr/>
      </dsp:nvSpPr>
      <dsp:spPr>
        <a:xfrm>
          <a:off x="468714" y="2032000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97EB9C-CE91-4A69-856E-B6A21FE8B755}">
      <dsp:nvSpPr>
        <dsp:cNvPr id="0" name=""/>
        <dsp:cNvSpPr/>
      </dsp:nvSpPr>
      <dsp:spPr>
        <a:xfrm>
          <a:off x="826888" y="3862317"/>
          <a:ext cx="7301111" cy="10837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Was </a:t>
          </a:r>
          <a:r>
            <a:rPr lang="en-US" sz="3200" kern="1200" dirty="0" err="1"/>
            <a:t>habe</a:t>
          </a:r>
          <a:r>
            <a:rPr lang="en-US" sz="3200" kern="1200" dirty="0"/>
            <a:t> ich von </a:t>
          </a:r>
          <a:r>
            <a:rPr lang="en-US" sz="3200" kern="1200" dirty="0" err="1"/>
            <a:t>meinem</a:t>
          </a:r>
          <a:r>
            <a:rPr lang="en-US" sz="3200" kern="1200" dirty="0"/>
            <a:t> Hobby </a:t>
          </a:r>
          <a:r>
            <a:rPr lang="en-US" sz="3200" kern="1200" dirty="0" err="1"/>
            <a:t>mitgenommen</a:t>
          </a:r>
          <a:r>
            <a:rPr lang="en-US" sz="3200" kern="1200" dirty="0"/>
            <a:t>?</a:t>
          </a:r>
        </a:p>
      </dsp:txBody>
      <dsp:txXfrm>
        <a:off x="826888" y="3862317"/>
        <a:ext cx="7301111" cy="1083733"/>
      </dsp:txXfrm>
    </dsp:sp>
    <dsp:sp modelId="{2E688C2F-857E-4783-8594-76BE36B7E04B}">
      <dsp:nvSpPr>
        <dsp:cNvPr id="0" name=""/>
        <dsp:cNvSpPr/>
      </dsp:nvSpPr>
      <dsp:spPr>
        <a:xfrm>
          <a:off x="218534" y="3642184"/>
          <a:ext cx="1354666" cy="13546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75812B-16C9-42FB-5231-0963C3249B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EA4927-9CC1-A260-BAAA-4ADDEF70D0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3BA7FF-68C8-EF21-CA86-6ECEC45C7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16EB-574A-46C7-A4F2-328FF0CF9464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0B31F5-7730-66A6-4C9D-F0D5C4CE7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8CEE70-1BA5-7FB0-8B44-E279FE057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E2456-F23F-4989-920C-E9B3A05FC8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53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E1CABB-70C6-A197-870C-B66EC99C4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0E8405-8BEF-2DF3-73AC-154824704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BF102A-A987-74A3-3059-141315C7B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16EB-574A-46C7-A4F2-328FF0CF9464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B5E467-F6EA-76AB-B746-85F27498A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D49363-32EA-C02D-E3E9-38D9F9305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E2456-F23F-4989-920C-E9B3A05FC8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27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3844D8-243F-2A0E-23C0-C3AEBA32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DFA6CE1-2D52-0163-0F74-59FA53362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B5D2FF-138E-BA3A-EC11-12706FD54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16EB-574A-46C7-A4F2-328FF0CF9464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946E7F-D8EB-5179-35EF-DD71B8604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2945BC-77E1-A54F-AFEC-109540DE6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E2456-F23F-4989-920C-E9B3A05FC8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31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B0F4A1-CE19-43BB-E0FF-7D6F94226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E07C18-C5B5-72DB-8104-41F78ECB8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5FF5982-D8B8-C9BB-665F-951599996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3BB0A5-5C23-5A7E-C096-19B9139FC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16EB-574A-46C7-A4F2-328FF0CF9464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5EEA19C-0623-A620-3307-B79F1FE0D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0C3286-B0F2-4EB2-6197-99E11D244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E2456-F23F-4989-920C-E9B3A05FC8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06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6C48BE-D4EB-8A9C-538E-F6B33D6F9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9CCAF9-12A5-7F7A-A84F-EBD572984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DCDEDF6-FBE0-6DA8-9A17-E11BDDE14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246E149-3BD0-88CF-7F67-9D1A724EB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1ACDD54-7579-881A-45C1-7C5C74FC98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80C2248-8D6D-2E8B-E233-820D2E8EE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16EB-574A-46C7-A4F2-328FF0CF9464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07D1E4D-5873-B3CD-5D74-D8048B0C6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17EDEC2-9259-A88A-4FE0-8E48E7B57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E2456-F23F-4989-920C-E9B3A05FC8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417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9FEDD3-A98A-0FE0-CCE3-960FAB96F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BD3F9EC-2781-9F8F-358A-053AAEE35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16EB-574A-46C7-A4F2-328FF0CF9464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FA3B17-0329-C1CC-4D4D-F31BDF091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ACFBA4-BDA4-FD30-B314-40CA2929C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E2456-F23F-4989-920C-E9B3A05FC8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19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CDC9C24-CEE7-839D-CFE2-C0421FD4D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16EB-574A-46C7-A4F2-328FF0CF9464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BCB1BE1-87BF-09E3-C7C6-27D2A2B6C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C45618-F2F7-31A5-BCE1-DE9608672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E2456-F23F-4989-920C-E9B3A05FC8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99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962909-79E2-B63D-01A1-494F6E941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3AD134-2A4A-FF90-D1B0-A179A9692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4FD3695-8984-F3B1-0134-ED468FAB7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8CC6289-F228-FBDC-A95A-74090A31A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16EB-574A-46C7-A4F2-328FF0CF9464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61A5309-1BB3-C1CA-38B8-843BBD998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89E1BFD-EBE7-54EE-B5D7-2A06DAB4B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E2456-F23F-4989-920C-E9B3A05FC8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29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EB3AD2-CF31-2C2A-395B-16023FAE9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72F065E-F35F-BE47-EE46-A56700EDFB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9CE458C-DD1E-8EE6-5993-3C3E076FB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A299C6-DE02-BC60-3C56-87406EFB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16EB-574A-46C7-A4F2-328FF0CF9464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BA17B9B-399E-46E8-5B02-BBA45AD05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52274F-6414-F007-1164-DBC2540B9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E2456-F23F-4989-920C-E9B3A05FC8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04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7A09E0-CD3A-1706-A43F-0D138283F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9D448B7-DF5A-3415-6635-E02D234CC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3FDA65-D2F4-0397-7936-29E0FE2DB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16EB-574A-46C7-A4F2-328FF0CF9464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63092F-8C6D-4FCC-4016-5026F526B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1F5ABF-4E39-5263-169C-A08811CB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E2456-F23F-4989-920C-E9B3A05FC8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96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FCBD4F1-1A42-5C28-1B42-4A9D0E7487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533EDBB-1920-9571-3199-DD0D0F873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F0D997-1CF0-6ED8-66E3-5CBB432CF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16EB-574A-46C7-A4F2-328FF0CF9464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B7962E-9971-D33B-FA75-3FD38085B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BB3463-C05F-52BF-615C-86E77F97D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E2456-F23F-4989-920C-E9B3A05FC85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361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DC265EE-65A5-BFFA-1B6E-FB8C666BA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E5C519-5515-4903-FD6C-4BD04F627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CB121D-7E87-2F69-B5FB-EF3C19B855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A016EB-574A-46C7-A4F2-328FF0CF9464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8C51E7-FDA3-C1A9-B3CB-7E36DFFC5B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B9D17F-F261-91E8-2083-297453AEC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FE2456-F23F-4989-920C-E9B3A05FC859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1786D33-34AF-EE64-5E1B-5707D95C581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48363" y="6672580"/>
            <a:ext cx="3175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165816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openxmlformats.org/officeDocument/2006/relationships/image" Target="../media/image10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9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48uRnX0NnB0?start=341&amp;feature=oembed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G-FdX1D5hVg?start=230&amp;feature=oembed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wWX4bcRLn-o?start=3&amp;feature=oembed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Grafik 4" descr="Schwarzes Piano und Stuhl an der Ecke">
            <a:extLst>
              <a:ext uri="{FF2B5EF4-FFF2-40B4-BE49-F238E27FC236}">
                <a16:creationId xmlns:a16="http://schemas.microsoft.com/office/drawing/2014/main" id="{AC4E13B9-9781-1074-1FAA-FA8C55AEF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4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2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CD1ECC0-900F-0F7C-3E35-8B89CBE4468C}"/>
              </a:ext>
            </a:extLst>
          </p:cNvPr>
          <p:cNvSpPr txBox="1"/>
          <p:nvPr/>
        </p:nvSpPr>
        <p:spPr>
          <a:xfrm>
            <a:off x="609600" y="490443"/>
            <a:ext cx="8882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Wie viele Tasten hat ein Klavier? </a:t>
            </a:r>
            <a:endParaRPr lang="en-US" sz="2400" dirty="0">
              <a:latin typeface="+mj-lt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0494D87-17C3-D51B-452B-970A13899BB4}"/>
              </a:ext>
            </a:extLst>
          </p:cNvPr>
          <p:cNvSpPr txBox="1"/>
          <p:nvPr/>
        </p:nvSpPr>
        <p:spPr>
          <a:xfrm>
            <a:off x="747584" y="1458096"/>
            <a:ext cx="1291281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A. 99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70BE7EA-C345-1B53-4A21-AAFCA63788B2}"/>
              </a:ext>
            </a:extLst>
          </p:cNvPr>
          <p:cNvSpPr txBox="1"/>
          <p:nvPr/>
        </p:nvSpPr>
        <p:spPr>
          <a:xfrm>
            <a:off x="747583" y="2248265"/>
            <a:ext cx="1291281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B. 98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D609E7D-2F02-70D6-3A5D-2B8A9AFB76C0}"/>
              </a:ext>
            </a:extLst>
          </p:cNvPr>
          <p:cNvSpPr txBox="1"/>
          <p:nvPr/>
        </p:nvSpPr>
        <p:spPr>
          <a:xfrm>
            <a:off x="747583" y="3123585"/>
            <a:ext cx="1291281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C. 89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08768DE-6D2B-CD5A-B4FF-10589AEE5510}"/>
              </a:ext>
            </a:extLst>
          </p:cNvPr>
          <p:cNvSpPr txBox="1"/>
          <p:nvPr/>
        </p:nvSpPr>
        <p:spPr>
          <a:xfrm>
            <a:off x="747583" y="3998905"/>
            <a:ext cx="1291281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D. 88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D84CCA8-D3D0-56F5-BB01-CE035FE78A53}"/>
              </a:ext>
            </a:extLst>
          </p:cNvPr>
          <p:cNvSpPr txBox="1"/>
          <p:nvPr/>
        </p:nvSpPr>
        <p:spPr>
          <a:xfrm>
            <a:off x="747582" y="3998905"/>
            <a:ext cx="1291281" cy="369332"/>
          </a:xfrm>
          <a:prstGeom prst="rect">
            <a:avLst/>
          </a:prstGeom>
          <a:solidFill>
            <a:srgbClr val="00B05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D. 88</a:t>
            </a:r>
          </a:p>
        </p:txBody>
      </p:sp>
      <p:pic>
        <p:nvPicPr>
          <p:cNvPr id="11" name="Grafik 10" descr="Klaviertasten">
            <a:extLst>
              <a:ext uri="{FF2B5EF4-FFF2-40B4-BE49-F238E27FC236}">
                <a16:creationId xmlns:a16="http://schemas.microsoft.com/office/drawing/2014/main" id="{078D90BF-2F84-A4E2-B2E6-7048241E4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660" y="1458096"/>
            <a:ext cx="4831492" cy="322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891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C5EB432-CBF9-7C53-928D-AADA1589ABC9}"/>
              </a:ext>
            </a:extLst>
          </p:cNvPr>
          <p:cNvSpPr txBox="1"/>
          <p:nvPr/>
        </p:nvSpPr>
        <p:spPr>
          <a:xfrm>
            <a:off x="555171" y="505791"/>
            <a:ext cx="7427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Was bedeutet es, ein Klavierstück "legato" zu spielen? </a:t>
            </a:r>
            <a:endParaRPr lang="en-US" sz="24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8C5B19-DD67-2E6C-817D-3765BADC070E}"/>
              </a:ext>
            </a:extLst>
          </p:cNvPr>
          <p:cNvSpPr txBox="1"/>
          <p:nvPr/>
        </p:nvSpPr>
        <p:spPr>
          <a:xfrm>
            <a:off x="555171" y="1681764"/>
            <a:ext cx="4474027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lIns="108000" rtlCol="0">
            <a:spAutoFit/>
          </a:bodyPr>
          <a:lstStyle/>
          <a:p>
            <a:r>
              <a:rPr lang="de-DE" dirty="0"/>
              <a:t>A. Laut und kraftvoll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5240A1E-0395-2579-C59B-72FDD54045DA}"/>
              </a:ext>
            </a:extLst>
          </p:cNvPr>
          <p:cNvSpPr txBox="1"/>
          <p:nvPr/>
        </p:nvSpPr>
        <p:spPr>
          <a:xfrm>
            <a:off x="555172" y="2656348"/>
            <a:ext cx="4474028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lIns="0" rtlCol="0" anchor="t" anchorCtr="0">
            <a:spAutoFit/>
          </a:bodyPr>
          <a:lstStyle/>
          <a:p>
            <a:r>
              <a:rPr lang="de-DE" dirty="0"/>
              <a:t> B. Reibungslos und verbunden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6E75EFF-FA64-0D65-54ED-AC0ADE384865}"/>
              </a:ext>
            </a:extLst>
          </p:cNvPr>
          <p:cNvSpPr txBox="1"/>
          <p:nvPr/>
        </p:nvSpPr>
        <p:spPr>
          <a:xfrm rot="10800000" flipV="1">
            <a:off x="555171" y="3693821"/>
            <a:ext cx="4474025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C. Kurz und </a:t>
            </a:r>
            <a:r>
              <a:rPr lang="en-US" dirty="0" err="1"/>
              <a:t>sanft</a:t>
            </a:r>
            <a:endParaRPr lang="en-US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362F6D8-BCF9-9405-74C9-0A2466E1E665}"/>
              </a:ext>
            </a:extLst>
          </p:cNvPr>
          <p:cNvSpPr txBox="1"/>
          <p:nvPr/>
        </p:nvSpPr>
        <p:spPr>
          <a:xfrm>
            <a:off x="555172" y="4638963"/>
            <a:ext cx="4474024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D. </a:t>
            </a:r>
            <a:r>
              <a:rPr lang="en-US" dirty="0" err="1"/>
              <a:t>Laut</a:t>
            </a:r>
            <a:r>
              <a:rPr lang="en-US" dirty="0"/>
              <a:t> und </a:t>
            </a:r>
            <a:r>
              <a:rPr lang="en-US" dirty="0" err="1"/>
              <a:t>verbunden</a:t>
            </a:r>
            <a:endParaRPr lang="en-US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0139C5C-92A7-EF77-796C-07974603D277}"/>
              </a:ext>
            </a:extLst>
          </p:cNvPr>
          <p:cNvSpPr txBox="1"/>
          <p:nvPr/>
        </p:nvSpPr>
        <p:spPr>
          <a:xfrm>
            <a:off x="555170" y="2656348"/>
            <a:ext cx="4474028" cy="369332"/>
          </a:xfrm>
          <a:prstGeom prst="rect">
            <a:avLst/>
          </a:prstGeom>
          <a:solidFill>
            <a:srgbClr val="00B05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lIns="0" rtlCol="0" anchor="t" anchorCtr="0">
            <a:spAutoFit/>
          </a:bodyPr>
          <a:lstStyle/>
          <a:p>
            <a:r>
              <a:rPr lang="de-DE" dirty="0"/>
              <a:t> B. Reibungslos und verbunden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0707273-5542-610F-4C57-C70BA03E87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r="43738" b="-5493"/>
          <a:stretch/>
        </p:blipFill>
        <p:spPr>
          <a:xfrm>
            <a:off x="6463760" y="1681764"/>
            <a:ext cx="4723230" cy="271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79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8B29E0E-5104-B1F6-26CA-F57C41C6D45B}"/>
              </a:ext>
            </a:extLst>
          </p:cNvPr>
          <p:cNvSpPr txBox="1"/>
          <p:nvPr/>
        </p:nvSpPr>
        <p:spPr>
          <a:xfrm>
            <a:off x="761999" y="642313"/>
            <a:ext cx="929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Wie geht die Tonleiter „vorwärts"?</a:t>
            </a:r>
            <a:endParaRPr lang="en-US" sz="24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044BB2B-3B15-8BF1-A751-29DFDE0F5192}"/>
              </a:ext>
            </a:extLst>
          </p:cNvPr>
          <p:cNvSpPr txBox="1"/>
          <p:nvPr/>
        </p:nvSpPr>
        <p:spPr>
          <a:xfrm>
            <a:off x="892628" y="1816072"/>
            <a:ext cx="2830285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lphaUcPeriod"/>
            </a:pPr>
            <a:r>
              <a:rPr lang="en-US" dirty="0"/>
              <a:t>C D E F G A H C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2CE88DF-6CC9-0954-C335-0147AE5BF6A3}"/>
              </a:ext>
            </a:extLst>
          </p:cNvPr>
          <p:cNvSpPr txBox="1"/>
          <p:nvPr/>
        </p:nvSpPr>
        <p:spPr>
          <a:xfrm>
            <a:off x="892628" y="2730472"/>
            <a:ext cx="28302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B. C H A G F E D C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20CED7E-B170-9308-5714-9EFBFCD00B5B}"/>
              </a:ext>
            </a:extLst>
          </p:cNvPr>
          <p:cNvSpPr txBox="1"/>
          <p:nvPr/>
        </p:nvSpPr>
        <p:spPr>
          <a:xfrm>
            <a:off x="892628" y="3811898"/>
            <a:ext cx="28302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C. C D E G F A H C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FDF3741-0A8C-A69D-EC95-D27DB469436C}"/>
              </a:ext>
            </a:extLst>
          </p:cNvPr>
          <p:cNvSpPr txBox="1"/>
          <p:nvPr/>
        </p:nvSpPr>
        <p:spPr>
          <a:xfrm>
            <a:off x="892628" y="4708658"/>
            <a:ext cx="28302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D. C D G E F A H C 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64AA981-03F6-7739-56F1-39B6D186F691}"/>
              </a:ext>
            </a:extLst>
          </p:cNvPr>
          <p:cNvSpPr txBox="1"/>
          <p:nvPr/>
        </p:nvSpPr>
        <p:spPr>
          <a:xfrm>
            <a:off x="892628" y="1816072"/>
            <a:ext cx="2830285" cy="369332"/>
          </a:xfrm>
          <a:prstGeom prst="rect">
            <a:avLst/>
          </a:prstGeom>
          <a:solidFill>
            <a:srgbClr val="00B05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lphaUcPeriod"/>
            </a:pPr>
            <a:r>
              <a:rPr lang="en-US" dirty="0"/>
              <a:t>C D E F G A H C</a:t>
            </a:r>
          </a:p>
        </p:txBody>
      </p:sp>
      <p:pic>
        <p:nvPicPr>
          <p:cNvPr id="9" name="Grafik 8" descr="Notenblatt">
            <a:extLst>
              <a:ext uri="{FF2B5EF4-FFF2-40B4-BE49-F238E27FC236}">
                <a16:creationId xmlns:a16="http://schemas.microsoft.com/office/drawing/2014/main" id="{B3A0E375-EAA7-50F6-A59B-205294936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625" y="2185404"/>
            <a:ext cx="3794927" cy="252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368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565ECCD-67F3-86B2-6BD5-2F90C2EB05D1}"/>
              </a:ext>
            </a:extLst>
          </p:cNvPr>
          <p:cNvSpPr txBox="1"/>
          <p:nvPr/>
        </p:nvSpPr>
        <p:spPr>
          <a:xfrm>
            <a:off x="762001" y="550706"/>
            <a:ext cx="873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Was kann man erreichen, wenn man das rechte Pedal drückt?</a:t>
            </a:r>
            <a:endParaRPr lang="en-US" sz="24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630C79D-6C7C-6BE2-5114-5A2ACC735447}"/>
              </a:ext>
            </a:extLst>
          </p:cNvPr>
          <p:cNvSpPr txBox="1"/>
          <p:nvPr/>
        </p:nvSpPr>
        <p:spPr>
          <a:xfrm>
            <a:off x="881743" y="1655411"/>
            <a:ext cx="37882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A. </a:t>
            </a:r>
            <a:r>
              <a:rPr lang="en-US" dirty="0" err="1"/>
              <a:t>Kurze</a:t>
            </a:r>
            <a:r>
              <a:rPr lang="en-US" dirty="0"/>
              <a:t> </a:t>
            </a:r>
            <a:r>
              <a:rPr lang="en-US" dirty="0" err="1"/>
              <a:t>Töne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922D56-8FF5-0332-A660-4B7910B72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1" i="0" u="none" strike="noStrike" cap="none" normalizeH="0" baseline="0">
                <a:ln>
                  <a:noFill/>
                </a:ln>
                <a:solidFill>
                  <a:srgbClr val="3B4B59"/>
                </a:solidFill>
                <a:effectLst/>
                <a:latin typeface="Verdana" panose="020B0604030504040204" pitchFamily="34" charset="0"/>
              </a:rPr>
              <a:t>Kurze Töne</a:t>
            </a:r>
            <a:endParaRPr kumimoji="0" lang="de-DE" altLang="de-DE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228E756-0A0B-A82A-74B8-1F371A8DC1CA}"/>
              </a:ext>
            </a:extLst>
          </p:cNvPr>
          <p:cNvSpPr txBox="1"/>
          <p:nvPr/>
        </p:nvSpPr>
        <p:spPr>
          <a:xfrm>
            <a:off x="881743" y="2625413"/>
            <a:ext cx="37882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B. </a:t>
            </a:r>
            <a:r>
              <a:rPr lang="en-US" dirty="0" err="1"/>
              <a:t>Laute</a:t>
            </a:r>
            <a:r>
              <a:rPr lang="en-US" dirty="0"/>
              <a:t>/</a:t>
            </a:r>
            <a:r>
              <a:rPr lang="en-US" dirty="0" err="1"/>
              <a:t>kräftige</a:t>
            </a:r>
            <a:r>
              <a:rPr lang="en-US" dirty="0"/>
              <a:t> Ton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A9117E6-64BD-6EC4-1B53-AAD4C74CF7E7}"/>
              </a:ext>
            </a:extLst>
          </p:cNvPr>
          <p:cNvSpPr txBox="1"/>
          <p:nvPr/>
        </p:nvSpPr>
        <p:spPr>
          <a:xfrm>
            <a:off x="881743" y="3674279"/>
            <a:ext cx="37882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C. </a:t>
            </a:r>
            <a:r>
              <a:rPr lang="en-US" dirty="0" err="1"/>
              <a:t>Verschwommene</a:t>
            </a:r>
            <a:r>
              <a:rPr lang="en-US" dirty="0"/>
              <a:t>/ </a:t>
            </a:r>
            <a:r>
              <a:rPr lang="en-US" dirty="0" err="1"/>
              <a:t>gebundene</a:t>
            </a:r>
            <a:r>
              <a:rPr lang="en-US" dirty="0"/>
              <a:t> Ton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2C78ABF-7DE4-F17D-5B54-BD5A8D5AB3FA}"/>
              </a:ext>
            </a:extLst>
          </p:cNvPr>
          <p:cNvSpPr txBox="1"/>
          <p:nvPr/>
        </p:nvSpPr>
        <p:spPr>
          <a:xfrm>
            <a:off x="881743" y="4684927"/>
            <a:ext cx="37882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D. </a:t>
            </a:r>
            <a:r>
              <a:rPr lang="en-US" dirty="0" err="1"/>
              <a:t>Gedämpfte</a:t>
            </a:r>
            <a:r>
              <a:rPr lang="en-US" dirty="0"/>
              <a:t>/ </a:t>
            </a:r>
            <a:r>
              <a:rPr lang="en-US" dirty="0" err="1"/>
              <a:t>leise</a:t>
            </a:r>
            <a:r>
              <a:rPr lang="en-US" dirty="0"/>
              <a:t> Ton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3DAA139-9065-D0E6-6BD9-4C2BE83AC468}"/>
              </a:ext>
            </a:extLst>
          </p:cNvPr>
          <p:cNvSpPr txBox="1"/>
          <p:nvPr/>
        </p:nvSpPr>
        <p:spPr>
          <a:xfrm>
            <a:off x="881743" y="3674279"/>
            <a:ext cx="3788228" cy="369332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C. </a:t>
            </a:r>
            <a:r>
              <a:rPr lang="en-US" dirty="0" err="1"/>
              <a:t>Verschwommene</a:t>
            </a:r>
            <a:r>
              <a:rPr lang="en-US" dirty="0"/>
              <a:t>/ </a:t>
            </a:r>
            <a:r>
              <a:rPr lang="en-US" dirty="0" err="1"/>
              <a:t>gebundene</a:t>
            </a:r>
            <a:r>
              <a:rPr lang="en-US" dirty="0"/>
              <a:t> Ton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0A2B877-549E-E5FA-52A8-2CB3AE738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979" y="2054463"/>
            <a:ext cx="4237265" cy="282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818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43D2C3-9398-57EF-A9CA-5EE48570C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347"/>
            <a:ext cx="10515600" cy="1079177"/>
          </a:xfrm>
        </p:spPr>
        <p:txBody>
          <a:bodyPr/>
          <a:lstStyle/>
          <a:p>
            <a:r>
              <a:rPr lang="en-US" dirty="0" err="1"/>
              <a:t>Gliederung</a:t>
            </a:r>
            <a:endParaRPr lang="en-US" dirty="0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A6E398AC-F4A1-F2D9-E8F3-364F0AA6B4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2771236"/>
              </p:ext>
            </p:extLst>
          </p:nvPr>
        </p:nvGraphicFramePr>
        <p:xfrm>
          <a:off x="838200" y="112302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Grafik 4" descr="Klavier Silhouette">
            <a:extLst>
              <a:ext uri="{FF2B5EF4-FFF2-40B4-BE49-F238E27FC236}">
                <a16:creationId xmlns:a16="http://schemas.microsoft.com/office/drawing/2014/main" id="{E7D37654-612B-0BC9-A310-7362CF2EBD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3870" y="1745004"/>
            <a:ext cx="914400" cy="914400"/>
          </a:xfrm>
          <a:prstGeom prst="rect">
            <a:avLst/>
          </a:prstGeom>
        </p:spPr>
      </p:pic>
      <p:pic>
        <p:nvPicPr>
          <p:cNvPr id="7" name="Grafik 6" descr="Tanzen mit einfarbiger Füllung">
            <a:extLst>
              <a:ext uri="{FF2B5EF4-FFF2-40B4-BE49-F238E27FC236}">
                <a16:creationId xmlns:a16="http://schemas.microsoft.com/office/drawing/2014/main" id="{D1460022-F10C-EDC4-25C5-0216EED6C9F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61070" y="3429000"/>
            <a:ext cx="914400" cy="914400"/>
          </a:xfrm>
          <a:prstGeom prst="rect">
            <a:avLst/>
          </a:prstGeom>
        </p:spPr>
      </p:pic>
      <p:pic>
        <p:nvPicPr>
          <p:cNvPr id="9" name="Grafik 8" descr="Idee Silhouette">
            <a:extLst>
              <a:ext uri="{FF2B5EF4-FFF2-40B4-BE49-F238E27FC236}">
                <a16:creationId xmlns:a16="http://schemas.microsoft.com/office/drawing/2014/main" id="{B49F9B6E-375C-2D17-31B0-40579877813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76865" y="498534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28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B26AE7C-E941-BDA5-5F62-1383D53C9E79}"/>
              </a:ext>
            </a:extLst>
          </p:cNvPr>
          <p:cNvSpPr txBox="1"/>
          <p:nvPr/>
        </p:nvSpPr>
        <p:spPr>
          <a:xfrm>
            <a:off x="838200" y="2333297"/>
            <a:ext cx="4619621" cy="3843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Modell D </a:t>
            </a:r>
            <a:r>
              <a:rPr lang="en-US" sz="2000" dirty="0" err="1"/>
              <a:t>Konzertflügel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187k$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BDAF4AD-BD63-E652-72F6-52F8AFE7B7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23" r="5022" b="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70873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8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2749C8C-8052-870E-AFC9-AB9C9C06D5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7339"/>
          <a:stretch/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79308243-BD16-5277-43EE-82375F521595}"/>
              </a:ext>
            </a:extLst>
          </p:cNvPr>
          <p:cNvSpPr txBox="1"/>
          <p:nvPr/>
        </p:nvSpPr>
        <p:spPr>
          <a:xfrm>
            <a:off x="7320465" y="2194102"/>
            <a:ext cx="4140013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Steinway &amp; Sons Pictures at an Exhibition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$2.5 million</a:t>
            </a:r>
          </a:p>
        </p:txBody>
      </p:sp>
    </p:spTree>
    <p:extLst>
      <p:ext uri="{BB962C8B-B14F-4D97-AF65-F5344CB8AC3E}">
        <p14:creationId xmlns:p14="http://schemas.microsoft.com/office/powerpoint/2010/main" val="3450377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C1A4981-9595-B5A2-2B33-71BF21368B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73" b="5673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CF33AA3D-90FE-66F9-2847-6134C0703E76}"/>
              </a:ext>
            </a:extLst>
          </p:cNvPr>
          <p:cNvSpPr txBox="1"/>
          <p:nvPr/>
        </p:nvSpPr>
        <p:spPr>
          <a:xfrm>
            <a:off x="106968" y="736991"/>
            <a:ext cx="3973385" cy="1006475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>
              <a:buFont typeface="Arial" panose="020B0604020202020204" pitchFamily="34" charset="0"/>
              <a:buChar char="•"/>
            </a:lvl1pPr>
            <a:lvl2pPr>
              <a:buFont typeface="Arial" panose="020B0604020202020204" pitchFamily="34" charset="0"/>
              <a:buChar char="•"/>
            </a:lvl2pPr>
            <a:lvl3pPr>
              <a:buFont typeface="Arial" panose="020B0604020202020204" pitchFamily="34" charset="0"/>
              <a:buChar char="•"/>
            </a:lvl3pPr>
            <a:lvl4pPr>
              <a:buFont typeface="Arial" panose="020B0604020202020204" pitchFamily="34" charset="0"/>
              <a:buChar char="•"/>
            </a:lvl4pPr>
            <a:lvl5pPr>
              <a:buFont typeface="Arial" panose="020B0604020202020204" pitchFamily="34" charset="0"/>
              <a:buChar char="•"/>
            </a:lvl5pPr>
            <a:lvl6pPr>
              <a:buFont typeface="Arial" panose="020B0604020202020204" pitchFamily="34" charset="0"/>
              <a:buChar char="•"/>
            </a:lvl6pPr>
            <a:lvl7pPr>
              <a:buFont typeface="Arial" panose="020B0604020202020204" pitchFamily="34" charset="0"/>
              <a:buChar char="•"/>
            </a:lvl7pPr>
            <a:lvl8pPr>
              <a:buFont typeface="Arial" panose="020B0604020202020204" pitchFamily="34" charset="0"/>
              <a:buChar char="•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342900" indent="-3429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dirty="0">
                <a:latin typeface="+mj-lt"/>
                <a:ea typeface="+mj-ea"/>
                <a:cs typeface="+mj-cs"/>
              </a:rPr>
              <a:t>Steinway &amp; Sons Fibonacci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dirty="0">
                <a:latin typeface="+mj-lt"/>
                <a:ea typeface="+mj-ea"/>
                <a:cs typeface="+mj-cs"/>
              </a:rPr>
              <a:t>$2.4 million</a:t>
            </a:r>
          </a:p>
        </p:txBody>
      </p:sp>
    </p:spTree>
    <p:extLst>
      <p:ext uri="{BB962C8B-B14F-4D97-AF65-F5344CB8AC3E}">
        <p14:creationId xmlns:p14="http://schemas.microsoft.com/office/powerpoint/2010/main" val="2774232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1D5E26F-023A-86E3-DBE8-C042D3EE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46" b="4500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E64E1D2-FA47-7883-6007-07BE515A7B9E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C. Bechstein Sphinx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$1.2 million</a:t>
            </a:r>
          </a:p>
        </p:txBody>
      </p:sp>
    </p:spTree>
    <p:extLst>
      <p:ext uri="{BB962C8B-B14F-4D97-AF65-F5344CB8AC3E}">
        <p14:creationId xmlns:p14="http://schemas.microsoft.com/office/powerpoint/2010/main" val="2268017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9A6304C-0BC8-791A-7D9F-BDD90B33AD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836" b="1824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A2F3FF-6D2C-D92F-B47D-9B2DCAFC7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402" y="743447"/>
            <a:ext cx="344576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/>
              <a:t>Warum sind Steinway-Flügel so teuer?</a:t>
            </a:r>
          </a:p>
        </p:txBody>
      </p:sp>
    </p:spTree>
    <p:extLst>
      <p:ext uri="{BB962C8B-B14F-4D97-AF65-F5344CB8AC3E}">
        <p14:creationId xmlns:p14="http://schemas.microsoft.com/office/powerpoint/2010/main" val="262737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Person im Feuerwehranzug">
            <a:extLst>
              <a:ext uri="{FF2B5EF4-FFF2-40B4-BE49-F238E27FC236}">
                <a16:creationId xmlns:a16="http://schemas.microsoft.com/office/drawing/2014/main" id="{213C467F-F2FE-E0D7-92A0-CA27A0E89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Grafik 2" descr="Produktion Silhouette">
            <a:extLst>
              <a:ext uri="{FF2B5EF4-FFF2-40B4-BE49-F238E27FC236}">
                <a16:creationId xmlns:a16="http://schemas.microsoft.com/office/drawing/2014/main" id="{EBC28AEF-AFB4-BE6A-B773-48827BE77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0556" y="446750"/>
            <a:ext cx="2602638" cy="2602638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EC8DCB97-13CE-0773-CDA6-D5B8FA614BC5}"/>
              </a:ext>
            </a:extLst>
          </p:cNvPr>
          <p:cNvSpPr txBox="1"/>
          <p:nvPr/>
        </p:nvSpPr>
        <p:spPr>
          <a:xfrm>
            <a:off x="2983194" y="1335523"/>
            <a:ext cx="2187520" cy="5994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kern="1200" dirty="0">
                <a:solidFill>
                  <a:schemeClr val="tx1"/>
                </a:solidFill>
                <a:ea typeface="+mj-ea"/>
                <a:cs typeface="+mj-cs"/>
              </a:rPr>
              <a:t>11 </a:t>
            </a:r>
            <a:r>
              <a:rPr lang="en-US" sz="2000" kern="1200" dirty="0" err="1">
                <a:solidFill>
                  <a:schemeClr val="tx1"/>
                </a:solidFill>
                <a:ea typeface="+mj-ea"/>
                <a:cs typeface="+mj-cs"/>
              </a:rPr>
              <a:t>Monate</a:t>
            </a:r>
            <a:endParaRPr lang="en-US" sz="2000" kern="120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C699C83-48C0-D463-48B7-D1A92CF207DE}"/>
              </a:ext>
            </a:extLst>
          </p:cNvPr>
          <p:cNvSpPr txBox="1"/>
          <p:nvPr/>
        </p:nvSpPr>
        <p:spPr>
          <a:xfrm>
            <a:off x="7021288" y="1534885"/>
            <a:ext cx="434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</a:t>
            </a:r>
            <a:r>
              <a:rPr lang="de-DE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Rolls-Royce unter den Klavieren“</a:t>
            </a:r>
            <a:endParaRPr lang="en-US" sz="20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E3E3B35-49A3-2C69-B287-DFB59DF99839}"/>
              </a:ext>
            </a:extLst>
          </p:cNvPr>
          <p:cNvSpPr txBox="1"/>
          <p:nvPr/>
        </p:nvSpPr>
        <p:spPr>
          <a:xfrm>
            <a:off x="2983194" y="2122859"/>
            <a:ext cx="350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New York und Hamburg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806449E-B9C2-8442-C929-BDAFEB873AE8}"/>
              </a:ext>
            </a:extLst>
          </p:cNvPr>
          <p:cNvSpPr txBox="1"/>
          <p:nvPr/>
        </p:nvSpPr>
        <p:spPr>
          <a:xfrm>
            <a:off x="7162800" y="2122859"/>
            <a:ext cx="373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Ausgezeichneter </a:t>
            </a:r>
            <a:r>
              <a:rPr lang="en-US" sz="2000" dirty="0" err="1"/>
              <a:t>Klang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19541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36BB3C5-822B-45E1-A81E-5CC3176C6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AD1319D-BD8F-BB07-0D45-02918317BD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90" r="2" b="6692"/>
          <a:stretch/>
        </p:blipFill>
        <p:spPr>
          <a:xfrm>
            <a:off x="579264" y="365141"/>
            <a:ext cx="6288262" cy="3063875"/>
          </a:xfrm>
          <a:prstGeom prst="rect">
            <a:avLst/>
          </a:prstGeom>
        </p:spPr>
      </p:pic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FB39ECA9-4CDE-4883-98E8-287E905E9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263" y="3630934"/>
            <a:ext cx="6288261" cy="2546028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67483D0-BAEB-4927-88AD-76F5DA846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94" y="45657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DBB7B12-4298-4CFB-B539-44A91C930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94346" y="4893056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4ED0919-F0DB-77AA-C2EF-C658C8D4B758}"/>
              </a:ext>
            </a:extLst>
          </p:cNvPr>
          <p:cNvSpPr txBox="1"/>
          <p:nvPr/>
        </p:nvSpPr>
        <p:spPr>
          <a:xfrm>
            <a:off x="3360563" y="3849688"/>
            <a:ext cx="3315810" cy="2105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>
              <a:buFont typeface="Arial" panose="020B0604020202020204" pitchFamily="34" charset="0"/>
              <a:buChar char="•"/>
            </a:lvl1pPr>
            <a:lvl2pPr>
              <a:buFont typeface="Arial" panose="020B0604020202020204" pitchFamily="34" charset="0"/>
              <a:buChar char="•"/>
            </a:lvl2pPr>
            <a:lvl3pPr>
              <a:buFont typeface="Arial" panose="020B0604020202020204" pitchFamily="34" charset="0"/>
              <a:buChar char="•"/>
            </a:lvl3pPr>
            <a:lvl4pPr>
              <a:buFont typeface="Arial" panose="020B0604020202020204" pitchFamily="34" charset="0"/>
              <a:buChar char="•"/>
            </a:lvl4pPr>
            <a:lvl5pPr>
              <a:buFont typeface="Arial" panose="020B0604020202020204" pitchFamily="34" charset="0"/>
              <a:buChar char="•"/>
            </a:lvl5pPr>
            <a:lvl6pPr>
              <a:buFont typeface="Arial" panose="020B0604020202020204" pitchFamily="34" charset="0"/>
              <a:buChar char="•"/>
            </a:lvl6pPr>
            <a:lvl7pPr>
              <a:buFont typeface="Arial" panose="020B0604020202020204" pitchFamily="34" charset="0"/>
              <a:buChar char="•"/>
            </a:lvl7pPr>
            <a:lvl8pPr>
              <a:buFont typeface="Arial" panose="020B0604020202020204" pitchFamily="34" charset="0"/>
              <a:buChar char="•"/>
            </a:lvl8pPr>
            <a:lvl9pPr>
              <a:buFont typeface="Arial" panose="020B0604020202020204" pitchFamily="34" charset="0"/>
              <a:buChar char="•"/>
            </a:lvl9pPr>
          </a:lstStyle>
          <a:p>
            <a:pPr indent="-228600"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1,5m – 2,7m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240kg – 450kg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 85% </a:t>
            </a:r>
            <a:r>
              <a:rPr lang="en-US" sz="1700" dirty="0" err="1"/>
              <a:t>aus</a:t>
            </a:r>
            <a:r>
              <a:rPr lang="en-US" sz="1700" dirty="0"/>
              <a:t> </a:t>
            </a:r>
            <a:r>
              <a:rPr lang="en-US" sz="1700" dirty="0" err="1"/>
              <a:t>Holz</a:t>
            </a:r>
            <a:r>
              <a:rPr lang="en-US" sz="1700" dirty="0"/>
              <a:t> </a:t>
            </a:r>
            <a:r>
              <a:rPr lang="en-US" sz="1700" dirty="0" err="1"/>
              <a:t>Sitcha-Fichter</a:t>
            </a:r>
            <a:r>
              <a:rPr lang="en-US" sz="1700" dirty="0"/>
              <a:t> </a:t>
            </a:r>
            <a:r>
              <a:rPr lang="en-US" sz="1700" dirty="0" err="1"/>
              <a:t>aus</a:t>
            </a:r>
            <a:r>
              <a:rPr lang="en-US" sz="1700" dirty="0"/>
              <a:t> Alaska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</a:pPr>
            <a:r>
              <a:rPr lang="en-US" sz="1700" dirty="0" err="1"/>
              <a:t>Klarer</a:t>
            </a:r>
            <a:r>
              <a:rPr lang="en-US" sz="1700" dirty="0"/>
              <a:t> und lang </a:t>
            </a:r>
            <a:r>
              <a:rPr lang="en-US" sz="1700" dirty="0" err="1"/>
              <a:t>anhaltender</a:t>
            </a:r>
            <a:r>
              <a:rPr lang="en-US" sz="1700" dirty="0"/>
              <a:t> Ton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Die </a:t>
            </a:r>
            <a:r>
              <a:rPr lang="en-US" sz="1700" dirty="0" err="1"/>
              <a:t>Außen</a:t>
            </a:r>
            <a:r>
              <a:rPr lang="en-US" sz="1700" dirty="0"/>
              <a:t>- und </a:t>
            </a:r>
            <a:r>
              <a:rPr lang="en-US" sz="1700" dirty="0" err="1"/>
              <a:t>Innenwände</a:t>
            </a:r>
            <a:r>
              <a:rPr lang="en-US" sz="1700" dirty="0"/>
              <a:t> des </a:t>
            </a:r>
            <a:r>
              <a:rPr lang="en-US" sz="1700" dirty="0" err="1"/>
              <a:t>Rahmens</a:t>
            </a:r>
            <a:r>
              <a:rPr lang="en-US" sz="1700" dirty="0"/>
              <a:t> </a:t>
            </a:r>
            <a:r>
              <a:rPr lang="en-US" sz="1700" dirty="0" err="1"/>
              <a:t>werden</a:t>
            </a:r>
            <a:r>
              <a:rPr lang="en-US" sz="1700" dirty="0"/>
              <a:t> </a:t>
            </a:r>
            <a:r>
              <a:rPr lang="en-US" sz="1700" dirty="0" err="1"/>
              <a:t>aus</a:t>
            </a:r>
            <a:r>
              <a:rPr lang="en-US" sz="1700" dirty="0"/>
              <a:t> </a:t>
            </a:r>
            <a:r>
              <a:rPr lang="en-US" sz="1700" dirty="0" err="1"/>
              <a:t>Ahornholz</a:t>
            </a:r>
            <a:r>
              <a:rPr lang="en-US" sz="1700" dirty="0"/>
              <a:t> </a:t>
            </a:r>
            <a:r>
              <a:rPr lang="en-US" sz="1700" dirty="0" err="1"/>
              <a:t>gefertigt</a:t>
            </a:r>
            <a:r>
              <a:rPr lang="en-US" sz="1700" dirty="0"/>
              <a:t> und </a:t>
            </a:r>
            <a:r>
              <a:rPr lang="en-US" sz="1700" dirty="0" err="1"/>
              <a:t>gemeinsam</a:t>
            </a:r>
            <a:r>
              <a:rPr lang="en-US" sz="1700" dirty="0"/>
              <a:t> </a:t>
            </a:r>
            <a:r>
              <a:rPr lang="en-US" sz="1700" dirty="0" err="1"/>
              <a:t>gebogen</a:t>
            </a: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</a:pPr>
            <a:r>
              <a:rPr lang="en-US" sz="1700" dirty="0" err="1"/>
              <a:t>Einheitliche</a:t>
            </a:r>
            <a:r>
              <a:rPr lang="en-US" sz="1700" dirty="0"/>
              <a:t> </a:t>
            </a:r>
            <a:r>
              <a:rPr lang="en-US" sz="1700" dirty="0" err="1"/>
              <a:t>Tastenansprache</a:t>
            </a: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C05A1AB-2B2B-2795-A17A-FDD10A9B79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74" r="-1" b="13374"/>
          <a:stretch/>
        </p:blipFill>
        <p:spPr>
          <a:xfrm>
            <a:off x="7048500" y="365109"/>
            <a:ext cx="4621006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44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73E62C-1CFA-454F-6104-C2E3CB7D4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Onlinemedien 2" title="Why Steinway Grand Pianos Are So Expensive | So Expensive">
            <a:hlinkClick r:id="" action="ppaction://media"/>
            <a:extLst>
              <a:ext uri="{FF2B5EF4-FFF2-40B4-BE49-F238E27FC236}">
                <a16:creationId xmlns:a16="http://schemas.microsoft.com/office/drawing/2014/main" id="{44B7A3A9-D45A-28BF-FC01-FD1B06E1416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16000" y="558800"/>
            <a:ext cx="101600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7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5A184C45-B412-460B-0368-CE16001EB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331163"/>
            <a:ext cx="3292524" cy="218952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6AAE25-BD23-41B5-AAE4-1DA5898C2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573887"/>
            <a:ext cx="0" cy="3710227"/>
          </a:xfrm>
          <a:prstGeom prst="line">
            <a:avLst/>
          </a:prstGeom>
          <a:ln w="19050">
            <a:solidFill>
              <a:srgbClr val="BF8C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A8CF34B1-DB8B-FF7D-F75D-C47262F4889A}"/>
              </a:ext>
            </a:extLst>
          </p:cNvPr>
          <p:cNvSpPr txBox="1"/>
          <p:nvPr/>
        </p:nvSpPr>
        <p:spPr>
          <a:xfrm>
            <a:off x="5421085" y="1994766"/>
            <a:ext cx="4876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Jaychou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Ein </a:t>
            </a:r>
            <a:r>
              <a:rPr lang="en-US" sz="2000" dirty="0" err="1"/>
              <a:t>taiwanischer</a:t>
            </a:r>
            <a:r>
              <a:rPr lang="en-US" sz="2000" dirty="0"/>
              <a:t> Musiker, </a:t>
            </a:r>
            <a:r>
              <a:rPr lang="en-US" sz="2000" dirty="0" err="1"/>
              <a:t>Komponist</a:t>
            </a:r>
            <a:r>
              <a:rPr lang="en-US" sz="2000" dirty="0"/>
              <a:t> und </a:t>
            </a:r>
            <a:r>
              <a:rPr lang="en-US" sz="2000" dirty="0" err="1"/>
              <a:t>Schauspieler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R&amp;B- und </a:t>
            </a:r>
            <a:r>
              <a:rPr lang="en-US" sz="2000" dirty="0" err="1"/>
              <a:t>Rapmusik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Kombination</a:t>
            </a:r>
            <a:r>
              <a:rPr lang="en-US" sz="2000" dirty="0"/>
              <a:t> </a:t>
            </a:r>
            <a:r>
              <a:rPr lang="en-US" sz="2000" dirty="0" err="1"/>
              <a:t>westlicher</a:t>
            </a:r>
            <a:r>
              <a:rPr lang="en-US" sz="2000" dirty="0"/>
              <a:t> und </a:t>
            </a:r>
            <a:r>
              <a:rPr lang="en-US" sz="2000" dirty="0" err="1"/>
              <a:t>chinesischer</a:t>
            </a:r>
            <a:r>
              <a:rPr lang="en-US" sz="2000" dirty="0"/>
              <a:t> </a:t>
            </a:r>
            <a:r>
              <a:rPr lang="en-US" sz="2000" dirty="0" err="1"/>
              <a:t>Musikstile</a:t>
            </a: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Mit</a:t>
            </a:r>
            <a:r>
              <a:rPr lang="en-US" sz="2000" dirty="0"/>
              <a:t> 3 Jahren </a:t>
            </a:r>
            <a:r>
              <a:rPr lang="en-US" sz="2000" dirty="0" err="1"/>
              <a:t>angefangen</a:t>
            </a:r>
            <a:r>
              <a:rPr lang="en-US" sz="2000" dirty="0"/>
              <a:t> Klavier </a:t>
            </a:r>
            <a:r>
              <a:rPr lang="en-US" sz="2000" dirty="0" err="1"/>
              <a:t>zu</a:t>
            </a:r>
            <a:r>
              <a:rPr lang="en-US" sz="2000" dirty="0"/>
              <a:t> </a:t>
            </a:r>
            <a:r>
              <a:rPr lang="en-US" sz="2000" dirty="0" err="1"/>
              <a:t>spielen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Film “Secret”</a:t>
            </a:r>
          </a:p>
        </p:txBody>
      </p:sp>
    </p:spTree>
    <p:extLst>
      <p:ext uri="{BB962C8B-B14F-4D97-AF65-F5344CB8AC3E}">
        <p14:creationId xmlns:p14="http://schemas.microsoft.com/office/powerpoint/2010/main" val="3029166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medien 1" title="Secret Piano Battle">
            <a:hlinkClick r:id="" action="ppaction://media"/>
            <a:extLst>
              <a:ext uri="{FF2B5EF4-FFF2-40B4-BE49-F238E27FC236}">
                <a16:creationId xmlns:a16="http://schemas.microsoft.com/office/drawing/2014/main" id="{515A9783-DB88-D100-1251-3DD6F09EB9B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0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Wand, Im Haus, Person, Kleidung enthält.&#10;&#10;Automatisch generierte Beschreibung">
            <a:extLst>
              <a:ext uri="{FF2B5EF4-FFF2-40B4-BE49-F238E27FC236}">
                <a16:creationId xmlns:a16="http://schemas.microsoft.com/office/drawing/2014/main" id="{A726FD40-340A-880E-D14F-1B5CFF285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24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392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Idee Silhouette">
            <a:extLst>
              <a:ext uri="{FF2B5EF4-FFF2-40B4-BE49-F238E27FC236}">
                <a16:creationId xmlns:a16="http://schemas.microsoft.com/office/drawing/2014/main" id="{AADD6376-B56F-E29C-A7D9-C6FFC1B1A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3807" y="1123527"/>
            <a:ext cx="4604800" cy="46048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D56677B-C0B7-4DAC-ACAD-8054FF1B5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573887"/>
            <a:ext cx="0" cy="3710227"/>
          </a:xfrm>
          <a:prstGeom prst="line">
            <a:avLst/>
          </a:prstGeom>
          <a:ln w="19050"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 descr="Klavier mit einfarbiger Füllung">
            <a:extLst>
              <a:ext uri="{FF2B5EF4-FFF2-40B4-BE49-F238E27FC236}">
                <a16:creationId xmlns:a16="http://schemas.microsoft.com/office/drawing/2014/main" id="{327FEAD2-F228-8A29-EA83-0C4BBF74AD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3240" y="1123527"/>
            <a:ext cx="4604800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46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medien 1" title="75 Dương Thị Quỳnh Nhi - Sonate en ut majeur (Mozart) - Cat C - VA01">
            <a:hlinkClick r:id="" action="ppaction://media"/>
            <a:extLst>
              <a:ext uri="{FF2B5EF4-FFF2-40B4-BE49-F238E27FC236}">
                <a16:creationId xmlns:a16="http://schemas.microsoft.com/office/drawing/2014/main" id="{28FD5288-0786-9ED9-A33C-1589E494DDC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16000" y="558800"/>
            <a:ext cx="101600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494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Klavier">
            <a:extLst>
              <a:ext uri="{FF2B5EF4-FFF2-40B4-BE49-F238E27FC236}">
                <a16:creationId xmlns:a16="http://schemas.microsoft.com/office/drawing/2014/main" id="{784047DA-4DE7-E4BC-7C38-35C5659A5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9" b="1198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6A211AD-89BC-86CD-9C39-BD3538B57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Vielen Dank für eure Aufmerksamkeit!</a:t>
            </a:r>
          </a:p>
        </p:txBody>
      </p:sp>
    </p:spTree>
    <p:extLst>
      <p:ext uri="{BB962C8B-B14F-4D97-AF65-F5344CB8AC3E}">
        <p14:creationId xmlns:p14="http://schemas.microsoft.com/office/powerpoint/2010/main" val="49705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YBAQEBAQEBAQEBAQEBAQIAAAAAAAAAAwAAAAMAAAAA/////wQASw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1M/wDHqCelOmyD7T0XiBW4FAAAAAAADAAAAAAADAAAAAwADAAEA////////BAAAAAMAEAALVTDLRJI4qU6lk1nGrSE86wU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PALAAAAAAAAAAAAACAB////////////////AAAA////////////////BAAAAAMA////////BAAAAAMA////////BAAAAAMA////////BAAAAAMA////////BAAAAAMA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BgEDAAAAAwD///////8lAAZMaW5rZWRTaGFwZVByZXNlbnRhdGlvblNldHRpbmdzRGF0YV8wBQAAAAEABAAAAAAABAAAAAIABAAAAAAA////////BAAAAAAA////////BAAAAAAA////////BAAAAAAA////////BA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FM/wDHqCelOmyD7T0XiBW4DRGF0YQAbAAAABExpbmtlZFNoYXBlRGF0YQAFAAAAAAACTmFtZQAZAAAATGlua2VkU2hhcGVzRGF0YVByb3BlcnR5ABBWZXJzaW9uAAAAAAAJTGFzdFdyaXRlAMbEQxuTAQAAAAEA/////8YAxgAAAAVfaWQAEAAAAARVMMtEkjipTqWTWcatITzrA0RhdGEAUwAAAAhQcmVzZW50YXRpb25TY2FubmVkRm9yTGlua2VkU2hhcGVzAAECTnVtYmVyRm9ybWF0U2VwYXJhdG9yTW9kZQAKAAAAQXV0b21hdGljAAACTmFtZQAkAAAATGlua2VkU2hhcGVQcmVzZW50YXRpb25TZXR0aW5nc0RhdGEAEFZlcnNpb24AAAAAAAlMYXN0V3JpdGUA5sRDG5M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</Words>
  <Application>Microsoft Office PowerPoint</Application>
  <PresentationFormat>Breitbild</PresentationFormat>
  <Paragraphs>57</Paragraphs>
  <Slides>20</Slides>
  <Notes>0</Notes>
  <HiddenSlides>0</HiddenSlides>
  <MMClips>3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Verdana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Gliederung</vt:lpstr>
      <vt:lpstr>PowerPoint-Präsentation</vt:lpstr>
      <vt:lpstr>PowerPoint-Präsentation</vt:lpstr>
      <vt:lpstr>PowerPoint-Präsentation</vt:lpstr>
      <vt:lpstr>PowerPoint-Präsentation</vt:lpstr>
      <vt:lpstr>Warum sind Steinway-Flügel so teuer?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Vielen Dank für eure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Duong, Thi Quynh Nhi  SH/HZA-HAADD</dc:creator>
  <cp:lastModifiedBy>Duong, Thi Quynh Nhi  SH/HZA-HAADD</cp:lastModifiedBy>
  <cp:revision>1</cp:revision>
  <dcterms:created xsi:type="dcterms:W3CDTF">2024-11-11T12:47:26Z</dcterms:created>
  <dcterms:modified xsi:type="dcterms:W3CDTF">2024-11-15T08:26:07Z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00c169-dce1-41e3-9e1a-6d4e0f7996c6_Enabled">
    <vt:lpwstr>true</vt:lpwstr>
  </property>
  <property fmtid="{D5CDD505-2E9C-101B-9397-08002B2CF9AE}" pid="3" name="MSIP_Label_e400c169-dce1-41e3-9e1a-6d4e0f7996c6_SetDate">
    <vt:lpwstr>2024-11-13T22:29:17Z</vt:lpwstr>
  </property>
  <property fmtid="{D5CDD505-2E9C-101B-9397-08002B2CF9AE}" pid="4" name="MSIP_Label_e400c169-dce1-41e3-9e1a-6d4e0f7996c6_Method">
    <vt:lpwstr>Privileged</vt:lpwstr>
  </property>
  <property fmtid="{D5CDD505-2E9C-101B-9397-08002B2CF9AE}" pid="5" name="MSIP_Label_e400c169-dce1-41e3-9e1a-6d4e0f7996c6_Name">
    <vt:lpwstr>Public</vt:lpwstr>
  </property>
  <property fmtid="{D5CDD505-2E9C-101B-9397-08002B2CF9AE}" pid="6" name="MSIP_Label_e400c169-dce1-41e3-9e1a-6d4e0f7996c6_SiteId">
    <vt:lpwstr>67416604-6509-4014-9859-45e709f53d3f</vt:lpwstr>
  </property>
  <property fmtid="{D5CDD505-2E9C-101B-9397-08002B2CF9AE}" pid="7" name="MSIP_Label_e400c169-dce1-41e3-9e1a-6d4e0f7996c6_ActionId">
    <vt:lpwstr>dc944227-3bd3-4b9e-bae0-6c98e9d452fc</vt:lpwstr>
  </property>
  <property fmtid="{D5CDD505-2E9C-101B-9397-08002B2CF9AE}" pid="8" name="MSIP_Label_e400c169-dce1-41e3-9e1a-6d4e0f7996c6_ContentBits">
    <vt:lpwstr>2</vt:lpwstr>
  </property>
  <property fmtid="{D5CDD505-2E9C-101B-9397-08002B2CF9AE}" pid="9" name="ClassificationContentMarkingFooterLocations">
    <vt:lpwstr>Office:8</vt:lpwstr>
  </property>
  <property fmtid="{D5CDD505-2E9C-101B-9397-08002B2CF9AE}" pid="10" name="ClassificationContentMarkingFooterText">
    <vt:lpwstr>PUBLIC</vt:lpwstr>
  </property>
</Properties>
</file>