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2" r:id="rId7"/>
    <p:sldId id="270" r:id="rId8"/>
    <p:sldId id="271" r:id="rId9"/>
    <p:sldId id="269" r:id="rId10"/>
    <p:sldId id="272" r:id="rId11"/>
    <p:sldId id="274" r:id="rId12"/>
    <p:sldId id="275" r:id="rId13"/>
    <p:sldId id="276" r:id="rId14"/>
    <p:sldId id="264" r:id="rId15"/>
    <p:sldId id="277" r:id="rId16"/>
    <p:sldId id="278" r:id="rId17"/>
    <p:sldId id="279" r:id="rId18"/>
    <p:sldId id="280" r:id="rId19"/>
    <p:sldId id="281" r:id="rId20"/>
    <p:sldId id="282" r:id="rId21"/>
    <p:sldId id="268" r:id="rId22"/>
    <p:sldId id="283" r:id="rId23"/>
    <p:sldId id="273" r:id="rId24"/>
    <p:sldId id="284" r:id="rId25"/>
  </p:sldIdLst>
  <p:sldSz cx="12192000" cy="6858000"/>
  <p:notesSz cx="6858000" cy="9144000"/>
  <p:custDataLst>
    <p:tags r:id="rId2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FE9A4-A5D9-4808-8E38-A43688DB4A7A}" v="1" dt="2024-11-23T14:10:57.767"/>
    <p1510:client id="{FD50E126-2B12-4A46-9B7C-BECF3DE44E2D}" v="290" dt="2024-11-23T10:06:24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1228" y="4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61EFE9A4-A5D9-4808-8E38-A43688DB4A7A}"/>
    <pc:docChg chg="custSel modSld">
      <pc:chgData name="Duong, Thi Quynh Nhi  SH/HZA-HAADD" userId="fa5d8dce-1e87-4da3-b2b1-08b1cf4c506d" providerId="ADAL" clId="{61EFE9A4-A5D9-4808-8E38-A43688DB4A7A}" dt="2024-11-23T19:57:16.517" v="420" actId="113"/>
      <pc:docMkLst>
        <pc:docMk/>
      </pc:docMkLst>
      <pc:sldChg chg="modSp mod">
        <pc:chgData name="Duong, Thi Quynh Nhi  SH/HZA-HAADD" userId="fa5d8dce-1e87-4da3-b2b1-08b1cf4c506d" providerId="ADAL" clId="{61EFE9A4-A5D9-4808-8E38-A43688DB4A7A}" dt="2024-11-23T11:40:24.012" v="19" actId="20577"/>
        <pc:sldMkLst>
          <pc:docMk/>
          <pc:sldMk cId="1478693464" sldId="258"/>
        </pc:sldMkLst>
        <pc:spChg chg="mod">
          <ac:chgData name="Duong, Thi Quynh Nhi  SH/HZA-HAADD" userId="fa5d8dce-1e87-4da3-b2b1-08b1cf4c506d" providerId="ADAL" clId="{61EFE9A4-A5D9-4808-8E38-A43688DB4A7A}" dt="2024-11-23T11:40:24.012" v="19" actId="20577"/>
          <ac:spMkLst>
            <pc:docMk/>
            <pc:sldMk cId="1478693464" sldId="258"/>
            <ac:spMk id="1054" creationId="{C556EE4F-9441-D24B-1A02-D8CCC82447A6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4:26:06.027" v="197" actId="20577"/>
        <pc:sldMkLst>
          <pc:docMk/>
          <pc:sldMk cId="2787688139" sldId="262"/>
        </pc:sldMkLst>
        <pc:spChg chg="mod">
          <ac:chgData name="Duong, Thi Quynh Nhi  SH/HZA-HAADD" userId="fa5d8dce-1e87-4da3-b2b1-08b1cf4c506d" providerId="ADAL" clId="{61EFE9A4-A5D9-4808-8E38-A43688DB4A7A}" dt="2024-11-23T14:26:06.027" v="197" actId="20577"/>
          <ac:spMkLst>
            <pc:docMk/>
            <pc:sldMk cId="2787688139" sldId="262"/>
            <ac:spMk id="3" creationId="{E62150AE-E4E5-2C53-8A4E-3F00EC7AE8D8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8:50:13.547" v="417" actId="20577"/>
        <pc:sldMkLst>
          <pc:docMk/>
          <pc:sldMk cId="1730540572" sldId="264"/>
        </pc:sldMkLst>
        <pc:spChg chg="mod">
          <ac:chgData name="Duong, Thi Quynh Nhi  SH/HZA-HAADD" userId="fa5d8dce-1e87-4da3-b2b1-08b1cf4c506d" providerId="ADAL" clId="{61EFE9A4-A5D9-4808-8E38-A43688DB4A7A}" dt="2024-11-23T18:50:13.547" v="417" actId="20577"/>
          <ac:spMkLst>
            <pc:docMk/>
            <pc:sldMk cId="1730540572" sldId="264"/>
            <ac:spMk id="6" creationId="{3E6B350E-0920-E3BA-C36D-EFF45E6AB9BD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8:16:32.285" v="389" actId="20577"/>
        <pc:sldMkLst>
          <pc:docMk/>
          <pc:sldMk cId="3959644093" sldId="269"/>
        </pc:sldMkLst>
        <pc:spChg chg="mod">
          <ac:chgData name="Duong, Thi Quynh Nhi  SH/HZA-HAADD" userId="fa5d8dce-1e87-4da3-b2b1-08b1cf4c506d" providerId="ADAL" clId="{61EFE9A4-A5D9-4808-8E38-A43688DB4A7A}" dt="2024-11-23T18:16:32.285" v="389" actId="20577"/>
          <ac:spMkLst>
            <pc:docMk/>
            <pc:sldMk cId="3959644093" sldId="269"/>
            <ac:spMk id="3" creationId="{1BD7937A-B13C-0830-FB91-12DEF83E9C02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4:56:11.642" v="234" actId="113"/>
        <pc:sldMkLst>
          <pc:docMk/>
          <pc:sldMk cId="2813204633" sldId="270"/>
        </pc:sldMkLst>
        <pc:spChg chg="mod">
          <ac:chgData name="Duong, Thi Quynh Nhi  SH/HZA-HAADD" userId="fa5d8dce-1e87-4da3-b2b1-08b1cf4c506d" providerId="ADAL" clId="{61EFE9A4-A5D9-4808-8E38-A43688DB4A7A}" dt="2024-11-23T14:56:11.642" v="234" actId="113"/>
          <ac:spMkLst>
            <pc:docMk/>
            <pc:sldMk cId="2813204633" sldId="270"/>
            <ac:spMk id="9" creationId="{4C2F8322-9014-7E01-F37B-EFA666EEDEC5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8:14:19.284" v="365" actId="113"/>
        <pc:sldMkLst>
          <pc:docMk/>
          <pc:sldMk cId="2348494710" sldId="271"/>
        </pc:sldMkLst>
        <pc:spChg chg="mod">
          <ac:chgData name="Duong, Thi Quynh Nhi  SH/HZA-HAADD" userId="fa5d8dce-1e87-4da3-b2b1-08b1cf4c506d" providerId="ADAL" clId="{61EFE9A4-A5D9-4808-8E38-A43688DB4A7A}" dt="2024-11-23T18:14:19.284" v="365" actId="113"/>
          <ac:spMkLst>
            <pc:docMk/>
            <pc:sldMk cId="2348494710" sldId="271"/>
            <ac:spMk id="5" creationId="{D12C151D-FE56-01BA-53F6-AA58B3AF2016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8:47:42.606" v="390" actId="113"/>
        <pc:sldMkLst>
          <pc:docMk/>
          <pc:sldMk cId="3601971965" sldId="272"/>
        </pc:sldMkLst>
        <pc:spChg chg="mod">
          <ac:chgData name="Duong, Thi Quynh Nhi  SH/HZA-HAADD" userId="fa5d8dce-1e87-4da3-b2b1-08b1cf4c506d" providerId="ADAL" clId="{61EFE9A4-A5D9-4808-8E38-A43688DB4A7A}" dt="2024-11-23T18:47:42.606" v="390" actId="113"/>
          <ac:spMkLst>
            <pc:docMk/>
            <pc:sldMk cId="3601971965" sldId="272"/>
            <ac:spMk id="7" creationId="{F0748C04-1165-89E9-07BC-D839089FA3A5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9:57:12.286" v="419" actId="113"/>
        <pc:sldMkLst>
          <pc:docMk/>
          <pc:sldMk cId="3422959238" sldId="275"/>
        </pc:sldMkLst>
        <pc:spChg chg="mod">
          <ac:chgData name="Duong, Thi Quynh Nhi  SH/HZA-HAADD" userId="fa5d8dce-1e87-4da3-b2b1-08b1cf4c506d" providerId="ADAL" clId="{61EFE9A4-A5D9-4808-8E38-A43688DB4A7A}" dt="2024-11-23T19:57:12.286" v="419" actId="113"/>
          <ac:spMkLst>
            <pc:docMk/>
            <pc:sldMk cId="3422959238" sldId="275"/>
            <ac:spMk id="7" creationId="{EBC9D64F-C06E-073F-CB16-62039960C8BF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9:57:16.517" v="420" actId="113"/>
        <pc:sldMkLst>
          <pc:docMk/>
          <pc:sldMk cId="2109121714" sldId="276"/>
        </pc:sldMkLst>
        <pc:spChg chg="mod">
          <ac:chgData name="Duong, Thi Quynh Nhi  SH/HZA-HAADD" userId="fa5d8dce-1e87-4da3-b2b1-08b1cf4c506d" providerId="ADAL" clId="{61EFE9A4-A5D9-4808-8E38-A43688DB4A7A}" dt="2024-11-23T19:57:16.517" v="420" actId="113"/>
          <ac:spMkLst>
            <pc:docMk/>
            <pc:sldMk cId="2109121714" sldId="276"/>
            <ac:spMk id="5" creationId="{5AE7E06D-00B0-F0E5-EEE4-C28EC6F57D81}"/>
          </ac:spMkLst>
        </pc:spChg>
      </pc:sldChg>
      <pc:sldChg chg="modSp mod">
        <pc:chgData name="Duong, Thi Quynh Nhi  SH/HZA-HAADD" userId="fa5d8dce-1e87-4da3-b2b1-08b1cf4c506d" providerId="ADAL" clId="{61EFE9A4-A5D9-4808-8E38-A43688DB4A7A}" dt="2024-11-23T18:52:46.845" v="418" actId="113"/>
        <pc:sldMkLst>
          <pc:docMk/>
          <pc:sldMk cId="39800862" sldId="279"/>
        </pc:sldMkLst>
        <pc:spChg chg="mod">
          <ac:chgData name="Duong, Thi Quynh Nhi  SH/HZA-HAADD" userId="fa5d8dce-1e87-4da3-b2b1-08b1cf4c506d" providerId="ADAL" clId="{61EFE9A4-A5D9-4808-8E38-A43688DB4A7A}" dt="2024-11-23T18:52:46.845" v="418" actId="113"/>
          <ac:spMkLst>
            <pc:docMk/>
            <pc:sldMk cId="39800862" sldId="279"/>
            <ac:spMk id="6" creationId="{0FCE1A24-9643-C429-A488-575EC411D35D}"/>
          </ac:spMkLst>
        </pc:spChg>
      </pc:sldChg>
    </pc:docChg>
  </pc:docChgLst>
  <pc:docChgLst>
    <pc:chgData name="Duong, Thi Quynh Nhi  SH/HZA-HAADD" userId="fa5d8dce-1e87-4da3-b2b1-08b1cf4c506d" providerId="ADAL" clId="{FD50E126-2B12-4A46-9B7C-BECF3DE44E2D}"/>
    <pc:docChg chg="undo redo custSel addSld delSld modSld sldOrd">
      <pc:chgData name="Duong, Thi Quynh Nhi  SH/HZA-HAADD" userId="fa5d8dce-1e87-4da3-b2b1-08b1cf4c506d" providerId="ADAL" clId="{FD50E126-2B12-4A46-9B7C-BECF3DE44E2D}" dt="2024-11-23T10:20:52.195" v="5800" actId="1076"/>
      <pc:docMkLst>
        <pc:docMk/>
      </pc:docMkLst>
      <pc:sldChg chg="addSp delSp modSp mod setBg">
        <pc:chgData name="Duong, Thi Quynh Nhi  SH/HZA-HAADD" userId="fa5d8dce-1e87-4da3-b2b1-08b1cf4c506d" providerId="ADAL" clId="{FD50E126-2B12-4A46-9B7C-BECF3DE44E2D}" dt="2024-11-23T09:48:40.242" v="5661" actId="26606"/>
        <pc:sldMkLst>
          <pc:docMk/>
          <pc:sldMk cId="2103742645" sldId="256"/>
        </pc:sldMkLst>
        <pc:spChg chg="del mod">
          <ac:chgData name="Duong, Thi Quynh Nhi  SH/HZA-HAADD" userId="fa5d8dce-1e87-4da3-b2b1-08b1cf4c506d" providerId="ADAL" clId="{FD50E126-2B12-4A46-9B7C-BECF3DE44E2D}" dt="2024-11-23T09:48:23.428" v="5652" actId="478"/>
          <ac:spMkLst>
            <pc:docMk/>
            <pc:sldMk cId="2103742645" sldId="256"/>
            <ac:spMk id="2" creationId="{72EEB6DF-C952-C629-16A4-3DD3329F5A83}"/>
          </ac:spMkLst>
        </pc:spChg>
        <pc:spChg chg="del">
          <ac:chgData name="Duong, Thi Quynh Nhi  SH/HZA-HAADD" userId="fa5d8dce-1e87-4da3-b2b1-08b1cf4c506d" providerId="ADAL" clId="{FD50E126-2B12-4A46-9B7C-BECF3DE44E2D}" dt="2024-11-23T09:40:48.653" v="5604" actId="478"/>
          <ac:spMkLst>
            <pc:docMk/>
            <pc:sldMk cId="2103742645" sldId="256"/>
            <ac:spMk id="3" creationId="{ABDBAD84-61A7-B8BA-1279-4CE857170AF0}"/>
          </ac:spMkLst>
        </pc:spChg>
        <pc:spChg chg="add del mod">
          <ac:chgData name="Duong, Thi Quynh Nhi  SH/HZA-HAADD" userId="fa5d8dce-1e87-4da3-b2b1-08b1cf4c506d" providerId="ADAL" clId="{FD50E126-2B12-4A46-9B7C-BECF3DE44E2D}" dt="2024-11-23T09:48:25.977" v="5653" actId="478"/>
          <ac:spMkLst>
            <pc:docMk/>
            <pc:sldMk cId="2103742645" sldId="256"/>
            <ac:spMk id="6" creationId="{E4DD87C1-F584-792E-96B5-E4DA3E8F63A1}"/>
          </ac:spMkLst>
        </pc:spChg>
        <pc:spChg chg="add del">
          <ac:chgData name="Duong, Thi Quynh Nhi  SH/HZA-HAADD" userId="fa5d8dce-1e87-4da3-b2b1-08b1cf4c506d" providerId="ADAL" clId="{FD50E126-2B12-4A46-9B7C-BECF3DE44E2D}" dt="2024-11-23T09:48:36.355" v="5656" actId="26606"/>
          <ac:spMkLst>
            <pc:docMk/>
            <pc:sldMk cId="2103742645" sldId="256"/>
            <ac:spMk id="9" creationId="{6680F1D3-7650-4307-A001-0163AD371D29}"/>
          </ac:spMkLst>
        </pc:spChg>
        <pc:spChg chg="add del">
          <ac:chgData name="Duong, Thi Quynh Nhi  SH/HZA-HAADD" userId="fa5d8dce-1e87-4da3-b2b1-08b1cf4c506d" providerId="ADAL" clId="{FD50E126-2B12-4A46-9B7C-BECF3DE44E2D}" dt="2024-11-23T09:48:39.236" v="5658" actId="26606"/>
          <ac:spMkLst>
            <pc:docMk/>
            <pc:sldMk cId="2103742645" sldId="256"/>
            <ac:spMk id="11" creationId="{42A4FC2C-047E-45A5-965D-8E1E3BF09BC6}"/>
          </ac:spMkLst>
        </pc:spChg>
        <pc:spChg chg="add del">
          <ac:chgData name="Duong, Thi Quynh Nhi  SH/HZA-HAADD" userId="fa5d8dce-1e87-4da3-b2b1-08b1cf4c506d" providerId="ADAL" clId="{FD50E126-2B12-4A46-9B7C-BECF3DE44E2D}" dt="2024-11-23T09:48:40.238" v="5660" actId="26606"/>
          <ac:spMkLst>
            <pc:docMk/>
            <pc:sldMk cId="2103742645" sldId="256"/>
            <ac:spMk id="13" creationId="{6680F1D3-7650-4307-A001-0163AD371D29}"/>
          </ac:spMkLst>
        </pc:spChg>
        <pc:spChg chg="add">
          <ac:chgData name="Duong, Thi Quynh Nhi  SH/HZA-HAADD" userId="fa5d8dce-1e87-4da3-b2b1-08b1cf4c506d" providerId="ADAL" clId="{FD50E126-2B12-4A46-9B7C-BECF3DE44E2D}" dt="2024-11-23T09:48:40.242" v="5661" actId="26606"/>
          <ac:spMkLst>
            <pc:docMk/>
            <pc:sldMk cId="2103742645" sldId="256"/>
            <ac:spMk id="15" creationId="{42A4FC2C-047E-45A5-965D-8E1E3BF09BC6}"/>
          </ac:spMkLst>
        </pc:spChg>
        <pc:picChg chg="add mod">
          <ac:chgData name="Duong, Thi Quynh Nhi  SH/HZA-HAADD" userId="fa5d8dce-1e87-4da3-b2b1-08b1cf4c506d" providerId="ADAL" clId="{FD50E126-2B12-4A46-9B7C-BECF3DE44E2D}" dt="2024-11-23T09:48:40.242" v="5661" actId="26606"/>
          <ac:picMkLst>
            <pc:docMk/>
            <pc:sldMk cId="2103742645" sldId="256"/>
            <ac:picMk id="4" creationId="{D4471A38-8DB7-E041-9803-1071C4A42691}"/>
          </ac:picMkLst>
        </pc:picChg>
      </pc:sldChg>
      <pc:sldChg chg="modSp del mod">
        <pc:chgData name="Duong, Thi Quynh Nhi  SH/HZA-HAADD" userId="fa5d8dce-1e87-4da3-b2b1-08b1cf4c506d" providerId="ADAL" clId="{FD50E126-2B12-4A46-9B7C-BECF3DE44E2D}" dt="2024-11-23T09:40:44.833" v="5603" actId="2696"/>
        <pc:sldMkLst>
          <pc:docMk/>
          <pc:sldMk cId="1284133075" sldId="257"/>
        </pc:sldMkLst>
        <pc:spChg chg="mod">
          <ac:chgData name="Duong, Thi Quynh Nhi  SH/HZA-HAADD" userId="fa5d8dce-1e87-4da3-b2b1-08b1cf4c506d" providerId="ADAL" clId="{FD50E126-2B12-4A46-9B7C-BECF3DE44E2D}" dt="2024-11-21T19:55:40.830" v="10" actId="20577"/>
          <ac:spMkLst>
            <pc:docMk/>
            <pc:sldMk cId="1284133075" sldId="257"/>
            <ac:spMk id="2" creationId="{747789EE-7478-97E8-04D9-3DFA61E8F86D}"/>
          </ac:spMkLst>
        </pc:spChg>
        <pc:spChg chg="mod">
          <ac:chgData name="Duong, Thi Quynh Nhi  SH/HZA-HAADD" userId="fa5d8dce-1e87-4da3-b2b1-08b1cf4c506d" providerId="ADAL" clId="{FD50E126-2B12-4A46-9B7C-BECF3DE44E2D}" dt="2024-11-22T14:23:25.612" v="978" actId="20577"/>
          <ac:spMkLst>
            <pc:docMk/>
            <pc:sldMk cId="1284133075" sldId="257"/>
            <ac:spMk id="3" creationId="{3AE53E30-7EDE-CB43-A26E-C8F7C18F2429}"/>
          </ac:spMkLst>
        </pc:spChg>
      </pc:sldChg>
      <pc:sldChg chg="addSp delSp modSp new mod setBg">
        <pc:chgData name="Duong, Thi Quynh Nhi  SH/HZA-HAADD" userId="fa5d8dce-1e87-4da3-b2b1-08b1cf4c506d" providerId="ADAL" clId="{FD50E126-2B12-4A46-9B7C-BECF3DE44E2D}" dt="2024-11-23T10:06:53.717" v="5743" actId="26606"/>
        <pc:sldMkLst>
          <pc:docMk/>
          <pc:sldMk cId="1478693464" sldId="258"/>
        </pc:sldMkLst>
        <pc:spChg chg="mod ord">
          <ac:chgData name="Duong, Thi Quynh Nhi  SH/HZA-HAADD" userId="fa5d8dce-1e87-4da3-b2b1-08b1cf4c506d" providerId="ADAL" clId="{FD50E126-2B12-4A46-9B7C-BECF3DE44E2D}" dt="2024-11-23T10:06:53.717" v="5743" actId="26606"/>
          <ac:spMkLst>
            <pc:docMk/>
            <pc:sldMk cId="1478693464" sldId="258"/>
            <ac:spMk id="2" creationId="{C27FA124-A10A-3509-93A1-F9A0CCF6123E}"/>
          </ac:spMkLst>
        </pc:spChg>
        <pc:spChg chg="add del mod ord">
          <ac:chgData name="Duong, Thi Quynh Nhi  SH/HZA-HAADD" userId="fa5d8dce-1e87-4da3-b2b1-08b1cf4c506d" providerId="ADAL" clId="{FD50E126-2B12-4A46-9B7C-BECF3DE44E2D}" dt="2024-11-23T10:06:53.717" v="5743" actId="26606"/>
          <ac:spMkLst>
            <pc:docMk/>
            <pc:sldMk cId="1478693464" sldId="258"/>
            <ac:spMk id="3" creationId="{C556EE4F-9441-D24B-1A02-D8CCC82447A6}"/>
          </ac:spMkLst>
        </pc:spChg>
        <pc:spChg chg="add del">
          <ac:chgData name="Duong, Thi Quynh Nhi  SH/HZA-HAADD" userId="fa5d8dce-1e87-4da3-b2b1-08b1cf4c506d" providerId="ADAL" clId="{FD50E126-2B12-4A46-9B7C-BECF3DE44E2D}" dt="2024-11-23T10:06:18.085" v="5724" actId="26606"/>
          <ac:spMkLst>
            <pc:docMk/>
            <pc:sldMk cId="1478693464" sldId="258"/>
            <ac:spMk id="11" creationId="{E335820B-3A29-42C5-AA8D-10ECA43CD985}"/>
          </ac:spMkLst>
        </pc:spChg>
        <pc:spChg chg="add del">
          <ac:chgData name="Duong, Thi Quynh Nhi  SH/HZA-HAADD" userId="fa5d8dce-1e87-4da3-b2b1-08b1cf4c506d" providerId="ADAL" clId="{FD50E126-2B12-4A46-9B7C-BECF3DE44E2D}" dt="2024-11-23T09:46:18.754" v="5646" actId="26606"/>
          <ac:spMkLst>
            <pc:docMk/>
            <pc:sldMk cId="1478693464" sldId="258"/>
            <ac:spMk id="19" creationId="{FE1EC756-41E9-4FD6-AD48-EF46A28137B7}"/>
          </ac:spMkLst>
        </pc:spChg>
        <pc:spChg chg="add del">
          <ac:chgData name="Duong, Thi Quynh Nhi  SH/HZA-HAADD" userId="fa5d8dce-1e87-4da3-b2b1-08b1cf4c506d" providerId="ADAL" clId="{FD50E126-2B12-4A46-9B7C-BECF3DE44E2D}" dt="2024-11-23T09:46:18.754" v="5646" actId="26606"/>
          <ac:spMkLst>
            <pc:docMk/>
            <pc:sldMk cId="1478693464" sldId="258"/>
            <ac:spMk id="20" creationId="{E66F6371-9EA5-9354-29DC-1D07B921F79C}"/>
          </ac:spMkLst>
        </pc:spChg>
        <pc:spChg chg="add del">
          <ac:chgData name="Duong, Thi Quynh Nhi  SH/HZA-HAADD" userId="fa5d8dce-1e87-4da3-b2b1-08b1cf4c506d" providerId="ADAL" clId="{FD50E126-2B12-4A46-9B7C-BECF3DE44E2D}" dt="2024-11-23T10:06:18.085" v="5724" actId="26606"/>
          <ac:spMkLst>
            <pc:docMk/>
            <pc:sldMk cId="1478693464" sldId="258"/>
            <ac:spMk id="22" creationId="{B65C0385-5E30-4D2E-AF9F-4639659D34E9}"/>
          </ac:spMkLst>
        </pc:spChg>
        <pc:spChg chg="add del">
          <ac:chgData name="Duong, Thi Quynh Nhi  SH/HZA-HAADD" userId="fa5d8dce-1e87-4da3-b2b1-08b1cf4c506d" providerId="ADAL" clId="{FD50E126-2B12-4A46-9B7C-BECF3DE44E2D}" dt="2024-11-23T10:06:30.275" v="5728" actId="26606"/>
          <ac:spMkLst>
            <pc:docMk/>
            <pc:sldMk cId="1478693464" sldId="258"/>
            <ac:spMk id="1031" creationId="{D5997EA8-5EFC-40CD-A85F-C3C3BC5F9EB7}"/>
          </ac:spMkLst>
        </pc:spChg>
        <pc:spChg chg="add del">
          <ac:chgData name="Duong, Thi Quynh Nhi  SH/HZA-HAADD" userId="fa5d8dce-1e87-4da3-b2b1-08b1cf4c506d" providerId="ADAL" clId="{FD50E126-2B12-4A46-9B7C-BECF3DE44E2D}" dt="2024-11-23T10:06:45.227" v="5738" actId="26606"/>
          <ac:spMkLst>
            <pc:docMk/>
            <pc:sldMk cId="1478693464" sldId="258"/>
            <ac:spMk id="1032" creationId="{66E48AFA-8884-4F68-A44F-D2C1E8609C5A}"/>
          </ac:spMkLst>
        </pc:spChg>
        <pc:spChg chg="add del">
          <ac:chgData name="Duong, Thi Quynh Nhi  SH/HZA-HAADD" userId="fa5d8dce-1e87-4da3-b2b1-08b1cf4c506d" providerId="ADAL" clId="{FD50E126-2B12-4A46-9B7C-BECF3DE44E2D}" dt="2024-11-23T10:06:30.275" v="5728" actId="26606"/>
          <ac:spMkLst>
            <pc:docMk/>
            <pc:sldMk cId="1478693464" sldId="258"/>
            <ac:spMk id="1033" creationId="{1CF6A1EC-BD15-42D9-A339-A3970CF7C65A}"/>
          </ac:spMkLst>
        </pc:spChg>
        <pc:spChg chg="add del">
          <ac:chgData name="Duong, Thi Quynh Nhi  SH/HZA-HAADD" userId="fa5d8dce-1e87-4da3-b2b1-08b1cf4c506d" providerId="ADAL" clId="{FD50E126-2B12-4A46-9B7C-BECF3DE44E2D}" dt="2024-11-23T10:06:45.227" v="5738" actId="26606"/>
          <ac:spMkLst>
            <pc:docMk/>
            <pc:sldMk cId="1478693464" sldId="258"/>
            <ac:spMk id="1034" creationId="{969D19A6-08CB-498C-93EC-3FFB021FC68A}"/>
          </ac:spMkLst>
        </pc:spChg>
        <pc:spChg chg="add del">
          <ac:chgData name="Duong, Thi Quynh Nhi  SH/HZA-HAADD" userId="fa5d8dce-1e87-4da3-b2b1-08b1cf4c506d" providerId="ADAL" clId="{FD50E126-2B12-4A46-9B7C-BECF3DE44E2D}" dt="2024-11-23T10:06:30.275" v="5728" actId="26606"/>
          <ac:spMkLst>
            <pc:docMk/>
            <pc:sldMk cId="1478693464" sldId="258"/>
            <ac:spMk id="1035" creationId="{A720C27D-5C39-492B-BD68-C220C0F838AC}"/>
          </ac:spMkLst>
        </pc:spChg>
        <pc:spChg chg="add del">
          <ac:chgData name="Duong, Thi Quynh Nhi  SH/HZA-HAADD" userId="fa5d8dce-1e87-4da3-b2b1-08b1cf4c506d" providerId="ADAL" clId="{FD50E126-2B12-4A46-9B7C-BECF3DE44E2D}" dt="2024-11-23T10:06:45.227" v="5738" actId="26606"/>
          <ac:spMkLst>
            <pc:docMk/>
            <pc:sldMk cId="1478693464" sldId="258"/>
            <ac:spMk id="1036" creationId="{C556EE4F-9441-D24B-1A02-D8CCC82447A6}"/>
          </ac:spMkLst>
        </pc:spChg>
        <pc:spChg chg="add del">
          <ac:chgData name="Duong, Thi Quynh Nhi  SH/HZA-HAADD" userId="fa5d8dce-1e87-4da3-b2b1-08b1cf4c506d" providerId="ADAL" clId="{FD50E126-2B12-4A46-9B7C-BECF3DE44E2D}" dt="2024-11-23T10:06:30.275" v="5728" actId="26606"/>
          <ac:spMkLst>
            <pc:docMk/>
            <pc:sldMk cId="1478693464" sldId="258"/>
            <ac:spMk id="1037" creationId="{A4F3394A-A959-460A-ACF9-5FA682C76940}"/>
          </ac:spMkLst>
        </pc:spChg>
        <pc:spChg chg="add del">
          <ac:chgData name="Duong, Thi Quynh Nhi  SH/HZA-HAADD" userId="fa5d8dce-1e87-4da3-b2b1-08b1cf4c506d" providerId="ADAL" clId="{FD50E126-2B12-4A46-9B7C-BECF3DE44E2D}" dt="2024-11-23T10:06:47.785" v="5740" actId="26606"/>
          <ac:spMkLst>
            <pc:docMk/>
            <pc:sldMk cId="1478693464" sldId="258"/>
            <ac:spMk id="1038" creationId="{D5997EA8-5EFC-40CD-A85F-C3C3BC5F9EB7}"/>
          </ac:spMkLst>
        </pc:spChg>
        <pc:spChg chg="add del">
          <ac:chgData name="Duong, Thi Quynh Nhi  SH/HZA-HAADD" userId="fa5d8dce-1e87-4da3-b2b1-08b1cf4c506d" providerId="ADAL" clId="{FD50E126-2B12-4A46-9B7C-BECF3DE44E2D}" dt="2024-11-23T10:06:31.980" v="5730" actId="26606"/>
          <ac:spMkLst>
            <pc:docMk/>
            <pc:sldMk cId="1478693464" sldId="258"/>
            <ac:spMk id="1039" creationId="{B1595A09-E336-4D1B-9B3A-06A2287A54E2}"/>
          </ac:spMkLst>
        </pc:spChg>
        <pc:spChg chg="add del">
          <ac:chgData name="Duong, Thi Quynh Nhi  SH/HZA-HAADD" userId="fa5d8dce-1e87-4da3-b2b1-08b1cf4c506d" providerId="ADAL" clId="{FD50E126-2B12-4A46-9B7C-BECF3DE44E2D}" dt="2024-11-23T10:06:31.980" v="5730" actId="26606"/>
          <ac:spMkLst>
            <pc:docMk/>
            <pc:sldMk cId="1478693464" sldId="258"/>
            <ac:spMk id="1040" creationId="{3540989C-C7B8-473B-BF87-6F2DA6A90006}"/>
          </ac:spMkLst>
        </pc:spChg>
        <pc:spChg chg="add del">
          <ac:chgData name="Duong, Thi Quynh Nhi  SH/HZA-HAADD" userId="fa5d8dce-1e87-4da3-b2b1-08b1cf4c506d" providerId="ADAL" clId="{FD50E126-2B12-4A46-9B7C-BECF3DE44E2D}" dt="2024-11-23T10:06:47.785" v="5740" actId="26606"/>
          <ac:spMkLst>
            <pc:docMk/>
            <pc:sldMk cId="1478693464" sldId="258"/>
            <ac:spMk id="1041" creationId="{1CF6A1EC-BD15-42D9-A339-A3970CF7C65A}"/>
          </ac:spMkLst>
        </pc:spChg>
        <pc:spChg chg="add del">
          <ac:chgData name="Duong, Thi Quynh Nhi  SH/HZA-HAADD" userId="fa5d8dce-1e87-4da3-b2b1-08b1cf4c506d" providerId="ADAL" clId="{FD50E126-2B12-4A46-9B7C-BECF3DE44E2D}" dt="2024-11-23T10:06:37.604" v="5732" actId="26606"/>
          <ac:spMkLst>
            <pc:docMk/>
            <pc:sldMk cId="1478693464" sldId="258"/>
            <ac:spMk id="1042" creationId="{66E48AFA-8884-4F68-A44F-D2C1E8609C5A}"/>
          </ac:spMkLst>
        </pc:spChg>
        <pc:spChg chg="add del">
          <ac:chgData name="Duong, Thi Quynh Nhi  SH/HZA-HAADD" userId="fa5d8dce-1e87-4da3-b2b1-08b1cf4c506d" providerId="ADAL" clId="{FD50E126-2B12-4A46-9B7C-BECF3DE44E2D}" dt="2024-11-23T10:06:37.604" v="5732" actId="26606"/>
          <ac:spMkLst>
            <pc:docMk/>
            <pc:sldMk cId="1478693464" sldId="258"/>
            <ac:spMk id="1043" creationId="{969D19A6-08CB-498C-93EC-3FFB021FC68A}"/>
          </ac:spMkLst>
        </pc:spChg>
        <pc:spChg chg="add del">
          <ac:chgData name="Duong, Thi Quynh Nhi  SH/HZA-HAADD" userId="fa5d8dce-1e87-4da3-b2b1-08b1cf4c506d" providerId="ADAL" clId="{FD50E126-2B12-4A46-9B7C-BECF3DE44E2D}" dt="2024-11-23T10:06:47.785" v="5740" actId="26606"/>
          <ac:spMkLst>
            <pc:docMk/>
            <pc:sldMk cId="1478693464" sldId="258"/>
            <ac:spMk id="1044" creationId="{A720C27D-5C39-492B-BD68-C220C0F838AC}"/>
          </ac:spMkLst>
        </pc:spChg>
        <pc:spChg chg="add del">
          <ac:chgData name="Duong, Thi Quynh Nhi  SH/HZA-HAADD" userId="fa5d8dce-1e87-4da3-b2b1-08b1cf4c506d" providerId="ADAL" clId="{FD50E126-2B12-4A46-9B7C-BECF3DE44E2D}" dt="2024-11-23T10:06:47.785" v="5740" actId="26606"/>
          <ac:spMkLst>
            <pc:docMk/>
            <pc:sldMk cId="1478693464" sldId="258"/>
            <ac:spMk id="1045" creationId="{A4F3394A-A959-460A-ACF9-5FA682C76940}"/>
          </ac:spMkLst>
        </pc:spChg>
        <pc:spChg chg="add del">
          <ac:chgData name="Duong, Thi Quynh Nhi  SH/HZA-HAADD" userId="fa5d8dce-1e87-4da3-b2b1-08b1cf4c506d" providerId="ADAL" clId="{FD50E126-2B12-4A46-9B7C-BECF3DE44E2D}" dt="2024-11-23T10:06:47.785" v="5740" actId="26606"/>
          <ac:spMkLst>
            <pc:docMk/>
            <pc:sldMk cId="1478693464" sldId="258"/>
            <ac:spMk id="1046" creationId="{C556EE4F-9441-D24B-1A02-D8CCC82447A6}"/>
          </ac:spMkLst>
        </pc:spChg>
        <pc:spChg chg="add del">
          <ac:chgData name="Duong, Thi Quynh Nhi  SH/HZA-HAADD" userId="fa5d8dce-1e87-4da3-b2b1-08b1cf4c506d" providerId="ADAL" clId="{FD50E126-2B12-4A46-9B7C-BECF3DE44E2D}" dt="2024-11-23T10:06:53.711" v="5742" actId="26606"/>
          <ac:spMkLst>
            <pc:docMk/>
            <pc:sldMk cId="1478693464" sldId="258"/>
            <ac:spMk id="1048" creationId="{C0A1ED06-4733-4020-9C60-81D4D801408D}"/>
          </ac:spMkLst>
        </pc:spChg>
        <pc:spChg chg="add del">
          <ac:chgData name="Duong, Thi Quynh Nhi  SH/HZA-HAADD" userId="fa5d8dce-1e87-4da3-b2b1-08b1cf4c506d" providerId="ADAL" clId="{FD50E126-2B12-4A46-9B7C-BECF3DE44E2D}" dt="2024-11-23T10:06:53.711" v="5742" actId="26606"/>
          <ac:spMkLst>
            <pc:docMk/>
            <pc:sldMk cId="1478693464" sldId="258"/>
            <ac:spMk id="1049" creationId="{B0CA3509-3AF9-45FE-93ED-57BB5D5E8E07}"/>
          </ac:spMkLst>
        </pc:spChg>
        <pc:spChg chg="add del">
          <ac:chgData name="Duong, Thi Quynh Nhi  SH/HZA-HAADD" userId="fa5d8dce-1e87-4da3-b2b1-08b1cf4c506d" providerId="ADAL" clId="{FD50E126-2B12-4A46-9B7C-BECF3DE44E2D}" dt="2024-11-23T10:06:53.711" v="5742" actId="26606"/>
          <ac:spMkLst>
            <pc:docMk/>
            <pc:sldMk cId="1478693464" sldId="258"/>
            <ac:spMk id="1050" creationId="{C556EE4F-9441-D24B-1A02-D8CCC82447A6}"/>
          </ac:spMkLst>
        </pc:spChg>
        <pc:spChg chg="add">
          <ac:chgData name="Duong, Thi Quynh Nhi  SH/HZA-HAADD" userId="fa5d8dce-1e87-4da3-b2b1-08b1cf4c506d" providerId="ADAL" clId="{FD50E126-2B12-4A46-9B7C-BECF3DE44E2D}" dt="2024-11-23T10:06:53.717" v="5743" actId="26606"/>
          <ac:spMkLst>
            <pc:docMk/>
            <pc:sldMk cId="1478693464" sldId="258"/>
            <ac:spMk id="1052" creationId="{66E48AFA-8884-4F68-A44F-D2C1E8609C5A}"/>
          </ac:spMkLst>
        </pc:spChg>
        <pc:spChg chg="add">
          <ac:chgData name="Duong, Thi Quynh Nhi  SH/HZA-HAADD" userId="fa5d8dce-1e87-4da3-b2b1-08b1cf4c506d" providerId="ADAL" clId="{FD50E126-2B12-4A46-9B7C-BECF3DE44E2D}" dt="2024-11-23T10:06:53.717" v="5743" actId="26606"/>
          <ac:spMkLst>
            <pc:docMk/>
            <pc:sldMk cId="1478693464" sldId="258"/>
            <ac:spMk id="1053" creationId="{969D19A6-08CB-498C-93EC-3FFB021FC68A}"/>
          </ac:spMkLst>
        </pc:spChg>
        <pc:spChg chg="add">
          <ac:chgData name="Duong, Thi Quynh Nhi  SH/HZA-HAADD" userId="fa5d8dce-1e87-4da3-b2b1-08b1cf4c506d" providerId="ADAL" clId="{FD50E126-2B12-4A46-9B7C-BECF3DE44E2D}" dt="2024-11-23T10:06:53.717" v="5743" actId="26606"/>
          <ac:spMkLst>
            <pc:docMk/>
            <pc:sldMk cId="1478693464" sldId="258"/>
            <ac:spMk id="1054" creationId="{C556EE4F-9441-D24B-1A02-D8CCC82447A6}"/>
          </ac:spMkLst>
        </pc:spChg>
        <pc:grpChg chg="add del">
          <ac:chgData name="Duong, Thi Quynh Nhi  SH/HZA-HAADD" userId="fa5d8dce-1e87-4da3-b2b1-08b1cf4c506d" providerId="ADAL" clId="{FD50E126-2B12-4A46-9B7C-BECF3DE44E2D}" dt="2024-11-23T09:46:11.876" v="5640" actId="26606"/>
          <ac:grpSpMkLst>
            <pc:docMk/>
            <pc:sldMk cId="1478693464" sldId="258"/>
            <ac:grpSpMk id="9" creationId="{31C49F18-8757-4E87-5C2E-9D6D7B82BA3B}"/>
          </ac:grpSpMkLst>
        </pc:grpChg>
        <pc:grpChg chg="add del">
          <ac:chgData name="Duong, Thi Quynh Nhi  SH/HZA-HAADD" userId="fa5d8dce-1e87-4da3-b2b1-08b1cf4c506d" providerId="ADAL" clId="{FD50E126-2B12-4A46-9B7C-BECF3DE44E2D}" dt="2024-11-23T09:46:13.029" v="5642" actId="26606"/>
          <ac:grpSpMkLst>
            <pc:docMk/>
            <pc:sldMk cId="1478693464" sldId="258"/>
            <ac:grpSpMk id="13" creationId="{6258F736-B256-8039-9DC6-F4E49A5C5AD5}"/>
          </ac:grpSpMkLst>
        </pc:grpChg>
        <pc:grpChg chg="add del">
          <ac:chgData name="Duong, Thi Quynh Nhi  SH/HZA-HAADD" userId="fa5d8dce-1e87-4da3-b2b1-08b1cf4c506d" providerId="ADAL" clId="{FD50E126-2B12-4A46-9B7C-BECF3DE44E2D}" dt="2024-11-23T09:46:15.513" v="5644" actId="26606"/>
          <ac:grpSpMkLst>
            <pc:docMk/>
            <pc:sldMk cId="1478693464" sldId="258"/>
            <ac:grpSpMk id="17" creationId="{31C49F18-8757-4E87-5C2E-9D6D7B82BA3B}"/>
          </ac:grpSpMkLst>
        </pc:grpChg>
        <pc:graphicFrameChg chg="add del">
          <ac:chgData name="Duong, Thi Quynh Nhi  SH/HZA-HAADD" userId="fa5d8dce-1e87-4da3-b2b1-08b1cf4c506d" providerId="ADAL" clId="{FD50E126-2B12-4A46-9B7C-BECF3DE44E2D}" dt="2024-11-23T10:06:38.323" v="5734" actId="26606"/>
          <ac:graphicFrameMkLst>
            <pc:docMk/>
            <pc:sldMk cId="1478693464" sldId="258"/>
            <ac:graphicFrameMk id="1028" creationId="{729E045C-4A92-EF5C-4A68-B8C3AA2F1236}"/>
          </ac:graphicFrameMkLst>
        </pc:graphicFrameChg>
        <pc:graphicFrameChg chg="add del">
          <ac:chgData name="Duong, Thi Quynh Nhi  SH/HZA-HAADD" userId="fa5d8dce-1e87-4da3-b2b1-08b1cf4c506d" providerId="ADAL" clId="{FD50E126-2B12-4A46-9B7C-BECF3DE44E2D}" dt="2024-11-23T10:06:44.058" v="5736" actId="26606"/>
          <ac:graphicFrameMkLst>
            <pc:docMk/>
            <pc:sldMk cId="1478693464" sldId="258"/>
            <ac:graphicFrameMk id="1030" creationId="{1137DB35-7647-A02D-B337-140A429B022A}"/>
          </ac:graphicFrameMkLst>
        </pc:graphicFrameChg>
        <pc:picChg chg="add del mod ord">
          <ac:chgData name="Duong, Thi Quynh Nhi  SH/HZA-HAADD" userId="fa5d8dce-1e87-4da3-b2b1-08b1cf4c506d" providerId="ADAL" clId="{FD50E126-2B12-4A46-9B7C-BECF3DE44E2D}" dt="2024-11-23T10:06:13.640" v="5722" actId="478"/>
          <ac:picMkLst>
            <pc:docMk/>
            <pc:sldMk cId="1478693464" sldId="258"/>
            <ac:picMk id="4" creationId="{1EFA0448-3298-ED78-07D2-7BE53C0B29CE}"/>
          </ac:picMkLst>
        </pc:picChg>
        <pc:picChg chg="add mod">
          <ac:chgData name="Duong, Thi Quynh Nhi  SH/HZA-HAADD" userId="fa5d8dce-1e87-4da3-b2b1-08b1cf4c506d" providerId="ADAL" clId="{FD50E126-2B12-4A46-9B7C-BECF3DE44E2D}" dt="2024-11-23T10:06:53.717" v="5743" actId="26606"/>
          <ac:picMkLst>
            <pc:docMk/>
            <pc:sldMk cId="1478693464" sldId="258"/>
            <ac:picMk id="1026" creationId="{C67E8AB4-AE65-B0FC-57D0-D3B256595AC2}"/>
          </ac:picMkLst>
        </pc:picChg>
      </pc:sldChg>
      <pc:sldChg chg="addSp delSp modSp new mod ord modTransition setBg modAnim">
        <pc:chgData name="Duong, Thi Quynh Nhi  SH/HZA-HAADD" userId="fa5d8dce-1e87-4da3-b2b1-08b1cf4c506d" providerId="ADAL" clId="{FD50E126-2B12-4A46-9B7C-BECF3DE44E2D}" dt="2024-11-23T09:12:37.893" v="5257"/>
        <pc:sldMkLst>
          <pc:docMk/>
          <pc:sldMk cId="2326044618" sldId="259"/>
        </pc:sldMkLst>
        <pc:spChg chg="del">
          <ac:chgData name="Duong, Thi Quynh Nhi  SH/HZA-HAADD" userId="fa5d8dce-1e87-4da3-b2b1-08b1cf4c506d" providerId="ADAL" clId="{FD50E126-2B12-4A46-9B7C-BECF3DE44E2D}" dt="2024-11-21T20:44:13.617" v="180" actId="478"/>
          <ac:spMkLst>
            <pc:docMk/>
            <pc:sldMk cId="2326044618" sldId="259"/>
            <ac:spMk id="2" creationId="{AACC9B51-C32A-5C97-F952-C9879D4B4379}"/>
          </ac:spMkLst>
        </pc:spChg>
        <pc:spChg chg="del">
          <ac:chgData name="Duong, Thi Quynh Nhi  SH/HZA-HAADD" userId="fa5d8dce-1e87-4da3-b2b1-08b1cf4c506d" providerId="ADAL" clId="{FD50E126-2B12-4A46-9B7C-BECF3DE44E2D}" dt="2024-11-21T20:44:09.864" v="179" actId="22"/>
          <ac:spMkLst>
            <pc:docMk/>
            <pc:sldMk cId="2326044618" sldId="259"/>
            <ac:spMk id="3" creationId="{5AB2866A-B434-21C1-4050-1828455FD890}"/>
          </ac:spMkLst>
        </pc:spChg>
        <pc:picChg chg="add mod ord">
          <ac:chgData name="Duong, Thi Quynh Nhi  SH/HZA-HAADD" userId="fa5d8dce-1e87-4da3-b2b1-08b1cf4c506d" providerId="ADAL" clId="{FD50E126-2B12-4A46-9B7C-BECF3DE44E2D}" dt="2024-11-21T20:44:20.531" v="181" actId="26606"/>
          <ac:picMkLst>
            <pc:docMk/>
            <pc:sldMk cId="2326044618" sldId="259"/>
            <ac:picMk id="5" creationId="{74EF9208-497A-35DB-DB7D-E82318906852}"/>
          </ac:picMkLst>
        </pc:picChg>
      </pc:sldChg>
      <pc:sldChg chg="addSp delSp modSp new mod setBg">
        <pc:chgData name="Duong, Thi Quynh Nhi  SH/HZA-HAADD" userId="fa5d8dce-1e87-4da3-b2b1-08b1cf4c506d" providerId="ADAL" clId="{FD50E126-2B12-4A46-9B7C-BECF3DE44E2D}" dt="2024-11-23T10:07:24.722" v="5750" actId="404"/>
        <pc:sldMkLst>
          <pc:docMk/>
          <pc:sldMk cId="115426154" sldId="260"/>
        </pc:sldMkLst>
        <pc:spChg chg="mod">
          <ac:chgData name="Duong, Thi Quynh Nhi  SH/HZA-HAADD" userId="fa5d8dce-1e87-4da3-b2b1-08b1cf4c506d" providerId="ADAL" clId="{FD50E126-2B12-4A46-9B7C-BECF3DE44E2D}" dt="2024-11-22T15:05:14.820" v="1493" actId="26606"/>
          <ac:spMkLst>
            <pc:docMk/>
            <pc:sldMk cId="115426154" sldId="260"/>
            <ac:spMk id="2" creationId="{29F0F2D8-3B00-A1E1-5FC6-3326A7B847FA}"/>
          </ac:spMkLst>
        </pc:spChg>
        <pc:spChg chg="mod">
          <ac:chgData name="Duong, Thi Quynh Nhi  SH/HZA-HAADD" userId="fa5d8dce-1e87-4da3-b2b1-08b1cf4c506d" providerId="ADAL" clId="{FD50E126-2B12-4A46-9B7C-BECF3DE44E2D}" dt="2024-11-22T23:13:01.147" v="4088" actId="1076"/>
          <ac:spMkLst>
            <pc:docMk/>
            <pc:sldMk cId="115426154" sldId="260"/>
            <ac:spMk id="3" creationId="{D6E72158-2DDB-8E44-F86B-77954DCF1C32}"/>
          </ac:spMkLst>
        </pc:spChg>
        <pc:spChg chg="add mod">
          <ac:chgData name="Duong, Thi Quynh Nhi  SH/HZA-HAADD" userId="fa5d8dce-1e87-4da3-b2b1-08b1cf4c506d" providerId="ADAL" clId="{FD50E126-2B12-4A46-9B7C-BECF3DE44E2D}" dt="2024-11-23T10:07:24.722" v="5750" actId="404"/>
          <ac:spMkLst>
            <pc:docMk/>
            <pc:sldMk cId="115426154" sldId="260"/>
            <ac:spMk id="7" creationId="{5D4C30A1-DD70-3673-7EE3-37FFBE9E74C3}"/>
          </ac:spMkLst>
        </pc:spChg>
        <pc:spChg chg="add">
          <ac:chgData name="Duong, Thi Quynh Nhi  SH/HZA-HAADD" userId="fa5d8dce-1e87-4da3-b2b1-08b1cf4c506d" providerId="ADAL" clId="{FD50E126-2B12-4A46-9B7C-BECF3DE44E2D}" dt="2024-11-22T15:05:14.820" v="1493" actId="26606"/>
          <ac:spMkLst>
            <pc:docMk/>
            <pc:sldMk cId="115426154" sldId="260"/>
            <ac:spMk id="17" creationId="{649C91A9-84E7-4BF0-9026-62F01380D853}"/>
          </ac:spMkLst>
        </pc:spChg>
        <pc:spChg chg="add">
          <ac:chgData name="Duong, Thi Quynh Nhi  SH/HZA-HAADD" userId="fa5d8dce-1e87-4da3-b2b1-08b1cf4c506d" providerId="ADAL" clId="{FD50E126-2B12-4A46-9B7C-BECF3DE44E2D}" dt="2024-11-22T15:05:14.820" v="1493" actId="26606"/>
          <ac:spMkLst>
            <pc:docMk/>
            <pc:sldMk cId="115426154" sldId="260"/>
            <ac:spMk id="19" creationId="{9B47378D-AD27-45D0-8C1C-5B1098DCC068}"/>
          </ac:spMkLst>
        </pc:spChg>
        <pc:grpChg chg="add del">
          <ac:chgData name="Duong, Thi Quynh Nhi  SH/HZA-HAADD" userId="fa5d8dce-1e87-4da3-b2b1-08b1cf4c506d" providerId="ADAL" clId="{FD50E126-2B12-4A46-9B7C-BECF3DE44E2D}" dt="2024-11-22T15:05:14.820" v="1493" actId="26606"/>
          <ac:grpSpMkLst>
            <pc:docMk/>
            <pc:sldMk cId="115426154" sldId="260"/>
            <ac:grpSpMk id="10" creationId="{6258F736-B256-8039-9DC6-F4E49A5C5AD5}"/>
          </ac:grpSpMkLst>
        </pc:grpChg>
        <pc:picChg chg="add del mod">
          <ac:chgData name="Duong, Thi Quynh Nhi  SH/HZA-HAADD" userId="fa5d8dce-1e87-4da3-b2b1-08b1cf4c506d" providerId="ADAL" clId="{FD50E126-2B12-4A46-9B7C-BECF3DE44E2D}" dt="2024-11-22T15:00:44.818" v="1486" actId="21"/>
          <ac:picMkLst>
            <pc:docMk/>
            <pc:sldMk cId="115426154" sldId="260"/>
            <ac:picMk id="4" creationId="{0955F913-D344-407C-51BC-C7A553FF872C}"/>
          </ac:picMkLst>
        </pc:picChg>
        <pc:picChg chg="add mod">
          <ac:chgData name="Duong, Thi Quynh Nhi  SH/HZA-HAADD" userId="fa5d8dce-1e87-4da3-b2b1-08b1cf4c506d" providerId="ADAL" clId="{FD50E126-2B12-4A46-9B7C-BECF3DE44E2D}" dt="2024-11-23T09:17:14.999" v="5264" actId="1076"/>
          <ac:picMkLst>
            <pc:docMk/>
            <pc:sldMk cId="115426154" sldId="260"/>
            <ac:picMk id="4" creationId="{2F51B84F-460C-369D-EDED-80FF12C70BBC}"/>
          </ac:picMkLst>
        </pc:picChg>
        <pc:picChg chg="add del mod">
          <ac:chgData name="Duong, Thi Quynh Nhi  SH/HZA-HAADD" userId="fa5d8dce-1e87-4da3-b2b1-08b1cf4c506d" providerId="ADAL" clId="{FD50E126-2B12-4A46-9B7C-BECF3DE44E2D}" dt="2024-11-23T09:17:12.804" v="5263" actId="478"/>
          <ac:picMkLst>
            <pc:docMk/>
            <pc:sldMk cId="115426154" sldId="260"/>
            <ac:picMk id="5" creationId="{900F363C-416B-8311-161F-15516A3AB8F9}"/>
          </ac:picMkLst>
        </pc:picChg>
      </pc:sldChg>
      <pc:sldChg chg="addSp delSp modSp new del mod ord">
        <pc:chgData name="Duong, Thi Quynh Nhi  SH/HZA-HAADD" userId="fa5d8dce-1e87-4da3-b2b1-08b1cf4c506d" providerId="ADAL" clId="{FD50E126-2B12-4A46-9B7C-BECF3DE44E2D}" dt="2024-11-21T21:34:59.109" v="380" actId="47"/>
        <pc:sldMkLst>
          <pc:docMk/>
          <pc:sldMk cId="785027787" sldId="261"/>
        </pc:sldMkLst>
        <pc:spChg chg="mod">
          <ac:chgData name="Duong, Thi Quynh Nhi  SH/HZA-HAADD" userId="fa5d8dce-1e87-4da3-b2b1-08b1cf4c506d" providerId="ADAL" clId="{FD50E126-2B12-4A46-9B7C-BECF3DE44E2D}" dt="2024-11-21T21:26:51.847" v="241" actId="20577"/>
          <ac:spMkLst>
            <pc:docMk/>
            <pc:sldMk cId="785027787" sldId="261"/>
            <ac:spMk id="2" creationId="{8D0A0287-6DB1-0B4D-9C6C-018D43B37D90}"/>
          </ac:spMkLst>
        </pc:spChg>
        <pc:spChg chg="del">
          <ac:chgData name="Duong, Thi Quynh Nhi  SH/HZA-HAADD" userId="fa5d8dce-1e87-4da3-b2b1-08b1cf4c506d" providerId="ADAL" clId="{FD50E126-2B12-4A46-9B7C-BECF3DE44E2D}" dt="2024-11-21T21:20:35.541" v="211" actId="22"/>
          <ac:spMkLst>
            <pc:docMk/>
            <pc:sldMk cId="785027787" sldId="261"/>
            <ac:spMk id="3" creationId="{BD07902C-DC00-E86B-CA47-9C2515A47070}"/>
          </ac:spMkLst>
        </pc:spChg>
        <pc:spChg chg="add mod">
          <ac:chgData name="Duong, Thi Quynh Nhi  SH/HZA-HAADD" userId="fa5d8dce-1e87-4da3-b2b1-08b1cf4c506d" providerId="ADAL" clId="{FD50E126-2B12-4A46-9B7C-BECF3DE44E2D}" dt="2024-11-21T21:21:51.408" v="214" actId="478"/>
          <ac:spMkLst>
            <pc:docMk/>
            <pc:sldMk cId="785027787" sldId="261"/>
            <ac:spMk id="7" creationId="{E9A3FAB2-9501-9ABC-964C-1E554BE73B11}"/>
          </ac:spMkLst>
        </pc:spChg>
        <pc:picChg chg="add del mod ord">
          <ac:chgData name="Duong, Thi Quynh Nhi  SH/HZA-HAADD" userId="fa5d8dce-1e87-4da3-b2b1-08b1cf4c506d" providerId="ADAL" clId="{FD50E126-2B12-4A46-9B7C-BECF3DE44E2D}" dt="2024-11-21T21:21:51.408" v="214" actId="478"/>
          <ac:picMkLst>
            <pc:docMk/>
            <pc:sldMk cId="785027787" sldId="261"/>
            <ac:picMk id="5" creationId="{D3D8245B-3FEB-A440-90FE-FC09A7FCC525}"/>
          </ac:picMkLst>
        </pc:picChg>
        <pc:picChg chg="add del mod">
          <ac:chgData name="Duong, Thi Quynh Nhi  SH/HZA-HAADD" userId="fa5d8dce-1e87-4da3-b2b1-08b1cf4c506d" providerId="ADAL" clId="{FD50E126-2B12-4A46-9B7C-BECF3DE44E2D}" dt="2024-11-21T21:23:27.479" v="222" actId="478"/>
          <ac:picMkLst>
            <pc:docMk/>
            <pc:sldMk cId="785027787" sldId="261"/>
            <ac:picMk id="9" creationId="{A978FE23-CC31-7E0C-5C73-9414596B4D47}"/>
          </ac:picMkLst>
        </pc:picChg>
        <pc:picChg chg="add del mod">
          <ac:chgData name="Duong, Thi Quynh Nhi  SH/HZA-HAADD" userId="fa5d8dce-1e87-4da3-b2b1-08b1cf4c506d" providerId="ADAL" clId="{FD50E126-2B12-4A46-9B7C-BECF3DE44E2D}" dt="2024-11-21T21:33:48.940" v="347" actId="21"/>
          <ac:picMkLst>
            <pc:docMk/>
            <pc:sldMk cId="785027787" sldId="261"/>
            <ac:picMk id="11" creationId="{8818C838-E71D-FC60-2933-4BDDFFFF4DFC}"/>
          </ac:picMkLst>
        </pc:picChg>
      </pc:sldChg>
      <pc:sldChg chg="addSp delSp modSp new mod setBg">
        <pc:chgData name="Duong, Thi Quynh Nhi  SH/HZA-HAADD" userId="fa5d8dce-1e87-4da3-b2b1-08b1cf4c506d" providerId="ADAL" clId="{FD50E126-2B12-4A46-9B7C-BECF3DE44E2D}" dt="2024-11-23T10:01:47.476" v="5679" actId="255"/>
        <pc:sldMkLst>
          <pc:docMk/>
          <pc:sldMk cId="2787688139" sldId="262"/>
        </pc:sldMkLst>
        <pc:spChg chg="mod">
          <ac:chgData name="Duong, Thi Quynh Nhi  SH/HZA-HAADD" userId="fa5d8dce-1e87-4da3-b2b1-08b1cf4c506d" providerId="ADAL" clId="{FD50E126-2B12-4A46-9B7C-BECF3DE44E2D}" dt="2024-11-23T10:01:47.476" v="5679" actId="255"/>
          <ac:spMkLst>
            <pc:docMk/>
            <pc:sldMk cId="2787688139" sldId="262"/>
            <ac:spMk id="2" creationId="{7B3DE5A7-9431-A1A5-7891-839F9A8F8E1D}"/>
          </ac:spMkLst>
        </pc:spChg>
        <pc:spChg chg="del">
          <ac:chgData name="Duong, Thi Quynh Nhi  SH/HZA-HAADD" userId="fa5d8dce-1e87-4da3-b2b1-08b1cf4c506d" providerId="ADAL" clId="{FD50E126-2B12-4A46-9B7C-BECF3DE44E2D}" dt="2024-11-21T21:27:51.821" v="244" actId="22"/>
          <ac:spMkLst>
            <pc:docMk/>
            <pc:sldMk cId="2787688139" sldId="262"/>
            <ac:spMk id="3" creationId="{4398BC79-E40F-7B0F-DE59-C65155143FCD}"/>
          </ac:spMkLst>
        </pc:spChg>
        <pc:spChg chg="add mod ord">
          <ac:chgData name="Duong, Thi Quynh Nhi  SH/HZA-HAADD" userId="fa5d8dce-1e87-4da3-b2b1-08b1cf4c506d" providerId="ADAL" clId="{FD50E126-2B12-4A46-9B7C-BECF3DE44E2D}" dt="2024-11-22T15:23:41.199" v="2003" actId="20577"/>
          <ac:spMkLst>
            <pc:docMk/>
            <pc:sldMk cId="2787688139" sldId="262"/>
            <ac:spMk id="3" creationId="{E62150AE-E4E5-2C53-8A4E-3F00EC7AE8D8}"/>
          </ac:spMkLst>
        </pc:spChg>
        <pc:spChg chg="add">
          <ac:chgData name="Duong, Thi Quynh Nhi  SH/HZA-HAADD" userId="fa5d8dce-1e87-4da3-b2b1-08b1cf4c506d" providerId="ADAL" clId="{FD50E126-2B12-4A46-9B7C-BECF3DE44E2D}" dt="2024-11-22T15:16:02.666" v="1799" actId="26606"/>
          <ac:spMkLst>
            <pc:docMk/>
            <pc:sldMk cId="2787688139" sldId="262"/>
            <ac:spMk id="12" creationId="{6663C3DE-9980-E9DE-C30B-28DC9E9B6A44}"/>
          </ac:spMkLst>
        </pc:spChg>
        <pc:picChg chg="add mod ord">
          <ac:chgData name="Duong, Thi Quynh Nhi  SH/HZA-HAADD" userId="fa5d8dce-1e87-4da3-b2b1-08b1cf4c506d" providerId="ADAL" clId="{FD50E126-2B12-4A46-9B7C-BECF3DE44E2D}" dt="2024-11-22T15:19:35.113" v="1833" actId="1076"/>
          <ac:picMkLst>
            <pc:docMk/>
            <pc:sldMk cId="2787688139" sldId="262"/>
            <ac:picMk id="5" creationId="{403DF570-9A2A-0FFC-4F2B-EF8F65983F6D}"/>
          </ac:picMkLst>
        </pc:picChg>
        <pc:picChg chg="add del mod">
          <ac:chgData name="Duong, Thi Quynh Nhi  SH/HZA-HAADD" userId="fa5d8dce-1e87-4da3-b2b1-08b1cf4c506d" providerId="ADAL" clId="{FD50E126-2B12-4A46-9B7C-BECF3DE44E2D}" dt="2024-11-22T15:15:25.715" v="1792" actId="21"/>
          <ac:picMkLst>
            <pc:docMk/>
            <pc:sldMk cId="2787688139" sldId="262"/>
            <ac:picMk id="6" creationId="{C8705FA0-E0B7-2248-E9E1-3DD6A8A10276}"/>
          </ac:picMkLst>
        </pc:picChg>
        <pc:picChg chg="add mod">
          <ac:chgData name="Duong, Thi Quynh Nhi  SH/HZA-HAADD" userId="fa5d8dce-1e87-4da3-b2b1-08b1cf4c506d" providerId="ADAL" clId="{FD50E126-2B12-4A46-9B7C-BECF3DE44E2D}" dt="2024-11-22T15:19:28.610" v="1829" actId="1076"/>
          <ac:picMkLst>
            <pc:docMk/>
            <pc:sldMk cId="2787688139" sldId="262"/>
            <ac:picMk id="7" creationId="{D0E32E1A-F0DC-360E-4841-6BC705036388}"/>
          </ac:picMkLst>
        </pc:picChg>
        <pc:picChg chg="add del mod">
          <ac:chgData name="Duong, Thi Quynh Nhi  SH/HZA-HAADD" userId="fa5d8dce-1e87-4da3-b2b1-08b1cf4c506d" providerId="ADAL" clId="{FD50E126-2B12-4A46-9B7C-BECF3DE44E2D}" dt="2024-11-22T15:15:34.789" v="1796" actId="478"/>
          <ac:picMkLst>
            <pc:docMk/>
            <pc:sldMk cId="2787688139" sldId="262"/>
            <ac:picMk id="9" creationId="{1E81C71A-AED7-C35C-EF25-9D149693E8F9}"/>
          </ac:picMkLst>
        </pc:picChg>
        <pc:picChg chg="add mod">
          <ac:chgData name="Duong, Thi Quynh Nhi  SH/HZA-HAADD" userId="fa5d8dce-1e87-4da3-b2b1-08b1cf4c506d" providerId="ADAL" clId="{FD50E126-2B12-4A46-9B7C-BECF3DE44E2D}" dt="2024-11-22T15:19:31.772" v="1832" actId="1076"/>
          <ac:picMkLst>
            <pc:docMk/>
            <pc:sldMk cId="2787688139" sldId="262"/>
            <ac:picMk id="10" creationId="{6A29B0B4-8775-71EC-F208-F815AD605066}"/>
          </ac:picMkLst>
        </pc:picChg>
      </pc:sldChg>
      <pc:sldChg chg="addSp delSp modSp new del mod ord">
        <pc:chgData name="Duong, Thi Quynh Nhi  SH/HZA-HAADD" userId="fa5d8dce-1e87-4da3-b2b1-08b1cf4c506d" providerId="ADAL" clId="{FD50E126-2B12-4A46-9B7C-BECF3DE44E2D}" dt="2024-11-23T09:07:51.492" v="4883" actId="2696"/>
        <pc:sldMkLst>
          <pc:docMk/>
          <pc:sldMk cId="4268596590" sldId="263"/>
        </pc:sldMkLst>
        <pc:spChg chg="mod">
          <ac:chgData name="Duong, Thi Quynh Nhi  SH/HZA-HAADD" userId="fa5d8dce-1e87-4da3-b2b1-08b1cf4c506d" providerId="ADAL" clId="{FD50E126-2B12-4A46-9B7C-BECF3DE44E2D}" dt="2024-11-21T21:35:38.883" v="418" actId="20577"/>
          <ac:spMkLst>
            <pc:docMk/>
            <pc:sldMk cId="4268596590" sldId="263"/>
            <ac:spMk id="2" creationId="{A210FC85-0E26-B8A5-5799-9A484CE129B4}"/>
          </ac:spMkLst>
        </pc:spChg>
        <pc:spChg chg="del">
          <ac:chgData name="Duong, Thi Quynh Nhi  SH/HZA-HAADD" userId="fa5d8dce-1e87-4da3-b2b1-08b1cf4c506d" providerId="ADAL" clId="{FD50E126-2B12-4A46-9B7C-BECF3DE44E2D}" dt="2024-11-21T21:36:12.811" v="419" actId="22"/>
          <ac:spMkLst>
            <pc:docMk/>
            <pc:sldMk cId="4268596590" sldId="263"/>
            <ac:spMk id="3" creationId="{8491B620-4090-F2A5-E9F2-BCCBF61BAF4B}"/>
          </ac:spMkLst>
        </pc:spChg>
        <pc:picChg chg="add mod ord">
          <ac:chgData name="Duong, Thi Quynh Nhi  SH/HZA-HAADD" userId="fa5d8dce-1e87-4da3-b2b1-08b1cf4c506d" providerId="ADAL" clId="{FD50E126-2B12-4A46-9B7C-BECF3DE44E2D}" dt="2024-11-22T22:07:57.312" v="3113" actId="1076"/>
          <ac:picMkLst>
            <pc:docMk/>
            <pc:sldMk cId="4268596590" sldId="263"/>
            <ac:picMk id="5" creationId="{CD5B4050-6583-5967-1790-748C40C09158}"/>
          </ac:picMkLst>
        </pc:picChg>
      </pc:sldChg>
      <pc:sldChg chg="addSp delSp modSp new mod ord">
        <pc:chgData name="Duong, Thi Quynh Nhi  SH/HZA-HAADD" userId="fa5d8dce-1e87-4da3-b2b1-08b1cf4c506d" providerId="ADAL" clId="{FD50E126-2B12-4A46-9B7C-BECF3DE44E2D}" dt="2024-11-23T10:19:22.510" v="5780" actId="1076"/>
        <pc:sldMkLst>
          <pc:docMk/>
          <pc:sldMk cId="1730540572" sldId="264"/>
        </pc:sldMkLst>
        <pc:spChg chg="mod">
          <ac:chgData name="Duong, Thi Quynh Nhi  SH/HZA-HAADD" userId="fa5d8dce-1e87-4da3-b2b1-08b1cf4c506d" providerId="ADAL" clId="{FD50E126-2B12-4A46-9B7C-BECF3DE44E2D}" dt="2024-11-22T23:14:49.085" v="4120" actId="1076"/>
          <ac:spMkLst>
            <pc:docMk/>
            <pc:sldMk cId="1730540572" sldId="264"/>
            <ac:spMk id="2" creationId="{411E640E-D3CF-50EA-EB07-A957B339B0EA}"/>
          </ac:spMkLst>
        </pc:spChg>
        <pc:spChg chg="del">
          <ac:chgData name="Duong, Thi Quynh Nhi  SH/HZA-HAADD" userId="fa5d8dce-1e87-4da3-b2b1-08b1cf4c506d" providerId="ADAL" clId="{FD50E126-2B12-4A46-9B7C-BECF3DE44E2D}" dt="2024-11-21T21:39:10.785" v="468" actId="22"/>
          <ac:spMkLst>
            <pc:docMk/>
            <pc:sldMk cId="1730540572" sldId="264"/>
            <ac:spMk id="3" creationId="{84F6B3F6-7099-DE9E-BED1-FFE530E357ED}"/>
          </ac:spMkLst>
        </pc:spChg>
        <pc:spChg chg="add mod">
          <ac:chgData name="Duong, Thi Quynh Nhi  SH/HZA-HAADD" userId="fa5d8dce-1e87-4da3-b2b1-08b1cf4c506d" providerId="ADAL" clId="{FD50E126-2B12-4A46-9B7C-BECF3DE44E2D}" dt="2024-11-23T10:19:22.510" v="5780" actId="1076"/>
          <ac:spMkLst>
            <pc:docMk/>
            <pc:sldMk cId="1730540572" sldId="264"/>
            <ac:spMk id="6" creationId="{3E6B350E-0920-E3BA-C36D-EFF45E6AB9BD}"/>
          </ac:spMkLst>
        </pc:spChg>
        <pc:picChg chg="add mod">
          <ac:chgData name="Duong, Thi Quynh Nhi  SH/HZA-HAADD" userId="fa5d8dce-1e87-4da3-b2b1-08b1cf4c506d" providerId="ADAL" clId="{FD50E126-2B12-4A46-9B7C-BECF3DE44E2D}" dt="2024-11-22T23:14:54.913" v="4123" actId="14100"/>
          <ac:picMkLst>
            <pc:docMk/>
            <pc:sldMk cId="1730540572" sldId="264"/>
            <ac:picMk id="4" creationId="{D704E3A5-CECD-1FFC-26BE-6FB1A173A235}"/>
          </ac:picMkLst>
        </pc:picChg>
        <pc:picChg chg="add mod ord">
          <ac:chgData name="Duong, Thi Quynh Nhi  SH/HZA-HAADD" userId="fa5d8dce-1e87-4da3-b2b1-08b1cf4c506d" providerId="ADAL" clId="{FD50E126-2B12-4A46-9B7C-BECF3DE44E2D}" dt="2024-11-22T23:14:51.845" v="4121" actId="1076"/>
          <ac:picMkLst>
            <pc:docMk/>
            <pc:sldMk cId="1730540572" sldId="264"/>
            <ac:picMk id="5" creationId="{4BAAC6CF-956A-2F70-EB66-60915E2E8D49}"/>
          </ac:picMkLst>
        </pc:picChg>
      </pc:sldChg>
      <pc:sldChg chg="modSp new del mod ord">
        <pc:chgData name="Duong, Thi Quynh Nhi  SH/HZA-HAADD" userId="fa5d8dce-1e87-4da3-b2b1-08b1cf4c506d" providerId="ADAL" clId="{FD50E126-2B12-4A46-9B7C-BECF3DE44E2D}" dt="2024-11-23T09:34:05.713" v="5494" actId="2696"/>
        <pc:sldMkLst>
          <pc:docMk/>
          <pc:sldMk cId="3688860153" sldId="265"/>
        </pc:sldMkLst>
        <pc:spChg chg="mod">
          <ac:chgData name="Duong, Thi Quynh Nhi  SH/HZA-HAADD" userId="fa5d8dce-1e87-4da3-b2b1-08b1cf4c506d" providerId="ADAL" clId="{FD50E126-2B12-4A46-9B7C-BECF3DE44E2D}" dt="2024-11-21T22:49:15.536" v="489" actId="20577"/>
          <ac:spMkLst>
            <pc:docMk/>
            <pc:sldMk cId="3688860153" sldId="265"/>
            <ac:spMk id="2" creationId="{859BA889-96D6-B396-B1C5-D2424A234BE5}"/>
          </ac:spMkLst>
        </pc:spChg>
        <pc:spChg chg="mod">
          <ac:chgData name="Duong, Thi Quynh Nhi  SH/HZA-HAADD" userId="fa5d8dce-1e87-4da3-b2b1-08b1cf4c506d" providerId="ADAL" clId="{FD50E126-2B12-4A46-9B7C-BECF3DE44E2D}" dt="2024-11-22T12:45:28.858" v="916" actId="20577"/>
          <ac:spMkLst>
            <pc:docMk/>
            <pc:sldMk cId="3688860153" sldId="265"/>
            <ac:spMk id="3" creationId="{F684F658-0A21-9EA6-A949-D9672C56A93D}"/>
          </ac:spMkLst>
        </pc:spChg>
      </pc:sldChg>
      <pc:sldChg chg="addSp delSp modSp new mod setBg">
        <pc:chgData name="Duong, Thi Quynh Nhi  SH/HZA-HAADD" userId="fa5d8dce-1e87-4da3-b2b1-08b1cf4c506d" providerId="ADAL" clId="{FD50E126-2B12-4A46-9B7C-BECF3DE44E2D}" dt="2024-11-23T09:49:39.634" v="5675" actId="255"/>
        <pc:sldMkLst>
          <pc:docMk/>
          <pc:sldMk cId="1123885360" sldId="266"/>
        </pc:sldMkLst>
        <pc:spChg chg="mod">
          <ac:chgData name="Duong, Thi Quynh Nhi  SH/HZA-HAADD" userId="fa5d8dce-1e87-4da3-b2b1-08b1cf4c506d" providerId="ADAL" clId="{FD50E126-2B12-4A46-9B7C-BECF3DE44E2D}" dt="2024-11-23T09:41:06.708" v="5605" actId="26606"/>
          <ac:spMkLst>
            <pc:docMk/>
            <pc:sldMk cId="1123885360" sldId="266"/>
            <ac:spMk id="2" creationId="{96E85416-211A-9A0D-B850-03A892E45B9D}"/>
          </ac:spMkLst>
        </pc:spChg>
        <pc:spChg chg="del mod">
          <ac:chgData name="Duong, Thi Quynh Nhi  SH/HZA-HAADD" userId="fa5d8dce-1e87-4da3-b2b1-08b1cf4c506d" providerId="ADAL" clId="{FD50E126-2B12-4A46-9B7C-BECF3DE44E2D}" dt="2024-11-22T23:12:22.167" v="4080" actId="478"/>
          <ac:spMkLst>
            <pc:docMk/>
            <pc:sldMk cId="1123885360" sldId="266"/>
            <ac:spMk id="3" creationId="{8012009D-968D-789E-9310-B834ACB166DA}"/>
          </ac:spMkLst>
        </pc:spChg>
        <pc:spChg chg="add del mod">
          <ac:chgData name="Duong, Thi Quynh Nhi  SH/HZA-HAADD" userId="fa5d8dce-1e87-4da3-b2b1-08b1cf4c506d" providerId="ADAL" clId="{FD50E126-2B12-4A46-9B7C-BECF3DE44E2D}" dt="2024-11-22T23:12:34.691" v="4085" actId="478"/>
          <ac:spMkLst>
            <pc:docMk/>
            <pc:sldMk cId="1123885360" sldId="266"/>
            <ac:spMk id="6" creationId="{5EB6BE51-927B-B07F-E39C-FE9B0616D9A6}"/>
          </ac:spMkLst>
        </pc:spChg>
        <pc:spChg chg="add">
          <ac:chgData name="Duong, Thi Quynh Nhi  SH/HZA-HAADD" userId="fa5d8dce-1e87-4da3-b2b1-08b1cf4c506d" providerId="ADAL" clId="{FD50E126-2B12-4A46-9B7C-BECF3DE44E2D}" dt="2024-11-23T09:41:06.708" v="5605" actId="26606"/>
          <ac:spMkLst>
            <pc:docMk/>
            <pc:sldMk cId="1123885360" sldId="266"/>
            <ac:spMk id="9" creationId="{B65C0385-5E30-4D2E-AF9F-4639659D34E9}"/>
          </ac:spMkLst>
        </pc:spChg>
        <pc:spChg chg="add">
          <ac:chgData name="Duong, Thi Quynh Nhi  SH/HZA-HAADD" userId="fa5d8dce-1e87-4da3-b2b1-08b1cf4c506d" providerId="ADAL" clId="{FD50E126-2B12-4A46-9B7C-BECF3DE44E2D}" dt="2024-11-23T09:41:06.708" v="5605" actId="26606"/>
          <ac:spMkLst>
            <pc:docMk/>
            <pc:sldMk cId="1123885360" sldId="266"/>
            <ac:spMk id="11" creationId="{E335820B-3A29-42C5-AA8D-10ECA43CD985}"/>
          </ac:spMkLst>
        </pc:spChg>
        <pc:graphicFrameChg chg="add mod modGraphic">
          <ac:chgData name="Duong, Thi Quynh Nhi  SH/HZA-HAADD" userId="fa5d8dce-1e87-4da3-b2b1-08b1cf4c506d" providerId="ADAL" clId="{FD50E126-2B12-4A46-9B7C-BECF3DE44E2D}" dt="2024-11-23T09:49:39.634" v="5675" actId="255"/>
          <ac:graphicFrameMkLst>
            <pc:docMk/>
            <pc:sldMk cId="1123885360" sldId="266"/>
            <ac:graphicFrameMk id="4" creationId="{B514D44F-DED5-86B2-CCD8-75F6F8D4D0B2}"/>
          </ac:graphicFrameMkLst>
        </pc:graphicFrameChg>
      </pc:sldChg>
      <pc:sldChg chg="new del">
        <pc:chgData name="Duong, Thi Quynh Nhi  SH/HZA-HAADD" userId="fa5d8dce-1e87-4da3-b2b1-08b1cf4c506d" providerId="ADAL" clId="{FD50E126-2B12-4A46-9B7C-BECF3DE44E2D}" dt="2024-11-22T14:26:29.323" v="994" actId="2696"/>
        <pc:sldMkLst>
          <pc:docMk/>
          <pc:sldMk cId="1068419200" sldId="267"/>
        </pc:sldMkLst>
      </pc:sldChg>
      <pc:sldChg chg="add ord setBg">
        <pc:chgData name="Duong, Thi Quynh Nhi  SH/HZA-HAADD" userId="fa5d8dce-1e87-4da3-b2b1-08b1cf4c506d" providerId="ADAL" clId="{FD50E126-2B12-4A46-9B7C-BECF3DE44E2D}" dt="2024-11-23T09:12:50.163" v="5259"/>
        <pc:sldMkLst>
          <pc:docMk/>
          <pc:sldMk cId="3516562391" sldId="268"/>
        </pc:sldMkLst>
      </pc:sldChg>
      <pc:sldChg chg="addSp modSp new del mod">
        <pc:chgData name="Duong, Thi Quynh Nhi  SH/HZA-HAADD" userId="fa5d8dce-1e87-4da3-b2b1-08b1cf4c506d" providerId="ADAL" clId="{FD50E126-2B12-4A46-9B7C-BECF3DE44E2D}" dt="2024-11-22T15:07:01.630" v="1565" actId="2696"/>
        <pc:sldMkLst>
          <pc:docMk/>
          <pc:sldMk cId="1057017119" sldId="269"/>
        </pc:sldMkLst>
        <pc:spChg chg="mod">
          <ac:chgData name="Duong, Thi Quynh Nhi  SH/HZA-HAADD" userId="fa5d8dce-1e87-4da3-b2b1-08b1cf4c506d" providerId="ADAL" clId="{FD50E126-2B12-4A46-9B7C-BECF3DE44E2D}" dt="2024-11-22T15:05:55.756" v="1562" actId="20577"/>
          <ac:spMkLst>
            <pc:docMk/>
            <pc:sldMk cId="1057017119" sldId="269"/>
            <ac:spMk id="2" creationId="{9A998E5F-4711-00B5-3C72-12DE274F15AB}"/>
          </ac:spMkLst>
        </pc:spChg>
        <pc:picChg chg="add">
          <ac:chgData name="Duong, Thi Quynh Nhi  SH/HZA-HAADD" userId="fa5d8dce-1e87-4da3-b2b1-08b1cf4c506d" providerId="ADAL" clId="{FD50E126-2B12-4A46-9B7C-BECF3DE44E2D}" dt="2024-11-22T15:00:47.488" v="1487"/>
          <ac:picMkLst>
            <pc:docMk/>
            <pc:sldMk cId="1057017119" sldId="269"/>
            <ac:picMk id="3" creationId="{A1FB80AA-FB40-2AA3-3AA8-0815FF629961}"/>
          </ac:picMkLst>
        </pc:picChg>
      </pc:sldChg>
      <pc:sldChg chg="addSp delSp modSp new mod">
        <pc:chgData name="Duong, Thi Quynh Nhi  SH/HZA-HAADD" userId="fa5d8dce-1e87-4da3-b2b1-08b1cf4c506d" providerId="ADAL" clId="{FD50E126-2B12-4A46-9B7C-BECF3DE44E2D}" dt="2024-11-23T10:18:18.899" v="5766" actId="1076"/>
        <pc:sldMkLst>
          <pc:docMk/>
          <pc:sldMk cId="3959644093" sldId="269"/>
        </pc:sldMkLst>
        <pc:spChg chg="mod">
          <ac:chgData name="Duong, Thi Quynh Nhi  SH/HZA-HAADD" userId="fa5d8dce-1e87-4da3-b2b1-08b1cf4c506d" providerId="ADAL" clId="{FD50E126-2B12-4A46-9B7C-BECF3DE44E2D}" dt="2024-11-23T10:02:16.576" v="5684" actId="404"/>
          <ac:spMkLst>
            <pc:docMk/>
            <pc:sldMk cId="3959644093" sldId="269"/>
            <ac:spMk id="2" creationId="{FA9B22D4-CE90-8DC2-FD57-14736867C93E}"/>
          </ac:spMkLst>
        </pc:spChg>
        <pc:spChg chg="add mod">
          <ac:chgData name="Duong, Thi Quynh Nhi  SH/HZA-HAADD" userId="fa5d8dce-1e87-4da3-b2b1-08b1cf4c506d" providerId="ADAL" clId="{FD50E126-2B12-4A46-9B7C-BECF3DE44E2D}" dt="2024-11-23T10:18:18.899" v="5766" actId="1076"/>
          <ac:spMkLst>
            <pc:docMk/>
            <pc:sldMk cId="3959644093" sldId="269"/>
            <ac:spMk id="3" creationId="{1BD7937A-B13C-0830-FB91-12DEF83E9C02}"/>
          </ac:spMkLst>
        </pc:spChg>
        <pc:spChg chg="del">
          <ac:chgData name="Duong, Thi Quynh Nhi  SH/HZA-HAADD" userId="fa5d8dce-1e87-4da3-b2b1-08b1cf4c506d" providerId="ADAL" clId="{FD50E126-2B12-4A46-9B7C-BECF3DE44E2D}" dt="2024-11-22T15:15:28.183" v="1793"/>
          <ac:spMkLst>
            <pc:docMk/>
            <pc:sldMk cId="3959644093" sldId="269"/>
            <ac:spMk id="3" creationId="{92BCED93-8C5D-6CE2-55B6-70E85B6CFCC8}"/>
          </ac:spMkLst>
        </pc:spChg>
        <pc:spChg chg="add del mod">
          <ac:chgData name="Duong, Thi Quynh Nhi  SH/HZA-HAADD" userId="fa5d8dce-1e87-4da3-b2b1-08b1cf4c506d" providerId="ADAL" clId="{FD50E126-2B12-4A46-9B7C-BECF3DE44E2D}" dt="2024-11-22T15:18:07.149" v="1817"/>
          <ac:spMkLst>
            <pc:docMk/>
            <pc:sldMk cId="3959644093" sldId="269"/>
            <ac:spMk id="9" creationId="{4A36CADF-3FA4-9C57-ABFD-BB5164390BF5}"/>
          </ac:spMkLst>
        </pc:spChg>
        <pc:spChg chg="add del mod">
          <ac:chgData name="Duong, Thi Quynh Nhi  SH/HZA-HAADD" userId="fa5d8dce-1e87-4da3-b2b1-08b1cf4c506d" providerId="ADAL" clId="{FD50E126-2B12-4A46-9B7C-BECF3DE44E2D}" dt="2024-11-22T15:24:00.269" v="2008"/>
          <ac:spMkLst>
            <pc:docMk/>
            <pc:sldMk cId="3959644093" sldId="269"/>
            <ac:spMk id="11" creationId="{3A9AC6B2-2AF1-6D62-991B-BF447CCA9E29}"/>
          </ac:spMkLst>
        </pc:spChg>
        <pc:picChg chg="add mod">
          <ac:chgData name="Duong, Thi Quynh Nhi  SH/HZA-HAADD" userId="fa5d8dce-1e87-4da3-b2b1-08b1cf4c506d" providerId="ADAL" clId="{FD50E126-2B12-4A46-9B7C-BECF3DE44E2D}" dt="2024-11-22T22:03:23.859" v="3027" actId="1076"/>
          <ac:picMkLst>
            <pc:docMk/>
            <pc:sldMk cId="3959644093" sldId="269"/>
            <ac:picMk id="4" creationId="{1D36550D-1093-C2CD-BE59-520BE8F6A1E4}"/>
          </ac:picMkLst>
        </pc:picChg>
        <pc:picChg chg="add del">
          <ac:chgData name="Duong, Thi Quynh Nhi  SH/HZA-HAADD" userId="fa5d8dce-1e87-4da3-b2b1-08b1cf4c506d" providerId="ADAL" clId="{FD50E126-2B12-4A46-9B7C-BECF3DE44E2D}" dt="2024-11-22T15:17:27.825" v="1811" actId="21"/>
          <ac:picMkLst>
            <pc:docMk/>
            <pc:sldMk cId="3959644093" sldId="269"/>
            <ac:picMk id="5" creationId="{FDE3D496-6EB2-EA05-4047-D2C250CA9485}"/>
          </ac:picMkLst>
        </pc:picChg>
        <pc:picChg chg="add del mod">
          <ac:chgData name="Duong, Thi Quynh Nhi  SH/HZA-HAADD" userId="fa5d8dce-1e87-4da3-b2b1-08b1cf4c506d" providerId="ADAL" clId="{FD50E126-2B12-4A46-9B7C-BECF3DE44E2D}" dt="2024-11-22T15:18:47.415" v="1818" actId="21"/>
          <ac:picMkLst>
            <pc:docMk/>
            <pc:sldMk cId="3959644093" sldId="269"/>
            <ac:picMk id="6" creationId="{C8705FA0-E0B7-2248-E9E1-3DD6A8A10276}"/>
          </ac:picMkLst>
        </pc:picChg>
        <pc:picChg chg="add del mod">
          <ac:chgData name="Duong, Thi Quynh Nhi  SH/HZA-HAADD" userId="fa5d8dce-1e87-4da3-b2b1-08b1cf4c506d" providerId="ADAL" clId="{FD50E126-2B12-4A46-9B7C-BECF3DE44E2D}" dt="2024-11-22T15:17:34.830" v="1813" actId="21"/>
          <ac:picMkLst>
            <pc:docMk/>
            <pc:sldMk cId="3959644093" sldId="269"/>
            <ac:picMk id="8" creationId="{6663AF9F-4A62-E9DB-A3F4-E351830E919A}"/>
          </ac:picMkLst>
        </pc:picChg>
        <pc:picChg chg="add mod">
          <ac:chgData name="Duong, Thi Quynh Nhi  SH/HZA-HAADD" userId="fa5d8dce-1e87-4da3-b2b1-08b1cf4c506d" providerId="ADAL" clId="{FD50E126-2B12-4A46-9B7C-BECF3DE44E2D}" dt="2024-11-22T22:15:04.727" v="3191" actId="14100"/>
          <ac:picMkLst>
            <pc:docMk/>
            <pc:sldMk cId="3959644093" sldId="269"/>
            <ac:picMk id="12" creationId="{2C38AD66-512C-68E5-F6B9-6570470B55C5}"/>
          </ac:picMkLst>
        </pc:picChg>
      </pc:sldChg>
      <pc:sldChg chg="addSp delSp modSp new mod ord">
        <pc:chgData name="Duong, Thi Quynh Nhi  SH/HZA-HAADD" userId="fa5d8dce-1e87-4da3-b2b1-08b1cf4c506d" providerId="ADAL" clId="{FD50E126-2B12-4A46-9B7C-BECF3DE44E2D}" dt="2024-11-22T16:16:39.658" v="2831" actId="20577"/>
        <pc:sldMkLst>
          <pc:docMk/>
          <pc:sldMk cId="2813204633" sldId="270"/>
        </pc:sldMkLst>
        <pc:spChg chg="mod">
          <ac:chgData name="Duong, Thi Quynh Nhi  SH/HZA-HAADD" userId="fa5d8dce-1e87-4da3-b2b1-08b1cf4c506d" providerId="ADAL" clId="{FD50E126-2B12-4A46-9B7C-BECF3DE44E2D}" dt="2024-11-22T15:25:00.392" v="2013" actId="404"/>
          <ac:spMkLst>
            <pc:docMk/>
            <pc:sldMk cId="2813204633" sldId="270"/>
            <ac:spMk id="2" creationId="{C0CF35CE-7262-ACD7-7CB0-F20E36C7B618}"/>
          </ac:spMkLst>
        </pc:spChg>
        <pc:spChg chg="del">
          <ac:chgData name="Duong, Thi Quynh Nhi  SH/HZA-HAADD" userId="fa5d8dce-1e87-4da3-b2b1-08b1cf4c506d" providerId="ADAL" clId="{FD50E126-2B12-4A46-9B7C-BECF3DE44E2D}" dt="2024-11-22T15:17:37.608" v="1814"/>
          <ac:spMkLst>
            <pc:docMk/>
            <pc:sldMk cId="2813204633" sldId="270"/>
            <ac:spMk id="3" creationId="{0E9C004E-E255-713E-FECB-2B29FB6C21CA}"/>
          </ac:spMkLst>
        </pc:spChg>
        <pc:spChg chg="add del mod">
          <ac:chgData name="Duong, Thi Quynh Nhi  SH/HZA-HAADD" userId="fa5d8dce-1e87-4da3-b2b1-08b1cf4c506d" providerId="ADAL" clId="{FD50E126-2B12-4A46-9B7C-BECF3DE44E2D}" dt="2024-11-22T15:25:25.372" v="2018" actId="478"/>
          <ac:spMkLst>
            <pc:docMk/>
            <pc:sldMk cId="2813204633" sldId="270"/>
            <ac:spMk id="6" creationId="{2BB20D45-3F55-F119-49BB-34E4086136C6}"/>
          </ac:spMkLst>
        </pc:spChg>
        <pc:spChg chg="add mod">
          <ac:chgData name="Duong, Thi Quynh Nhi  SH/HZA-HAADD" userId="fa5d8dce-1e87-4da3-b2b1-08b1cf4c506d" providerId="ADAL" clId="{FD50E126-2B12-4A46-9B7C-BECF3DE44E2D}" dt="2024-11-22T16:16:39.658" v="2831" actId="20577"/>
          <ac:spMkLst>
            <pc:docMk/>
            <pc:sldMk cId="2813204633" sldId="270"/>
            <ac:spMk id="9" creationId="{4C2F8322-9014-7E01-F37B-EFA666EEDEC5}"/>
          </ac:spMkLst>
        </pc:spChg>
        <pc:picChg chg="add mod">
          <ac:chgData name="Duong, Thi Quynh Nhi  SH/HZA-HAADD" userId="fa5d8dce-1e87-4da3-b2b1-08b1cf4c506d" providerId="ADAL" clId="{FD50E126-2B12-4A46-9B7C-BECF3DE44E2D}" dt="2024-11-22T16:07:16.192" v="2690" actId="1076"/>
          <ac:picMkLst>
            <pc:docMk/>
            <pc:sldMk cId="2813204633" sldId="270"/>
            <ac:picMk id="5" creationId="{FDE3D496-6EB2-EA05-4047-D2C250CA9485}"/>
          </ac:picMkLst>
        </pc:picChg>
        <pc:picChg chg="add mod">
          <ac:chgData name="Duong, Thi Quynh Nhi  SH/HZA-HAADD" userId="fa5d8dce-1e87-4da3-b2b1-08b1cf4c506d" providerId="ADAL" clId="{FD50E126-2B12-4A46-9B7C-BECF3DE44E2D}" dt="2024-11-22T15:25:13.226" v="2015" actId="1076"/>
          <ac:picMkLst>
            <pc:docMk/>
            <pc:sldMk cId="2813204633" sldId="270"/>
            <ac:picMk id="7" creationId="{0BA4D40D-0E47-76C1-FE0E-BA95D5F6196E}"/>
          </ac:picMkLst>
        </pc:picChg>
        <pc:picChg chg="add del mod">
          <ac:chgData name="Duong, Thi Quynh Nhi  SH/HZA-HAADD" userId="fa5d8dce-1e87-4da3-b2b1-08b1cf4c506d" providerId="ADAL" clId="{FD50E126-2B12-4A46-9B7C-BECF3DE44E2D}" dt="2024-11-22T15:23:57.289" v="2007" actId="21"/>
          <ac:picMkLst>
            <pc:docMk/>
            <pc:sldMk cId="2813204633" sldId="270"/>
            <ac:picMk id="8" creationId="{6663AF9F-4A62-E9DB-A3F4-E351830E919A}"/>
          </ac:picMkLst>
        </pc:picChg>
      </pc:sldChg>
      <pc:sldChg chg="addSp delSp modSp new mod ord">
        <pc:chgData name="Duong, Thi Quynh Nhi  SH/HZA-HAADD" userId="fa5d8dce-1e87-4da3-b2b1-08b1cf4c506d" providerId="ADAL" clId="{FD50E126-2B12-4A46-9B7C-BECF3DE44E2D}" dt="2024-11-23T10:18:07.403" v="5764" actId="1076"/>
        <pc:sldMkLst>
          <pc:docMk/>
          <pc:sldMk cId="2348494710" sldId="271"/>
        </pc:sldMkLst>
        <pc:spChg chg="mod">
          <ac:chgData name="Duong, Thi Quynh Nhi  SH/HZA-HAADD" userId="fa5d8dce-1e87-4da3-b2b1-08b1cf4c506d" providerId="ADAL" clId="{FD50E126-2B12-4A46-9B7C-BECF3DE44E2D}" dt="2024-11-23T10:01:58.680" v="5682" actId="1076"/>
          <ac:spMkLst>
            <pc:docMk/>
            <pc:sldMk cId="2348494710" sldId="271"/>
            <ac:spMk id="2" creationId="{45CC2353-3749-1EBE-E35A-61EE05AEFFCF}"/>
          </ac:spMkLst>
        </pc:spChg>
        <pc:spChg chg="del">
          <ac:chgData name="Duong, Thi Quynh Nhi  SH/HZA-HAADD" userId="fa5d8dce-1e87-4da3-b2b1-08b1cf4c506d" providerId="ADAL" clId="{FD50E126-2B12-4A46-9B7C-BECF3DE44E2D}" dt="2024-11-22T16:09:09.083" v="2705"/>
          <ac:spMkLst>
            <pc:docMk/>
            <pc:sldMk cId="2348494710" sldId="271"/>
            <ac:spMk id="3" creationId="{1B0042E4-FEC6-4DFA-B6FF-9B73D5AD9332}"/>
          </ac:spMkLst>
        </pc:spChg>
        <pc:spChg chg="add mod">
          <ac:chgData name="Duong, Thi Quynh Nhi  SH/HZA-HAADD" userId="fa5d8dce-1e87-4da3-b2b1-08b1cf4c506d" providerId="ADAL" clId="{FD50E126-2B12-4A46-9B7C-BECF3DE44E2D}" dt="2024-11-23T10:18:07.403" v="5764" actId="1076"/>
          <ac:spMkLst>
            <pc:docMk/>
            <pc:sldMk cId="2348494710" sldId="271"/>
            <ac:spMk id="5" creationId="{D12C151D-FE56-01BA-53F6-AA58B3AF2016}"/>
          </ac:spMkLst>
        </pc:spChg>
        <pc:picChg chg="add mod">
          <ac:chgData name="Duong, Thi Quynh Nhi  SH/HZA-HAADD" userId="fa5d8dce-1e87-4da3-b2b1-08b1cf4c506d" providerId="ADAL" clId="{FD50E126-2B12-4A46-9B7C-BECF3DE44E2D}" dt="2024-11-22T22:02:36.988" v="3024" actId="1076"/>
          <ac:picMkLst>
            <pc:docMk/>
            <pc:sldMk cId="2348494710" sldId="271"/>
            <ac:picMk id="3" creationId="{9A73823A-1146-684D-BBA2-CCDADB5E6B6C}"/>
          </ac:picMkLst>
        </pc:picChg>
        <pc:picChg chg="add mod">
          <ac:chgData name="Duong, Thi Quynh Nhi  SH/HZA-HAADD" userId="fa5d8dce-1e87-4da3-b2b1-08b1cf4c506d" providerId="ADAL" clId="{FD50E126-2B12-4A46-9B7C-BECF3DE44E2D}" dt="2024-11-22T22:14:43.989" v="3185" actId="1076"/>
          <ac:picMkLst>
            <pc:docMk/>
            <pc:sldMk cId="2348494710" sldId="271"/>
            <ac:picMk id="4" creationId="{80E29AE4-8118-F5FC-F8A0-690DD1E3DBCD}"/>
          </ac:picMkLst>
        </pc:picChg>
      </pc:sldChg>
      <pc:sldChg chg="addSp modSp new mod">
        <pc:chgData name="Duong, Thi Quynh Nhi  SH/HZA-HAADD" userId="fa5d8dce-1e87-4da3-b2b1-08b1cf4c506d" providerId="ADAL" clId="{FD50E126-2B12-4A46-9B7C-BECF3DE44E2D}" dt="2024-11-23T10:18:33.995" v="5769" actId="20577"/>
        <pc:sldMkLst>
          <pc:docMk/>
          <pc:sldMk cId="3601971965" sldId="272"/>
        </pc:sldMkLst>
        <pc:spChg chg="mod">
          <ac:chgData name="Duong, Thi Quynh Nhi  SH/HZA-HAADD" userId="fa5d8dce-1e87-4da3-b2b1-08b1cf4c506d" providerId="ADAL" clId="{FD50E126-2B12-4A46-9B7C-BECF3DE44E2D}" dt="2024-11-22T22:13:40.704" v="3174" actId="1076"/>
          <ac:spMkLst>
            <pc:docMk/>
            <pc:sldMk cId="3601971965" sldId="272"/>
            <ac:spMk id="2" creationId="{07588117-384A-747C-A417-BF3FE2EA0CB7}"/>
          </ac:spMkLst>
        </pc:spChg>
        <pc:spChg chg="add mod">
          <ac:chgData name="Duong, Thi Quynh Nhi  SH/HZA-HAADD" userId="fa5d8dce-1e87-4da3-b2b1-08b1cf4c506d" providerId="ADAL" clId="{FD50E126-2B12-4A46-9B7C-BECF3DE44E2D}" dt="2024-11-23T10:18:33.995" v="5769" actId="20577"/>
          <ac:spMkLst>
            <pc:docMk/>
            <pc:sldMk cId="3601971965" sldId="272"/>
            <ac:spMk id="7" creationId="{F0748C04-1165-89E9-07BC-D839089FA3A5}"/>
          </ac:spMkLst>
        </pc:spChg>
        <pc:picChg chg="add mod">
          <ac:chgData name="Duong, Thi Quynh Nhi  SH/HZA-HAADD" userId="fa5d8dce-1e87-4da3-b2b1-08b1cf4c506d" providerId="ADAL" clId="{FD50E126-2B12-4A46-9B7C-BECF3DE44E2D}" dt="2024-11-22T22:13:29.170" v="3171" actId="1076"/>
          <ac:picMkLst>
            <pc:docMk/>
            <pc:sldMk cId="3601971965" sldId="272"/>
            <ac:picMk id="4" creationId="{A092070D-27C3-F690-DB31-A48107ECEC6A}"/>
          </ac:picMkLst>
        </pc:picChg>
        <pc:picChg chg="add mod">
          <ac:chgData name="Duong, Thi Quynh Nhi  SH/HZA-HAADD" userId="fa5d8dce-1e87-4da3-b2b1-08b1cf4c506d" providerId="ADAL" clId="{FD50E126-2B12-4A46-9B7C-BECF3DE44E2D}" dt="2024-11-23T10:18:28.455" v="5767" actId="1076"/>
          <ac:picMkLst>
            <pc:docMk/>
            <pc:sldMk cId="3601971965" sldId="272"/>
            <ac:picMk id="6" creationId="{82A92D80-2D9D-099C-7DD3-7EC2A6D2CAC9}"/>
          </ac:picMkLst>
        </pc:picChg>
      </pc:sldChg>
      <pc:sldChg chg="addSp delSp modSp new mod">
        <pc:chgData name="Duong, Thi Quynh Nhi  SH/HZA-HAADD" userId="fa5d8dce-1e87-4da3-b2b1-08b1cf4c506d" providerId="ADAL" clId="{FD50E126-2B12-4A46-9B7C-BECF3DE44E2D}" dt="2024-11-23T09:33:47.169" v="5493" actId="1076"/>
        <pc:sldMkLst>
          <pc:docMk/>
          <pc:sldMk cId="1562897301" sldId="273"/>
        </pc:sldMkLst>
        <pc:spChg chg="del mod">
          <ac:chgData name="Duong, Thi Quynh Nhi  SH/HZA-HAADD" userId="fa5d8dce-1e87-4da3-b2b1-08b1cf4c506d" providerId="ADAL" clId="{FD50E126-2B12-4A46-9B7C-BECF3DE44E2D}" dt="2024-11-23T09:32:43.637" v="5423" actId="478"/>
          <ac:spMkLst>
            <pc:docMk/>
            <pc:sldMk cId="1562897301" sldId="273"/>
            <ac:spMk id="2" creationId="{6E15C7DF-0F73-595A-7C14-E6DC7CF277F5}"/>
          </ac:spMkLst>
        </pc:spChg>
        <pc:spChg chg="del mod">
          <ac:chgData name="Duong, Thi Quynh Nhi  SH/HZA-HAADD" userId="fa5d8dce-1e87-4da3-b2b1-08b1cf4c506d" providerId="ADAL" clId="{FD50E126-2B12-4A46-9B7C-BECF3DE44E2D}" dt="2024-11-23T09:25:55.341" v="5358" actId="478"/>
          <ac:spMkLst>
            <pc:docMk/>
            <pc:sldMk cId="1562897301" sldId="273"/>
            <ac:spMk id="3" creationId="{862B9167-96F7-DAE2-B988-431979821B57}"/>
          </ac:spMkLst>
        </pc:spChg>
        <pc:spChg chg="add mod">
          <ac:chgData name="Duong, Thi Quynh Nhi  SH/HZA-HAADD" userId="fa5d8dce-1e87-4da3-b2b1-08b1cf4c506d" providerId="ADAL" clId="{FD50E126-2B12-4A46-9B7C-BECF3DE44E2D}" dt="2024-11-23T09:33:42.021" v="5491" actId="1076"/>
          <ac:spMkLst>
            <pc:docMk/>
            <pc:sldMk cId="1562897301" sldId="273"/>
            <ac:spMk id="14" creationId="{2AFC97C0-5022-551D-6F75-D88D8E0480DB}"/>
          </ac:spMkLst>
        </pc:spChg>
        <pc:spChg chg="add mod">
          <ac:chgData name="Duong, Thi Quynh Nhi  SH/HZA-HAADD" userId="fa5d8dce-1e87-4da3-b2b1-08b1cf4c506d" providerId="ADAL" clId="{FD50E126-2B12-4A46-9B7C-BECF3DE44E2D}" dt="2024-11-23T09:33:47.169" v="5493" actId="1076"/>
          <ac:spMkLst>
            <pc:docMk/>
            <pc:sldMk cId="1562897301" sldId="273"/>
            <ac:spMk id="15" creationId="{41CFEC70-A818-0AF1-E818-34F0833A79A0}"/>
          </ac:spMkLst>
        </pc:spChg>
        <pc:picChg chg="add del">
          <ac:chgData name="Duong, Thi Quynh Nhi  SH/HZA-HAADD" userId="fa5d8dce-1e87-4da3-b2b1-08b1cf4c506d" providerId="ADAL" clId="{FD50E126-2B12-4A46-9B7C-BECF3DE44E2D}" dt="2024-11-22T22:07:49.010" v="3112" actId="478"/>
          <ac:picMkLst>
            <pc:docMk/>
            <pc:sldMk cId="1562897301" sldId="273"/>
            <ac:picMk id="4" creationId="{B1F88FF6-9E7B-BC31-1F13-5F703C640B32}"/>
          </ac:picMkLst>
        </pc:picChg>
        <pc:picChg chg="add mod">
          <ac:chgData name="Duong, Thi Quynh Nhi  SH/HZA-HAADD" userId="fa5d8dce-1e87-4da3-b2b1-08b1cf4c506d" providerId="ADAL" clId="{FD50E126-2B12-4A46-9B7C-BECF3DE44E2D}" dt="2024-11-23T09:31:16.606" v="5403" actId="1076"/>
          <ac:picMkLst>
            <pc:docMk/>
            <pc:sldMk cId="1562897301" sldId="273"/>
            <ac:picMk id="4" creationId="{F619E8D9-529C-9D25-9CED-F786EB95C1AC}"/>
          </ac:picMkLst>
        </pc:picChg>
        <pc:picChg chg="add mod">
          <ac:chgData name="Duong, Thi Quynh Nhi  SH/HZA-HAADD" userId="fa5d8dce-1e87-4da3-b2b1-08b1cf4c506d" providerId="ADAL" clId="{FD50E126-2B12-4A46-9B7C-BECF3DE44E2D}" dt="2024-11-23T09:32:46.446" v="5424" actId="1076"/>
          <ac:picMkLst>
            <pc:docMk/>
            <pc:sldMk cId="1562897301" sldId="273"/>
            <ac:picMk id="5" creationId="{32834910-A85A-79BA-BF80-4641045523D0}"/>
          </ac:picMkLst>
        </pc:picChg>
        <pc:picChg chg="add mod">
          <ac:chgData name="Duong, Thi Quynh Nhi  SH/HZA-HAADD" userId="fa5d8dce-1e87-4da3-b2b1-08b1cf4c506d" providerId="ADAL" clId="{FD50E126-2B12-4A46-9B7C-BECF3DE44E2D}" dt="2024-11-23T09:32:47.545" v="5425" actId="1076"/>
          <ac:picMkLst>
            <pc:docMk/>
            <pc:sldMk cId="1562897301" sldId="273"/>
            <ac:picMk id="7" creationId="{3C59632C-2001-F099-DAC5-30A8B9056486}"/>
          </ac:picMkLst>
        </pc:picChg>
        <pc:picChg chg="add del mod">
          <ac:chgData name="Duong, Thi Quynh Nhi  SH/HZA-HAADD" userId="fa5d8dce-1e87-4da3-b2b1-08b1cf4c506d" providerId="ADAL" clId="{FD50E126-2B12-4A46-9B7C-BECF3DE44E2D}" dt="2024-11-23T09:30:28.505" v="5385" actId="22"/>
          <ac:picMkLst>
            <pc:docMk/>
            <pc:sldMk cId="1562897301" sldId="273"/>
            <ac:picMk id="9" creationId="{4C48E5B7-3797-CF76-9E70-B58DA60AFA83}"/>
          </ac:picMkLst>
        </pc:picChg>
        <pc:picChg chg="add mod">
          <ac:chgData name="Duong, Thi Quynh Nhi  SH/HZA-HAADD" userId="fa5d8dce-1e87-4da3-b2b1-08b1cf4c506d" providerId="ADAL" clId="{FD50E126-2B12-4A46-9B7C-BECF3DE44E2D}" dt="2024-11-23T09:32:53.082" v="5428" actId="14100"/>
          <ac:picMkLst>
            <pc:docMk/>
            <pc:sldMk cId="1562897301" sldId="273"/>
            <ac:picMk id="11" creationId="{07AA1155-68A2-CB66-BCDA-C47AF7D165EC}"/>
          </ac:picMkLst>
        </pc:picChg>
        <pc:picChg chg="add mod">
          <ac:chgData name="Duong, Thi Quynh Nhi  SH/HZA-HAADD" userId="fa5d8dce-1e87-4da3-b2b1-08b1cf4c506d" providerId="ADAL" clId="{FD50E126-2B12-4A46-9B7C-BECF3DE44E2D}" dt="2024-11-23T09:32:37.174" v="5420" actId="1076"/>
          <ac:picMkLst>
            <pc:docMk/>
            <pc:sldMk cId="1562897301" sldId="273"/>
            <ac:picMk id="13" creationId="{1E309EE2-46AF-79FB-0EBF-F7B7DB368579}"/>
          </ac:picMkLst>
        </pc:picChg>
      </pc:sldChg>
      <pc:sldChg chg="addSp modSp new mod">
        <pc:chgData name="Duong, Thi Quynh Nhi  SH/HZA-HAADD" userId="fa5d8dce-1e87-4da3-b2b1-08b1cf4c506d" providerId="ADAL" clId="{FD50E126-2B12-4A46-9B7C-BECF3DE44E2D}" dt="2024-11-23T10:18:46.450" v="5773" actId="14100"/>
        <pc:sldMkLst>
          <pc:docMk/>
          <pc:sldMk cId="788233058" sldId="274"/>
        </pc:sldMkLst>
        <pc:spChg chg="mod">
          <ac:chgData name="Duong, Thi Quynh Nhi  SH/HZA-HAADD" userId="fa5d8dce-1e87-4da3-b2b1-08b1cf4c506d" providerId="ADAL" clId="{FD50E126-2B12-4A46-9B7C-BECF3DE44E2D}" dt="2024-11-22T22:13:24.093" v="3170" actId="1076"/>
          <ac:spMkLst>
            <pc:docMk/>
            <pc:sldMk cId="788233058" sldId="274"/>
            <ac:spMk id="2" creationId="{BA908CEE-989C-E2F2-02C4-115F45928D49}"/>
          </ac:spMkLst>
        </pc:spChg>
        <pc:spChg chg="add mod">
          <ac:chgData name="Duong, Thi Quynh Nhi  SH/HZA-HAADD" userId="fa5d8dce-1e87-4da3-b2b1-08b1cf4c506d" providerId="ADAL" clId="{FD50E126-2B12-4A46-9B7C-BECF3DE44E2D}" dt="2024-11-23T10:18:40.123" v="5770" actId="255"/>
          <ac:spMkLst>
            <pc:docMk/>
            <pc:sldMk cId="788233058" sldId="274"/>
            <ac:spMk id="6" creationId="{705ADD9C-01B8-9D2A-403A-FD5A5ED37272}"/>
          </ac:spMkLst>
        </pc:spChg>
        <pc:picChg chg="add mod">
          <ac:chgData name="Duong, Thi Quynh Nhi  SH/HZA-HAADD" userId="fa5d8dce-1e87-4da3-b2b1-08b1cf4c506d" providerId="ADAL" clId="{FD50E126-2B12-4A46-9B7C-BECF3DE44E2D}" dt="2024-11-22T22:13:20.375" v="3169" actId="1076"/>
          <ac:picMkLst>
            <pc:docMk/>
            <pc:sldMk cId="788233058" sldId="274"/>
            <ac:picMk id="3" creationId="{7BF3231C-A375-5AA7-4658-2FDB57B09BB9}"/>
          </ac:picMkLst>
        </pc:picChg>
        <pc:picChg chg="add mod">
          <ac:chgData name="Duong, Thi Quynh Nhi  SH/HZA-HAADD" userId="fa5d8dce-1e87-4da3-b2b1-08b1cf4c506d" providerId="ADAL" clId="{FD50E126-2B12-4A46-9B7C-BECF3DE44E2D}" dt="2024-11-23T10:18:46.450" v="5773" actId="14100"/>
          <ac:picMkLst>
            <pc:docMk/>
            <pc:sldMk cId="788233058" sldId="274"/>
            <ac:picMk id="5" creationId="{4B066E9E-5A3E-A228-2CCC-6BD7D2317AE6}"/>
          </ac:picMkLst>
        </pc:picChg>
      </pc:sldChg>
      <pc:sldChg chg="addSp delSp modSp new mod">
        <pc:chgData name="Duong, Thi Quynh Nhi  SH/HZA-HAADD" userId="fa5d8dce-1e87-4da3-b2b1-08b1cf4c506d" providerId="ADAL" clId="{FD50E126-2B12-4A46-9B7C-BECF3DE44E2D}" dt="2024-11-23T10:18:58.938" v="5776" actId="1076"/>
        <pc:sldMkLst>
          <pc:docMk/>
          <pc:sldMk cId="3422959238" sldId="275"/>
        </pc:sldMkLst>
        <pc:spChg chg="mod">
          <ac:chgData name="Duong, Thi Quynh Nhi  SH/HZA-HAADD" userId="fa5d8dce-1e87-4da3-b2b1-08b1cf4c506d" providerId="ADAL" clId="{FD50E126-2B12-4A46-9B7C-BECF3DE44E2D}" dt="2024-11-22T22:14:04.966" v="3180" actId="1076"/>
          <ac:spMkLst>
            <pc:docMk/>
            <pc:sldMk cId="3422959238" sldId="275"/>
            <ac:spMk id="2" creationId="{BE6214DB-331E-B2DC-350E-77098EA34E87}"/>
          </ac:spMkLst>
        </pc:spChg>
        <pc:spChg chg="add del mod">
          <ac:chgData name="Duong, Thi Quynh Nhi  SH/HZA-HAADD" userId="fa5d8dce-1e87-4da3-b2b1-08b1cf4c506d" providerId="ADAL" clId="{FD50E126-2B12-4A46-9B7C-BECF3DE44E2D}" dt="2024-11-22T22:48:50.470" v="3426"/>
          <ac:spMkLst>
            <pc:docMk/>
            <pc:sldMk cId="3422959238" sldId="275"/>
            <ac:spMk id="6" creationId="{35C34EF7-F055-CBFD-3FA8-541C591D5FC3}"/>
          </ac:spMkLst>
        </pc:spChg>
        <pc:spChg chg="add mod">
          <ac:chgData name="Duong, Thi Quynh Nhi  SH/HZA-HAADD" userId="fa5d8dce-1e87-4da3-b2b1-08b1cf4c506d" providerId="ADAL" clId="{FD50E126-2B12-4A46-9B7C-BECF3DE44E2D}" dt="2024-11-23T10:18:56.281" v="5775" actId="1076"/>
          <ac:spMkLst>
            <pc:docMk/>
            <pc:sldMk cId="3422959238" sldId="275"/>
            <ac:spMk id="7" creationId="{EBC9D64F-C06E-073F-CB16-62039960C8BF}"/>
          </ac:spMkLst>
        </pc:spChg>
        <pc:picChg chg="add mod">
          <ac:chgData name="Duong, Thi Quynh Nhi  SH/HZA-HAADD" userId="fa5d8dce-1e87-4da3-b2b1-08b1cf4c506d" providerId="ADAL" clId="{FD50E126-2B12-4A46-9B7C-BECF3DE44E2D}" dt="2024-11-23T10:18:58.938" v="5776" actId="1076"/>
          <ac:picMkLst>
            <pc:docMk/>
            <pc:sldMk cId="3422959238" sldId="275"/>
            <ac:picMk id="4" creationId="{D356AEC3-92D1-8302-FD7D-A16F63A9669B}"/>
          </ac:picMkLst>
        </pc:picChg>
        <pc:picChg chg="add mod">
          <ac:chgData name="Duong, Thi Quynh Nhi  SH/HZA-HAADD" userId="fa5d8dce-1e87-4da3-b2b1-08b1cf4c506d" providerId="ADAL" clId="{FD50E126-2B12-4A46-9B7C-BECF3DE44E2D}" dt="2024-11-22T22:13:14.515" v="3167" actId="1076"/>
          <ac:picMkLst>
            <pc:docMk/>
            <pc:sldMk cId="3422959238" sldId="275"/>
            <ac:picMk id="5" creationId="{B61B63D9-AA83-CB57-E494-77D9E36E4C6B}"/>
          </ac:picMkLst>
        </pc:picChg>
      </pc:sldChg>
      <pc:sldChg chg="addSp modSp new mod">
        <pc:chgData name="Duong, Thi Quynh Nhi  SH/HZA-HAADD" userId="fa5d8dce-1e87-4da3-b2b1-08b1cf4c506d" providerId="ADAL" clId="{FD50E126-2B12-4A46-9B7C-BECF3DE44E2D}" dt="2024-11-23T10:19:12.144" v="5778" actId="1076"/>
        <pc:sldMkLst>
          <pc:docMk/>
          <pc:sldMk cId="2109121714" sldId="276"/>
        </pc:sldMkLst>
        <pc:spChg chg="mod">
          <ac:chgData name="Duong, Thi Quynh Nhi  SH/HZA-HAADD" userId="fa5d8dce-1e87-4da3-b2b1-08b1cf4c506d" providerId="ADAL" clId="{FD50E126-2B12-4A46-9B7C-BECF3DE44E2D}" dt="2024-11-22T23:05:18.866" v="3849" actId="1076"/>
          <ac:spMkLst>
            <pc:docMk/>
            <pc:sldMk cId="2109121714" sldId="276"/>
            <ac:spMk id="2" creationId="{84B28B56-F355-85AC-6D37-F066A52B0A30}"/>
          </ac:spMkLst>
        </pc:spChg>
        <pc:spChg chg="add mod">
          <ac:chgData name="Duong, Thi Quynh Nhi  SH/HZA-HAADD" userId="fa5d8dce-1e87-4da3-b2b1-08b1cf4c506d" providerId="ADAL" clId="{FD50E126-2B12-4A46-9B7C-BECF3DE44E2D}" dt="2024-11-23T10:19:12.144" v="5778" actId="1076"/>
          <ac:spMkLst>
            <pc:docMk/>
            <pc:sldMk cId="2109121714" sldId="276"/>
            <ac:spMk id="5" creationId="{5AE7E06D-00B0-F0E5-EEE4-C28EC6F57D81}"/>
          </ac:spMkLst>
        </pc:spChg>
        <pc:picChg chg="add mod">
          <ac:chgData name="Duong, Thi Quynh Nhi  SH/HZA-HAADD" userId="fa5d8dce-1e87-4da3-b2b1-08b1cf4c506d" providerId="ADAL" clId="{FD50E126-2B12-4A46-9B7C-BECF3DE44E2D}" dt="2024-11-22T23:03:36.275" v="3740" actId="1076"/>
          <ac:picMkLst>
            <pc:docMk/>
            <pc:sldMk cId="2109121714" sldId="276"/>
            <ac:picMk id="3" creationId="{D9E79D61-F4E9-E80C-FB8F-A7D6BB6F1073}"/>
          </ac:picMkLst>
        </pc:picChg>
        <pc:picChg chg="add mod">
          <ac:chgData name="Duong, Thi Quynh Nhi  SH/HZA-HAADD" userId="fa5d8dce-1e87-4da3-b2b1-08b1cf4c506d" providerId="ADAL" clId="{FD50E126-2B12-4A46-9B7C-BECF3DE44E2D}" dt="2024-11-22T23:05:20.180" v="3850" actId="1076"/>
          <ac:picMkLst>
            <pc:docMk/>
            <pc:sldMk cId="2109121714" sldId="276"/>
            <ac:picMk id="4" creationId="{33D573AB-E63F-BED0-038E-0E1809E79B77}"/>
          </ac:picMkLst>
        </pc:picChg>
      </pc:sldChg>
      <pc:sldChg chg="addSp delSp modSp new mod">
        <pc:chgData name="Duong, Thi Quynh Nhi  SH/HZA-HAADD" userId="fa5d8dce-1e87-4da3-b2b1-08b1cf4c506d" providerId="ADAL" clId="{FD50E126-2B12-4A46-9B7C-BECF3DE44E2D}" dt="2024-11-23T10:19:39.652" v="5782" actId="1076"/>
        <pc:sldMkLst>
          <pc:docMk/>
          <pc:sldMk cId="796028401" sldId="277"/>
        </pc:sldMkLst>
        <pc:spChg chg="mod">
          <ac:chgData name="Duong, Thi Quynh Nhi  SH/HZA-HAADD" userId="fa5d8dce-1e87-4da3-b2b1-08b1cf4c506d" providerId="ADAL" clId="{FD50E126-2B12-4A46-9B7C-BECF3DE44E2D}" dt="2024-11-23T10:03:14.960" v="5690" actId="1076"/>
          <ac:spMkLst>
            <pc:docMk/>
            <pc:sldMk cId="796028401" sldId="277"/>
            <ac:spMk id="2" creationId="{D59D1D79-ED22-8E09-406C-7872C6866444}"/>
          </ac:spMkLst>
        </pc:spChg>
        <pc:spChg chg="del">
          <ac:chgData name="Duong, Thi Quynh Nhi  SH/HZA-HAADD" userId="fa5d8dce-1e87-4da3-b2b1-08b1cf4c506d" providerId="ADAL" clId="{FD50E126-2B12-4A46-9B7C-BECF3DE44E2D}" dt="2024-11-23T08:50:58.647" v="4370" actId="478"/>
          <ac:spMkLst>
            <pc:docMk/>
            <pc:sldMk cId="796028401" sldId="277"/>
            <ac:spMk id="3" creationId="{6863C732-150F-9D65-A6DE-4CADDF12DEF5}"/>
          </ac:spMkLst>
        </pc:spChg>
        <pc:spChg chg="add del mod">
          <ac:chgData name="Duong, Thi Quynh Nhi  SH/HZA-HAADD" userId="fa5d8dce-1e87-4da3-b2b1-08b1cf4c506d" providerId="ADAL" clId="{FD50E126-2B12-4A46-9B7C-BECF3DE44E2D}" dt="2024-11-23T08:54:08.635" v="4382"/>
          <ac:spMkLst>
            <pc:docMk/>
            <pc:sldMk cId="796028401" sldId="277"/>
            <ac:spMk id="9" creationId="{AA89DA7E-3647-265D-E12C-BD46E748AE0C}"/>
          </ac:spMkLst>
        </pc:spChg>
        <pc:spChg chg="add mod">
          <ac:chgData name="Duong, Thi Quynh Nhi  SH/HZA-HAADD" userId="fa5d8dce-1e87-4da3-b2b1-08b1cf4c506d" providerId="ADAL" clId="{FD50E126-2B12-4A46-9B7C-BECF3DE44E2D}" dt="2024-11-23T08:57:13.667" v="4417" actId="5793"/>
          <ac:spMkLst>
            <pc:docMk/>
            <pc:sldMk cId="796028401" sldId="277"/>
            <ac:spMk id="10" creationId="{A0FC058B-0176-BF9B-038A-3DC8C5621AC4}"/>
          </ac:spMkLst>
        </pc:spChg>
        <pc:picChg chg="add mod">
          <ac:chgData name="Duong, Thi Quynh Nhi  SH/HZA-HAADD" userId="fa5d8dce-1e87-4da3-b2b1-08b1cf4c506d" providerId="ADAL" clId="{FD50E126-2B12-4A46-9B7C-BECF3DE44E2D}" dt="2024-11-23T08:56:50.482" v="4401" actId="14100"/>
          <ac:picMkLst>
            <pc:docMk/>
            <pc:sldMk cId="796028401" sldId="277"/>
            <ac:picMk id="4" creationId="{4B0C7209-5491-FFEF-197C-D33D2DF809EE}"/>
          </ac:picMkLst>
        </pc:picChg>
        <pc:picChg chg="add mod">
          <ac:chgData name="Duong, Thi Quynh Nhi  SH/HZA-HAADD" userId="fa5d8dce-1e87-4da3-b2b1-08b1cf4c506d" providerId="ADAL" clId="{FD50E126-2B12-4A46-9B7C-BECF3DE44E2D}" dt="2024-11-23T10:19:37.169" v="5781" actId="1076"/>
          <ac:picMkLst>
            <pc:docMk/>
            <pc:sldMk cId="796028401" sldId="277"/>
            <ac:picMk id="6" creationId="{EA64ECE5-9566-CB3C-1391-270FF3AA6C2F}"/>
          </ac:picMkLst>
        </pc:picChg>
        <pc:picChg chg="add mod">
          <ac:chgData name="Duong, Thi Quynh Nhi  SH/HZA-HAADD" userId="fa5d8dce-1e87-4da3-b2b1-08b1cf4c506d" providerId="ADAL" clId="{FD50E126-2B12-4A46-9B7C-BECF3DE44E2D}" dt="2024-11-23T10:19:39.652" v="5782" actId="1076"/>
          <ac:picMkLst>
            <pc:docMk/>
            <pc:sldMk cId="796028401" sldId="277"/>
            <ac:picMk id="8" creationId="{F9C15C3B-5A9F-0665-DDF2-65833916EB02}"/>
          </ac:picMkLst>
        </pc:picChg>
      </pc:sldChg>
      <pc:sldChg chg="addSp delSp modSp new mod">
        <pc:chgData name="Duong, Thi Quynh Nhi  SH/HZA-HAADD" userId="fa5d8dce-1e87-4da3-b2b1-08b1cf4c506d" providerId="ADAL" clId="{FD50E126-2B12-4A46-9B7C-BECF3DE44E2D}" dt="2024-11-23T10:19:48.501" v="5783" actId="255"/>
        <pc:sldMkLst>
          <pc:docMk/>
          <pc:sldMk cId="2466857911" sldId="278"/>
        </pc:sldMkLst>
        <pc:spChg chg="mod">
          <ac:chgData name="Duong, Thi Quynh Nhi  SH/HZA-HAADD" userId="fa5d8dce-1e87-4da3-b2b1-08b1cf4c506d" providerId="ADAL" clId="{FD50E126-2B12-4A46-9B7C-BECF3DE44E2D}" dt="2024-11-23T10:03:27.511" v="5695" actId="1076"/>
          <ac:spMkLst>
            <pc:docMk/>
            <pc:sldMk cId="2466857911" sldId="278"/>
            <ac:spMk id="2" creationId="{D1F02EC3-959A-0051-C448-813AD2A5E487}"/>
          </ac:spMkLst>
        </pc:spChg>
        <pc:spChg chg="del">
          <ac:chgData name="Duong, Thi Quynh Nhi  SH/HZA-HAADD" userId="fa5d8dce-1e87-4da3-b2b1-08b1cf4c506d" providerId="ADAL" clId="{FD50E126-2B12-4A46-9B7C-BECF3DE44E2D}" dt="2024-11-23T08:58:38.051" v="4429" actId="478"/>
          <ac:spMkLst>
            <pc:docMk/>
            <pc:sldMk cId="2466857911" sldId="278"/>
            <ac:spMk id="3" creationId="{869C6CBB-FD8C-17F9-91CD-0A319808B507}"/>
          </ac:spMkLst>
        </pc:spChg>
        <pc:spChg chg="add mod">
          <ac:chgData name="Duong, Thi Quynh Nhi  SH/HZA-HAADD" userId="fa5d8dce-1e87-4da3-b2b1-08b1cf4c506d" providerId="ADAL" clId="{FD50E126-2B12-4A46-9B7C-BECF3DE44E2D}" dt="2024-11-23T10:19:48.501" v="5783" actId="255"/>
          <ac:spMkLst>
            <pc:docMk/>
            <pc:sldMk cId="2466857911" sldId="278"/>
            <ac:spMk id="6" creationId="{F91A5D7C-A4AA-D08B-8D1B-837914B8F532}"/>
          </ac:spMkLst>
        </pc:spChg>
        <pc:picChg chg="add mod">
          <ac:chgData name="Duong, Thi Quynh Nhi  SH/HZA-HAADD" userId="fa5d8dce-1e87-4da3-b2b1-08b1cf4c506d" providerId="ADAL" clId="{FD50E126-2B12-4A46-9B7C-BECF3DE44E2D}" dt="2024-11-23T09:07:36.956" v="4882" actId="1076"/>
          <ac:picMkLst>
            <pc:docMk/>
            <pc:sldMk cId="2466857911" sldId="278"/>
            <ac:picMk id="4" creationId="{2A354C4E-7DE3-59E7-F86C-434A938A0D87}"/>
          </ac:picMkLst>
        </pc:picChg>
        <pc:picChg chg="add mod">
          <ac:chgData name="Duong, Thi Quynh Nhi  SH/HZA-HAADD" userId="fa5d8dce-1e87-4da3-b2b1-08b1cf4c506d" providerId="ADAL" clId="{FD50E126-2B12-4A46-9B7C-BECF3DE44E2D}" dt="2024-11-23T08:59:07.285" v="4444" actId="1076"/>
          <ac:picMkLst>
            <pc:docMk/>
            <pc:sldMk cId="2466857911" sldId="278"/>
            <ac:picMk id="5" creationId="{B7F85F47-CAF4-B028-376C-7DBF6378CB39}"/>
          </ac:picMkLst>
        </pc:picChg>
      </pc:sldChg>
      <pc:sldChg chg="addSp delSp modSp new mod">
        <pc:chgData name="Duong, Thi Quynh Nhi  SH/HZA-HAADD" userId="fa5d8dce-1e87-4da3-b2b1-08b1cf4c506d" providerId="ADAL" clId="{FD50E126-2B12-4A46-9B7C-BECF3DE44E2D}" dt="2024-11-23T10:20:19.813" v="5797" actId="14100"/>
        <pc:sldMkLst>
          <pc:docMk/>
          <pc:sldMk cId="39800862" sldId="279"/>
        </pc:sldMkLst>
        <pc:spChg chg="mod">
          <ac:chgData name="Duong, Thi Quynh Nhi  SH/HZA-HAADD" userId="fa5d8dce-1e87-4da3-b2b1-08b1cf4c506d" providerId="ADAL" clId="{FD50E126-2B12-4A46-9B7C-BECF3DE44E2D}" dt="2024-11-23T10:03:39" v="5699" actId="14100"/>
          <ac:spMkLst>
            <pc:docMk/>
            <pc:sldMk cId="39800862" sldId="279"/>
            <ac:spMk id="2" creationId="{D77D4E46-D095-7F6A-115B-07DF9DDF36A3}"/>
          </ac:spMkLst>
        </pc:spChg>
        <pc:spChg chg="add del mod">
          <ac:chgData name="Duong, Thi Quynh Nhi  SH/HZA-HAADD" userId="fa5d8dce-1e87-4da3-b2b1-08b1cf4c506d" providerId="ADAL" clId="{FD50E126-2B12-4A46-9B7C-BECF3DE44E2D}" dt="2024-11-23T09:02:37.132" v="4602"/>
          <ac:spMkLst>
            <pc:docMk/>
            <pc:sldMk cId="39800862" sldId="279"/>
            <ac:spMk id="5" creationId="{70E1FB48-53FE-CDE9-B154-7E33CFE83490}"/>
          </ac:spMkLst>
        </pc:spChg>
        <pc:spChg chg="add mod">
          <ac:chgData name="Duong, Thi Quynh Nhi  SH/HZA-HAADD" userId="fa5d8dce-1e87-4da3-b2b1-08b1cf4c506d" providerId="ADAL" clId="{FD50E126-2B12-4A46-9B7C-BECF3DE44E2D}" dt="2024-11-23T09:06:59.416" v="4880" actId="403"/>
          <ac:spMkLst>
            <pc:docMk/>
            <pc:sldMk cId="39800862" sldId="279"/>
            <ac:spMk id="6" creationId="{0FCE1A24-9643-C429-A488-575EC411D35D}"/>
          </ac:spMkLst>
        </pc:spChg>
        <pc:picChg chg="add mod">
          <ac:chgData name="Duong, Thi Quynh Nhi  SH/HZA-HAADD" userId="fa5d8dce-1e87-4da3-b2b1-08b1cf4c506d" providerId="ADAL" clId="{FD50E126-2B12-4A46-9B7C-BECF3DE44E2D}" dt="2024-11-23T09:01:21.355" v="4596" actId="1076"/>
          <ac:picMkLst>
            <pc:docMk/>
            <pc:sldMk cId="39800862" sldId="279"/>
            <ac:picMk id="3" creationId="{ED54FEA3-2A0F-A01A-487A-5B093E7FBE75}"/>
          </ac:picMkLst>
        </pc:picChg>
        <pc:picChg chg="add mod">
          <ac:chgData name="Duong, Thi Quynh Nhi  SH/HZA-HAADD" userId="fa5d8dce-1e87-4da3-b2b1-08b1cf4c506d" providerId="ADAL" clId="{FD50E126-2B12-4A46-9B7C-BECF3DE44E2D}" dt="2024-11-23T10:20:19.813" v="5797" actId="14100"/>
          <ac:picMkLst>
            <pc:docMk/>
            <pc:sldMk cId="39800862" sldId="279"/>
            <ac:picMk id="4" creationId="{23789EF7-E388-1EC0-92A8-16E2B72C899D}"/>
          </ac:picMkLst>
        </pc:picChg>
      </pc:sldChg>
      <pc:sldChg chg="addSp modSp new mod">
        <pc:chgData name="Duong, Thi Quynh Nhi  SH/HZA-HAADD" userId="fa5d8dce-1e87-4da3-b2b1-08b1cf4c506d" providerId="ADAL" clId="{FD50E126-2B12-4A46-9B7C-BECF3DE44E2D}" dt="2024-11-23T10:20:15.376" v="5796" actId="14100"/>
        <pc:sldMkLst>
          <pc:docMk/>
          <pc:sldMk cId="1742400637" sldId="280"/>
        </pc:sldMkLst>
        <pc:spChg chg="mod">
          <ac:chgData name="Duong, Thi Quynh Nhi  SH/HZA-HAADD" userId="fa5d8dce-1e87-4da3-b2b1-08b1cf4c506d" providerId="ADAL" clId="{FD50E126-2B12-4A46-9B7C-BECF3DE44E2D}" dt="2024-11-23T10:03:45.320" v="5701" actId="20577"/>
          <ac:spMkLst>
            <pc:docMk/>
            <pc:sldMk cId="1742400637" sldId="280"/>
            <ac:spMk id="2" creationId="{3D2136A6-DB2C-C9BC-79AE-796B7B48DEDD}"/>
          </ac:spMkLst>
        </pc:spChg>
        <pc:spChg chg="add mod">
          <ac:chgData name="Duong, Thi Quynh Nhi  SH/HZA-HAADD" userId="fa5d8dce-1e87-4da3-b2b1-08b1cf4c506d" providerId="ADAL" clId="{FD50E126-2B12-4A46-9B7C-BECF3DE44E2D}" dt="2024-11-23T10:20:11.454" v="5794" actId="1076"/>
          <ac:spMkLst>
            <pc:docMk/>
            <pc:sldMk cId="1742400637" sldId="280"/>
            <ac:spMk id="5" creationId="{E61B2776-786E-CBCE-45D9-8991DE94DF6D}"/>
          </ac:spMkLst>
        </pc:spChg>
        <pc:picChg chg="add mod">
          <ac:chgData name="Duong, Thi Quynh Nhi  SH/HZA-HAADD" userId="fa5d8dce-1e87-4da3-b2b1-08b1cf4c506d" providerId="ADAL" clId="{FD50E126-2B12-4A46-9B7C-BECF3DE44E2D}" dt="2024-11-23T09:08:46.937" v="4890" actId="1076"/>
          <ac:picMkLst>
            <pc:docMk/>
            <pc:sldMk cId="1742400637" sldId="280"/>
            <ac:picMk id="3" creationId="{C778146B-C189-1902-E6F3-581F1A42E8BF}"/>
          </ac:picMkLst>
        </pc:picChg>
        <pc:picChg chg="add mod">
          <ac:chgData name="Duong, Thi Quynh Nhi  SH/HZA-HAADD" userId="fa5d8dce-1e87-4da3-b2b1-08b1cf4c506d" providerId="ADAL" clId="{FD50E126-2B12-4A46-9B7C-BECF3DE44E2D}" dt="2024-11-23T10:20:15.376" v="5796" actId="14100"/>
          <ac:picMkLst>
            <pc:docMk/>
            <pc:sldMk cId="1742400637" sldId="280"/>
            <ac:picMk id="4" creationId="{D1B8DA5A-7A27-63A5-AE66-E18718FC1B24}"/>
          </ac:picMkLst>
        </pc:picChg>
      </pc:sldChg>
      <pc:sldChg chg="addSp delSp modSp new mod">
        <pc:chgData name="Duong, Thi Quynh Nhi  SH/HZA-HAADD" userId="fa5d8dce-1e87-4da3-b2b1-08b1cf4c506d" providerId="ADAL" clId="{FD50E126-2B12-4A46-9B7C-BECF3DE44E2D}" dt="2024-11-23T10:20:52.195" v="5800" actId="1076"/>
        <pc:sldMkLst>
          <pc:docMk/>
          <pc:sldMk cId="4116009423" sldId="281"/>
        </pc:sldMkLst>
        <pc:spChg chg="del">
          <ac:chgData name="Duong, Thi Quynh Nhi  SH/HZA-HAADD" userId="fa5d8dce-1e87-4da3-b2b1-08b1cf4c506d" providerId="ADAL" clId="{FD50E126-2B12-4A46-9B7C-BECF3DE44E2D}" dt="2024-11-23T09:21:32.983" v="5279" actId="478"/>
          <ac:spMkLst>
            <pc:docMk/>
            <pc:sldMk cId="4116009423" sldId="281"/>
            <ac:spMk id="2" creationId="{BA9A9CA1-A431-88EA-8534-7FE82B831429}"/>
          </ac:spMkLst>
        </pc:spChg>
        <pc:spChg chg="add mod">
          <ac:chgData name="Duong, Thi Quynh Nhi  SH/HZA-HAADD" userId="fa5d8dce-1e87-4da3-b2b1-08b1cf4c506d" providerId="ADAL" clId="{FD50E126-2B12-4A46-9B7C-BECF3DE44E2D}" dt="2024-11-23T10:20:52.195" v="5800" actId="1076"/>
          <ac:spMkLst>
            <pc:docMk/>
            <pc:sldMk cId="4116009423" sldId="281"/>
            <ac:spMk id="5" creationId="{376FA0B2-574E-6FE5-9A2C-5FC6C302887A}"/>
          </ac:spMkLst>
        </pc:spChg>
        <pc:spChg chg="add mod">
          <ac:chgData name="Duong, Thi Quynh Nhi  SH/HZA-HAADD" userId="fa5d8dce-1e87-4da3-b2b1-08b1cf4c506d" providerId="ADAL" clId="{FD50E126-2B12-4A46-9B7C-BECF3DE44E2D}" dt="2024-11-23T09:22:40.273" v="5305" actId="1076"/>
          <ac:spMkLst>
            <pc:docMk/>
            <pc:sldMk cId="4116009423" sldId="281"/>
            <ac:spMk id="6" creationId="{B9649BE9-779F-F54E-13A4-0F153873973C}"/>
          </ac:spMkLst>
        </pc:spChg>
        <pc:picChg chg="add mod modCrop">
          <ac:chgData name="Duong, Thi Quynh Nhi  SH/HZA-HAADD" userId="fa5d8dce-1e87-4da3-b2b1-08b1cf4c506d" providerId="ADAL" clId="{FD50E126-2B12-4A46-9B7C-BECF3DE44E2D}" dt="2024-11-23T09:22:13.082" v="5288" actId="1076"/>
          <ac:picMkLst>
            <pc:docMk/>
            <pc:sldMk cId="4116009423" sldId="281"/>
            <ac:picMk id="3" creationId="{78D21A7D-BF83-8A4E-483B-558B506BE684}"/>
          </ac:picMkLst>
        </pc:picChg>
      </pc:sldChg>
      <pc:sldChg chg="addSp modSp new mod">
        <pc:chgData name="Duong, Thi Quynh Nhi  SH/HZA-HAADD" userId="fa5d8dce-1e87-4da3-b2b1-08b1cf4c506d" providerId="ADAL" clId="{FD50E126-2B12-4A46-9B7C-BECF3DE44E2D}" dt="2024-11-23T10:09:30.930" v="5762" actId="1076"/>
        <pc:sldMkLst>
          <pc:docMk/>
          <pc:sldMk cId="2143586747" sldId="282"/>
        </pc:sldMkLst>
        <pc:spChg chg="mod">
          <ac:chgData name="Duong, Thi Quynh Nhi  SH/HZA-HAADD" userId="fa5d8dce-1e87-4da3-b2b1-08b1cf4c506d" providerId="ADAL" clId="{FD50E126-2B12-4A46-9B7C-BECF3DE44E2D}" dt="2024-11-23T09:24:54.710" v="5347" actId="1076"/>
          <ac:spMkLst>
            <pc:docMk/>
            <pc:sldMk cId="2143586747" sldId="282"/>
            <ac:spMk id="2" creationId="{A43E454B-88EB-1E18-2F12-3EF97B4BE8D1}"/>
          </ac:spMkLst>
        </pc:spChg>
        <pc:spChg chg="add mod">
          <ac:chgData name="Duong, Thi Quynh Nhi  SH/HZA-HAADD" userId="fa5d8dce-1e87-4da3-b2b1-08b1cf4c506d" providerId="ADAL" clId="{FD50E126-2B12-4A46-9B7C-BECF3DE44E2D}" dt="2024-11-23T10:09:30.930" v="5762" actId="1076"/>
          <ac:spMkLst>
            <pc:docMk/>
            <pc:sldMk cId="2143586747" sldId="282"/>
            <ac:spMk id="5" creationId="{81FC7B16-3A21-5EA0-957D-50064B7F2CD0}"/>
          </ac:spMkLst>
        </pc:spChg>
        <pc:picChg chg="add mod modCrop">
          <ac:chgData name="Duong, Thi Quynh Nhi  SH/HZA-HAADD" userId="fa5d8dce-1e87-4da3-b2b1-08b1cf4c506d" providerId="ADAL" clId="{FD50E126-2B12-4A46-9B7C-BECF3DE44E2D}" dt="2024-11-23T09:24:18.273" v="5330" actId="1076"/>
          <ac:picMkLst>
            <pc:docMk/>
            <pc:sldMk cId="2143586747" sldId="282"/>
            <ac:picMk id="3" creationId="{7BA10F96-041F-87D4-CC14-01F0F528490B}"/>
          </ac:picMkLst>
        </pc:picChg>
      </pc:sldChg>
      <pc:sldChg chg="addSp delSp modSp new mod ord setBg">
        <pc:chgData name="Duong, Thi Quynh Nhi  SH/HZA-HAADD" userId="fa5d8dce-1e87-4da3-b2b1-08b1cf4c506d" providerId="ADAL" clId="{FD50E126-2B12-4A46-9B7C-BECF3DE44E2D}" dt="2024-11-23T10:08:19.881" v="5751" actId="26606"/>
        <pc:sldMkLst>
          <pc:docMk/>
          <pc:sldMk cId="433754321" sldId="283"/>
        </pc:sldMkLst>
        <pc:spChg chg="mod">
          <ac:chgData name="Duong, Thi Quynh Nhi  SH/HZA-HAADD" userId="fa5d8dce-1e87-4da3-b2b1-08b1cf4c506d" providerId="ADAL" clId="{FD50E126-2B12-4A46-9B7C-BECF3DE44E2D}" dt="2024-11-23T10:08:19.881" v="5751" actId="26606"/>
          <ac:spMkLst>
            <pc:docMk/>
            <pc:sldMk cId="433754321" sldId="283"/>
            <ac:spMk id="2" creationId="{2C84A24F-9DFA-A3A3-DB70-95CEA6388CED}"/>
          </ac:spMkLst>
        </pc:spChg>
        <pc:spChg chg="add mod ord">
          <ac:chgData name="Duong, Thi Quynh Nhi  SH/HZA-HAADD" userId="fa5d8dce-1e87-4da3-b2b1-08b1cf4c506d" providerId="ADAL" clId="{FD50E126-2B12-4A46-9B7C-BECF3DE44E2D}" dt="2024-11-23T10:08:19.881" v="5751" actId="26606"/>
          <ac:spMkLst>
            <pc:docMk/>
            <pc:sldMk cId="433754321" sldId="283"/>
            <ac:spMk id="3" creationId="{2A48664A-CF51-2594-F5D5-8F01238AF28C}"/>
          </ac:spMkLst>
        </pc:spChg>
        <pc:spChg chg="add del">
          <ac:chgData name="Duong, Thi Quynh Nhi  SH/HZA-HAADD" userId="fa5d8dce-1e87-4da3-b2b1-08b1cf4c506d" providerId="ADAL" clId="{FD50E126-2B12-4A46-9B7C-BECF3DE44E2D}" dt="2024-11-23T10:08:19.881" v="5751" actId="26606"/>
          <ac:spMkLst>
            <pc:docMk/>
            <pc:sldMk cId="433754321" sldId="283"/>
            <ac:spMk id="16" creationId="{6663C3DE-9980-E9DE-C30B-28DC9E9B6A44}"/>
          </ac:spMkLst>
        </pc:spChg>
        <pc:spChg chg="add">
          <ac:chgData name="Duong, Thi Quynh Nhi  SH/HZA-HAADD" userId="fa5d8dce-1e87-4da3-b2b1-08b1cf4c506d" providerId="ADAL" clId="{FD50E126-2B12-4A46-9B7C-BECF3DE44E2D}" dt="2024-11-23T10:08:19.881" v="5751" actId="26606"/>
          <ac:spMkLst>
            <pc:docMk/>
            <pc:sldMk cId="433754321" sldId="283"/>
            <ac:spMk id="21" creationId="{1022CA72-2A63-428F-B586-37BA5AB6D265}"/>
          </ac:spMkLst>
        </pc:spChg>
        <pc:spChg chg="add">
          <ac:chgData name="Duong, Thi Quynh Nhi  SH/HZA-HAADD" userId="fa5d8dce-1e87-4da3-b2b1-08b1cf4c506d" providerId="ADAL" clId="{FD50E126-2B12-4A46-9B7C-BECF3DE44E2D}" dt="2024-11-23T10:08:19.881" v="5751" actId="26606"/>
          <ac:spMkLst>
            <pc:docMk/>
            <pc:sldMk cId="433754321" sldId="283"/>
            <ac:spMk id="23" creationId="{95C8260E-968F-44E8-A823-ABB431311926}"/>
          </ac:spMkLst>
        </pc:spChg>
        <pc:spChg chg="add">
          <ac:chgData name="Duong, Thi Quynh Nhi  SH/HZA-HAADD" userId="fa5d8dce-1e87-4da3-b2b1-08b1cf4c506d" providerId="ADAL" clId="{FD50E126-2B12-4A46-9B7C-BECF3DE44E2D}" dt="2024-11-23T10:08:19.881" v="5751" actId="26606"/>
          <ac:spMkLst>
            <pc:docMk/>
            <pc:sldMk cId="433754321" sldId="283"/>
            <ac:spMk id="25" creationId="{2C1BBA94-3F40-40AA-8BB9-E69E25E537C1}"/>
          </ac:spMkLst>
        </pc:spChg>
        <pc:spChg chg="add">
          <ac:chgData name="Duong, Thi Quynh Nhi  SH/HZA-HAADD" userId="fa5d8dce-1e87-4da3-b2b1-08b1cf4c506d" providerId="ADAL" clId="{FD50E126-2B12-4A46-9B7C-BECF3DE44E2D}" dt="2024-11-23T10:08:19.881" v="5751" actId="26606"/>
          <ac:spMkLst>
            <pc:docMk/>
            <pc:sldMk cId="433754321" sldId="283"/>
            <ac:spMk id="27" creationId="{FE43805F-24A6-46A4-B19B-54F28347355C}"/>
          </ac:spMkLst>
        </pc:spChg>
        <pc:grpChg chg="add del">
          <ac:chgData name="Duong, Thi Quynh Nhi  SH/HZA-HAADD" userId="fa5d8dce-1e87-4da3-b2b1-08b1cf4c506d" providerId="ADAL" clId="{FD50E126-2B12-4A46-9B7C-BECF3DE44E2D}" dt="2024-11-23T09:40:30.834" v="5601" actId="26606"/>
          <ac:grpSpMkLst>
            <pc:docMk/>
            <pc:sldMk cId="433754321" sldId="283"/>
            <ac:grpSpMk id="12" creationId="{792AA144-DDFF-C43B-6866-516C9091D065}"/>
          </ac:grpSpMkLst>
        </pc:grpChg>
        <pc:picChg chg="add mod">
          <ac:chgData name="Duong, Thi Quynh Nhi  SH/HZA-HAADD" userId="fa5d8dce-1e87-4da3-b2b1-08b1cf4c506d" providerId="ADAL" clId="{FD50E126-2B12-4A46-9B7C-BECF3DE44E2D}" dt="2024-11-23T10:08:19.881" v="5751" actId="26606"/>
          <ac:picMkLst>
            <pc:docMk/>
            <pc:sldMk cId="433754321" sldId="283"/>
            <ac:picMk id="5" creationId="{F8FC2F79-A909-47B1-B633-058EC43171F2}"/>
          </ac:picMkLst>
        </pc:picChg>
        <pc:picChg chg="add mod">
          <ac:chgData name="Duong, Thi Quynh Nhi  SH/HZA-HAADD" userId="fa5d8dce-1e87-4da3-b2b1-08b1cf4c506d" providerId="ADAL" clId="{FD50E126-2B12-4A46-9B7C-BECF3DE44E2D}" dt="2024-11-23T10:08:19.881" v="5751" actId="26606"/>
          <ac:picMkLst>
            <pc:docMk/>
            <pc:sldMk cId="433754321" sldId="283"/>
            <ac:picMk id="7" creationId="{333C0967-6FC1-5686-7B8A-C5B052645F57}"/>
          </ac:picMkLst>
        </pc:picChg>
      </pc:sldChg>
      <pc:sldChg chg="addSp modSp new mod">
        <pc:chgData name="Duong, Thi Quynh Nhi  SH/HZA-HAADD" userId="fa5d8dce-1e87-4da3-b2b1-08b1cf4c506d" providerId="ADAL" clId="{FD50E126-2B12-4A46-9B7C-BECF3DE44E2D}" dt="2024-11-23T10:06:03.404" v="5721" actId="20577"/>
        <pc:sldMkLst>
          <pc:docMk/>
          <pc:sldMk cId="3523889308" sldId="284"/>
        </pc:sldMkLst>
        <pc:spChg chg="mod">
          <ac:chgData name="Duong, Thi Quynh Nhi  SH/HZA-HAADD" userId="fa5d8dce-1e87-4da3-b2b1-08b1cf4c506d" providerId="ADAL" clId="{FD50E126-2B12-4A46-9B7C-BECF3DE44E2D}" dt="2024-11-23T10:04:39.351" v="5711" actId="20577"/>
          <ac:spMkLst>
            <pc:docMk/>
            <pc:sldMk cId="3523889308" sldId="284"/>
            <ac:spMk id="2" creationId="{8F1D20E3-7903-837D-E27A-175711CBD2F0}"/>
          </ac:spMkLst>
        </pc:spChg>
        <pc:spChg chg="add mod">
          <ac:chgData name="Duong, Thi Quynh Nhi  SH/HZA-HAADD" userId="fa5d8dce-1e87-4da3-b2b1-08b1cf4c506d" providerId="ADAL" clId="{FD50E126-2B12-4A46-9B7C-BECF3DE44E2D}" dt="2024-11-23T10:06:03.404" v="5721" actId="20577"/>
          <ac:spMkLst>
            <pc:docMk/>
            <pc:sldMk cId="3523889308" sldId="284"/>
            <ac:spMk id="3" creationId="{472467A2-5B3D-ECBE-D2A5-498F0E03E42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587118-2A42-47FC-86AF-BD1EC68C5806}" type="doc">
      <dgm:prSet loTypeId="urn:microsoft.com/office/officeart/2005/8/layout/radial1" loCatId="relationship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3B0C516-8AEB-4769-88AA-FD6833BC8E8C}">
      <dgm:prSet phldrT="[Text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Scrum</a:t>
          </a:r>
        </a:p>
      </dgm:t>
    </dgm:pt>
    <dgm:pt modelId="{4CB8FED6-D969-4C0C-BEDA-B4192E3C0850}" type="parTrans" cxnId="{F084D4F8-E60B-4A36-B6A2-FF127B358779}">
      <dgm:prSet/>
      <dgm:spPr/>
      <dgm:t>
        <a:bodyPr/>
        <a:lstStyle/>
        <a:p>
          <a:endParaRPr lang="en-US"/>
        </a:p>
      </dgm:t>
    </dgm:pt>
    <dgm:pt modelId="{E1C2B941-D5E8-44BE-9227-65628D6322D5}" type="sibTrans" cxnId="{F084D4F8-E60B-4A36-B6A2-FF127B358779}">
      <dgm:prSet/>
      <dgm:spPr/>
      <dgm:t>
        <a:bodyPr/>
        <a:lstStyle/>
        <a:p>
          <a:endParaRPr lang="en-US"/>
        </a:p>
      </dgm:t>
    </dgm:pt>
    <dgm:pt modelId="{15846D26-06EE-46BB-BE3B-357E55218975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sz="1600" dirty="0" err="1"/>
            <a:t>Einfachheit</a:t>
          </a:r>
          <a:endParaRPr lang="en-US" sz="1600" dirty="0"/>
        </a:p>
      </dgm:t>
    </dgm:pt>
    <dgm:pt modelId="{B4CFE930-3B06-41FD-8FC1-B92CA7149268}" type="parTrans" cxnId="{F66DC552-A3B0-4B68-8FFD-2A49BD2963E6}">
      <dgm:prSet/>
      <dgm:spPr/>
      <dgm:t>
        <a:bodyPr/>
        <a:lstStyle/>
        <a:p>
          <a:endParaRPr lang="en-US"/>
        </a:p>
      </dgm:t>
    </dgm:pt>
    <dgm:pt modelId="{26F0395D-8C64-418D-96A2-80C7464CA91B}" type="sibTrans" cxnId="{F66DC552-A3B0-4B68-8FFD-2A49BD2963E6}">
      <dgm:prSet/>
      <dgm:spPr/>
      <dgm:t>
        <a:bodyPr/>
        <a:lstStyle/>
        <a:p>
          <a:endParaRPr lang="en-US"/>
        </a:p>
      </dgm:t>
    </dgm:pt>
    <dgm:pt modelId="{968D73CD-E39E-42CF-9BF8-E164AFD5CA48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 anchor="b"/>
        <a:lstStyle/>
        <a:p>
          <a:pPr algn="just">
            <a:lnSpc>
              <a:spcPct val="150000"/>
            </a:lnSpc>
          </a:pPr>
          <a:endParaRPr lang="en-US" sz="1200" dirty="0"/>
        </a:p>
        <a:p>
          <a:pPr algn="ctr">
            <a:lnSpc>
              <a:spcPct val="150000"/>
            </a:lnSpc>
          </a:pPr>
          <a:r>
            <a:rPr lang="en-US" sz="1600" dirty="0" err="1"/>
            <a:t>Flexibilität</a:t>
          </a:r>
          <a:endParaRPr lang="en-US" sz="1600" dirty="0"/>
        </a:p>
      </dgm:t>
    </dgm:pt>
    <dgm:pt modelId="{9A08BC6D-C481-4F20-AA6B-1D10F1991931}" type="parTrans" cxnId="{D3365CD3-A8CF-45E0-9E65-970BDEEC1743}">
      <dgm:prSet/>
      <dgm:spPr/>
      <dgm:t>
        <a:bodyPr/>
        <a:lstStyle/>
        <a:p>
          <a:endParaRPr lang="en-US"/>
        </a:p>
      </dgm:t>
    </dgm:pt>
    <dgm:pt modelId="{A4A077E7-60E1-4541-9DF4-A45D36C1EC80}" type="sibTrans" cxnId="{D3365CD3-A8CF-45E0-9E65-970BDEEC1743}">
      <dgm:prSet/>
      <dgm:spPr/>
      <dgm:t>
        <a:bodyPr/>
        <a:lstStyle/>
        <a:p>
          <a:endParaRPr lang="en-US"/>
        </a:p>
      </dgm:t>
    </dgm:pt>
    <dgm:pt modelId="{2381B70D-AC00-4847-A6D2-B1A0ABC55F63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 err="1"/>
            <a:t>Transparenz</a:t>
          </a:r>
          <a:r>
            <a:rPr lang="en-US" dirty="0"/>
            <a:t> und </a:t>
          </a:r>
          <a:r>
            <a:rPr lang="en-US" dirty="0" err="1"/>
            <a:t>Sichtbarkeit</a:t>
          </a:r>
          <a:endParaRPr lang="en-US" dirty="0"/>
        </a:p>
      </dgm:t>
    </dgm:pt>
    <dgm:pt modelId="{BEB19070-B225-43F8-9DB8-63145876C9F1}" type="parTrans" cxnId="{B7161C3E-FF60-44BD-BAF7-B5ECD7AD3FDA}">
      <dgm:prSet/>
      <dgm:spPr/>
      <dgm:t>
        <a:bodyPr/>
        <a:lstStyle/>
        <a:p>
          <a:endParaRPr lang="en-US"/>
        </a:p>
      </dgm:t>
    </dgm:pt>
    <dgm:pt modelId="{6FE345A0-C5F0-47F0-A078-831D8C0E60B6}" type="sibTrans" cxnId="{B7161C3E-FF60-44BD-BAF7-B5ECD7AD3FDA}">
      <dgm:prSet/>
      <dgm:spPr/>
      <dgm:t>
        <a:bodyPr/>
        <a:lstStyle/>
        <a:p>
          <a:endParaRPr lang="en-US"/>
        </a:p>
      </dgm:t>
    </dgm:pt>
    <dgm:pt modelId="{24F1FAA6-EE63-4F24-B6C7-EB3C5F561DD5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/>
            <a:t>Risiko-</a:t>
          </a:r>
        </a:p>
        <a:p>
          <a:r>
            <a:rPr lang="en-US"/>
            <a:t>management</a:t>
          </a:r>
        </a:p>
      </dgm:t>
    </dgm:pt>
    <dgm:pt modelId="{27F1BD00-8AEE-4B60-91DA-AB3591BFB075}" type="parTrans" cxnId="{CD9411AB-00B7-4CE8-9734-3B2DC5D37F1A}">
      <dgm:prSet/>
      <dgm:spPr/>
      <dgm:t>
        <a:bodyPr/>
        <a:lstStyle/>
        <a:p>
          <a:endParaRPr lang="en-US"/>
        </a:p>
      </dgm:t>
    </dgm:pt>
    <dgm:pt modelId="{957930D1-D104-4807-9547-3E877D7568B6}" type="sibTrans" cxnId="{CD9411AB-00B7-4CE8-9734-3B2DC5D37F1A}">
      <dgm:prSet/>
      <dgm:spPr/>
      <dgm:t>
        <a:bodyPr/>
        <a:lstStyle/>
        <a:p>
          <a:endParaRPr lang="en-US"/>
        </a:p>
      </dgm:t>
    </dgm:pt>
    <dgm:pt modelId="{3B6F3395-0170-4869-B67B-DD8F479E20CA}">
      <dgm:prSet/>
      <dgm:spPr>
        <a:solidFill>
          <a:schemeClr val="accent4">
            <a:lumMod val="60000"/>
            <a:lumOff val="40000"/>
          </a:schemeClr>
        </a:solidFill>
      </dgm:spPr>
      <dgm:t>
        <a:bodyPr anchor="b"/>
        <a:lstStyle/>
        <a:p>
          <a:pPr algn="l">
            <a:lnSpc>
              <a:spcPct val="90000"/>
            </a:lnSpc>
          </a:pPr>
          <a:endParaRPr lang="en-US" sz="900" dirty="0"/>
        </a:p>
      </dgm:t>
    </dgm:pt>
    <dgm:pt modelId="{0528DCFC-6983-4CC2-8E7A-933C7BAA6454}" type="parTrans" cxnId="{1E58BEF9-EE39-4E0C-882F-4209E4D1E889}">
      <dgm:prSet/>
      <dgm:spPr/>
      <dgm:t>
        <a:bodyPr/>
        <a:lstStyle/>
        <a:p>
          <a:endParaRPr lang="en-US"/>
        </a:p>
      </dgm:t>
    </dgm:pt>
    <dgm:pt modelId="{C3AA55C5-389C-4B99-8C5F-59D4097193F8}" type="sibTrans" cxnId="{1E58BEF9-EE39-4E0C-882F-4209E4D1E889}">
      <dgm:prSet/>
      <dgm:spPr/>
      <dgm:t>
        <a:bodyPr/>
        <a:lstStyle/>
        <a:p>
          <a:endParaRPr lang="en-US"/>
        </a:p>
      </dgm:t>
    </dgm:pt>
    <dgm:pt modelId="{09F50517-6080-4B5F-9822-92D5E3A2CBAD}">
      <dgm:prSet/>
      <dgm:spPr>
        <a:solidFill>
          <a:schemeClr val="accent4">
            <a:lumMod val="60000"/>
            <a:lumOff val="40000"/>
          </a:schemeClr>
        </a:solidFill>
      </dgm:spPr>
      <dgm:t>
        <a:bodyPr anchor="b"/>
        <a:lstStyle/>
        <a:p>
          <a:pPr algn="l">
            <a:lnSpc>
              <a:spcPct val="90000"/>
            </a:lnSpc>
          </a:pPr>
          <a:endParaRPr lang="en-US" sz="900"/>
        </a:p>
      </dgm:t>
    </dgm:pt>
    <dgm:pt modelId="{8AAED524-D112-40E0-94A1-B6CA343FF38C}" type="parTrans" cxnId="{9B8D2DB7-499E-411F-AA0F-2DF0C4703B8A}">
      <dgm:prSet/>
      <dgm:spPr/>
      <dgm:t>
        <a:bodyPr/>
        <a:lstStyle/>
        <a:p>
          <a:endParaRPr lang="en-US"/>
        </a:p>
      </dgm:t>
    </dgm:pt>
    <dgm:pt modelId="{AB5A4AAB-F5CA-40A6-A372-DAADC4EE8D51}" type="sibTrans" cxnId="{9B8D2DB7-499E-411F-AA0F-2DF0C4703B8A}">
      <dgm:prSet/>
      <dgm:spPr/>
      <dgm:t>
        <a:bodyPr/>
        <a:lstStyle/>
        <a:p>
          <a:endParaRPr lang="en-US"/>
        </a:p>
      </dgm:t>
    </dgm:pt>
    <dgm:pt modelId="{DFCDFD9F-52A3-4198-9E64-3645C39C58FF}">
      <dgm:prSet/>
      <dgm:spPr>
        <a:solidFill>
          <a:schemeClr val="accent4">
            <a:lumMod val="60000"/>
            <a:lumOff val="40000"/>
          </a:schemeClr>
        </a:solidFill>
      </dgm:spPr>
      <dgm:t>
        <a:bodyPr anchor="b"/>
        <a:lstStyle/>
        <a:p>
          <a:pPr algn="l">
            <a:lnSpc>
              <a:spcPct val="90000"/>
            </a:lnSpc>
          </a:pPr>
          <a:endParaRPr lang="en-US" sz="900"/>
        </a:p>
      </dgm:t>
    </dgm:pt>
    <dgm:pt modelId="{6D5091AC-0C8F-4637-B3C1-A73687A83D11}" type="parTrans" cxnId="{13D1B696-1C6D-45FE-9ECB-F62FDB2E4057}">
      <dgm:prSet/>
      <dgm:spPr/>
      <dgm:t>
        <a:bodyPr/>
        <a:lstStyle/>
        <a:p>
          <a:endParaRPr lang="en-US"/>
        </a:p>
      </dgm:t>
    </dgm:pt>
    <dgm:pt modelId="{A0E75AD9-5669-4BF9-ACB0-32038A0A12FF}" type="sibTrans" cxnId="{13D1B696-1C6D-45FE-9ECB-F62FDB2E4057}">
      <dgm:prSet/>
      <dgm:spPr/>
      <dgm:t>
        <a:bodyPr/>
        <a:lstStyle/>
        <a:p>
          <a:endParaRPr lang="en-US"/>
        </a:p>
      </dgm:t>
    </dgm:pt>
    <dgm:pt modelId="{B6F39729-611D-4905-8D3A-B87D40200C05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 err="1"/>
            <a:t>Fokus</a:t>
          </a:r>
          <a:r>
            <a:rPr lang="en-US" dirty="0"/>
            <a:t> auf den Menschen</a:t>
          </a:r>
        </a:p>
      </dgm:t>
    </dgm:pt>
    <dgm:pt modelId="{1086F3AF-2778-45FB-9614-7B85B326BAF5}" type="parTrans" cxnId="{F15E63EA-8413-4894-8F63-53AB29BFBC6B}">
      <dgm:prSet/>
      <dgm:spPr/>
      <dgm:t>
        <a:bodyPr/>
        <a:lstStyle/>
        <a:p>
          <a:endParaRPr lang="en-US"/>
        </a:p>
      </dgm:t>
    </dgm:pt>
    <dgm:pt modelId="{EAF20270-8492-4220-A587-568AB6BD90C7}" type="sibTrans" cxnId="{F15E63EA-8413-4894-8F63-53AB29BFBC6B}">
      <dgm:prSet/>
      <dgm:spPr/>
      <dgm:t>
        <a:bodyPr/>
        <a:lstStyle/>
        <a:p>
          <a:endParaRPr lang="en-US"/>
        </a:p>
      </dgm:t>
    </dgm:pt>
    <dgm:pt modelId="{71EF46DC-0A90-4D7E-A5CB-31AF5468F69E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 err="1"/>
            <a:t>Kontinuier</a:t>
          </a:r>
          <a:r>
            <a:rPr lang="en-US" dirty="0"/>
            <a:t>-</a:t>
          </a:r>
        </a:p>
        <a:p>
          <a:r>
            <a:rPr lang="en-US" dirty="0" err="1"/>
            <a:t>liche</a:t>
          </a:r>
          <a:r>
            <a:rPr lang="en-US" dirty="0"/>
            <a:t> </a:t>
          </a:r>
          <a:r>
            <a:rPr lang="en-US" dirty="0" err="1"/>
            <a:t>Verbesser-ung</a:t>
          </a:r>
          <a:endParaRPr lang="en-US" dirty="0"/>
        </a:p>
      </dgm:t>
    </dgm:pt>
    <dgm:pt modelId="{2FADC23C-21FF-47E7-890F-018E6C222087}" type="parTrans" cxnId="{7CA66C8A-B05B-4EB7-A859-EE00E2F6AB1A}">
      <dgm:prSet/>
      <dgm:spPr/>
      <dgm:t>
        <a:bodyPr/>
        <a:lstStyle/>
        <a:p>
          <a:endParaRPr lang="en-US"/>
        </a:p>
      </dgm:t>
    </dgm:pt>
    <dgm:pt modelId="{D1C3E5DA-1D6C-4350-80F6-239F27D7B8FC}" type="sibTrans" cxnId="{7CA66C8A-B05B-4EB7-A859-EE00E2F6AB1A}">
      <dgm:prSet/>
      <dgm:spPr/>
      <dgm:t>
        <a:bodyPr/>
        <a:lstStyle/>
        <a:p>
          <a:endParaRPr lang="en-US"/>
        </a:p>
      </dgm:t>
    </dgm:pt>
    <dgm:pt modelId="{2BFF4D8E-D30A-4C0A-B038-C2775FB2B5A2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/>
            <a:t>Lieferung von Wert</a:t>
          </a:r>
        </a:p>
      </dgm:t>
    </dgm:pt>
    <dgm:pt modelId="{1B939A4B-10C7-4CFE-BDF4-05EF7A15A161}" type="parTrans" cxnId="{88EEC583-3425-480C-98A1-E6C61A4DBDD7}">
      <dgm:prSet/>
      <dgm:spPr/>
      <dgm:t>
        <a:bodyPr/>
        <a:lstStyle/>
        <a:p>
          <a:endParaRPr lang="en-US"/>
        </a:p>
      </dgm:t>
    </dgm:pt>
    <dgm:pt modelId="{676B4367-A948-4E3F-BA08-9538C15D5F9A}" type="sibTrans" cxnId="{88EEC583-3425-480C-98A1-E6C61A4DBDD7}">
      <dgm:prSet/>
      <dgm:spPr/>
      <dgm:t>
        <a:bodyPr/>
        <a:lstStyle/>
        <a:p>
          <a:endParaRPr lang="en-US"/>
        </a:p>
      </dgm:t>
    </dgm:pt>
    <dgm:pt modelId="{9CB6CA64-52C1-45FE-868F-931B69BDCBDA}" type="pres">
      <dgm:prSet presAssocID="{9E587118-2A42-47FC-86AF-BD1EC68C580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311D344-FEFF-46C4-B69D-083D07BC2995}" type="pres">
      <dgm:prSet presAssocID="{F3B0C516-8AEB-4769-88AA-FD6833BC8E8C}" presName="centerShape" presStyleLbl="node0" presStyleIdx="0" presStyleCnt="1"/>
      <dgm:spPr/>
    </dgm:pt>
    <dgm:pt modelId="{0A1C07AB-60BB-45AC-9BC1-1E8F2024E65E}" type="pres">
      <dgm:prSet presAssocID="{B4CFE930-3B06-41FD-8FC1-B92CA7149268}" presName="Name9" presStyleLbl="parChTrans1D2" presStyleIdx="0" presStyleCnt="7"/>
      <dgm:spPr/>
    </dgm:pt>
    <dgm:pt modelId="{46DC81C4-0C22-44BA-B57B-50F289B8087D}" type="pres">
      <dgm:prSet presAssocID="{B4CFE930-3B06-41FD-8FC1-B92CA7149268}" presName="connTx" presStyleLbl="parChTrans1D2" presStyleIdx="0" presStyleCnt="7"/>
      <dgm:spPr/>
    </dgm:pt>
    <dgm:pt modelId="{F1D0503F-35C8-4B8A-B31D-31DA289BC74B}" type="pres">
      <dgm:prSet presAssocID="{15846D26-06EE-46BB-BE3B-357E55218975}" presName="node" presStyleLbl="node1" presStyleIdx="0" presStyleCnt="7">
        <dgm:presLayoutVars>
          <dgm:bulletEnabled val="1"/>
        </dgm:presLayoutVars>
      </dgm:prSet>
      <dgm:spPr/>
    </dgm:pt>
    <dgm:pt modelId="{6C84F3BA-602E-4EB1-9F19-FDAE00405CDE}" type="pres">
      <dgm:prSet presAssocID="{9A08BC6D-C481-4F20-AA6B-1D10F1991931}" presName="Name9" presStyleLbl="parChTrans1D2" presStyleIdx="1" presStyleCnt="7"/>
      <dgm:spPr/>
    </dgm:pt>
    <dgm:pt modelId="{FAA6A242-D811-47B6-85C4-93B6F8AFE610}" type="pres">
      <dgm:prSet presAssocID="{9A08BC6D-C481-4F20-AA6B-1D10F1991931}" presName="connTx" presStyleLbl="parChTrans1D2" presStyleIdx="1" presStyleCnt="7"/>
      <dgm:spPr/>
    </dgm:pt>
    <dgm:pt modelId="{1078200D-C944-421A-BC8E-4CFC3A06CEFA}" type="pres">
      <dgm:prSet presAssocID="{968D73CD-E39E-42CF-9BF8-E164AFD5CA48}" presName="node" presStyleLbl="node1" presStyleIdx="1" presStyleCnt="7">
        <dgm:presLayoutVars>
          <dgm:bulletEnabled val="1"/>
        </dgm:presLayoutVars>
      </dgm:prSet>
      <dgm:spPr/>
    </dgm:pt>
    <dgm:pt modelId="{D4282645-119F-453A-B232-50A7676B2209}" type="pres">
      <dgm:prSet presAssocID="{1086F3AF-2778-45FB-9614-7B85B326BAF5}" presName="Name9" presStyleLbl="parChTrans1D2" presStyleIdx="2" presStyleCnt="7"/>
      <dgm:spPr/>
    </dgm:pt>
    <dgm:pt modelId="{36B52267-20A4-45CD-A807-0B20A59D95F0}" type="pres">
      <dgm:prSet presAssocID="{1086F3AF-2778-45FB-9614-7B85B326BAF5}" presName="connTx" presStyleLbl="parChTrans1D2" presStyleIdx="2" presStyleCnt="7"/>
      <dgm:spPr/>
    </dgm:pt>
    <dgm:pt modelId="{01A8581F-1DC3-42FA-82B6-87B134B273D6}" type="pres">
      <dgm:prSet presAssocID="{B6F39729-611D-4905-8D3A-B87D40200C05}" presName="node" presStyleLbl="node1" presStyleIdx="2" presStyleCnt="7">
        <dgm:presLayoutVars>
          <dgm:bulletEnabled val="1"/>
        </dgm:presLayoutVars>
      </dgm:prSet>
      <dgm:spPr/>
    </dgm:pt>
    <dgm:pt modelId="{C395DA8F-F476-487A-ABFD-46AFF0F858A7}" type="pres">
      <dgm:prSet presAssocID="{2FADC23C-21FF-47E7-890F-018E6C222087}" presName="Name9" presStyleLbl="parChTrans1D2" presStyleIdx="3" presStyleCnt="7"/>
      <dgm:spPr/>
    </dgm:pt>
    <dgm:pt modelId="{3FC3CA7A-6889-46D8-A0DF-314EAE130607}" type="pres">
      <dgm:prSet presAssocID="{2FADC23C-21FF-47E7-890F-018E6C222087}" presName="connTx" presStyleLbl="parChTrans1D2" presStyleIdx="3" presStyleCnt="7"/>
      <dgm:spPr/>
    </dgm:pt>
    <dgm:pt modelId="{98B7413E-FEA2-410B-8B69-8640E7069251}" type="pres">
      <dgm:prSet presAssocID="{71EF46DC-0A90-4D7E-A5CB-31AF5468F69E}" presName="node" presStyleLbl="node1" presStyleIdx="3" presStyleCnt="7">
        <dgm:presLayoutVars>
          <dgm:bulletEnabled val="1"/>
        </dgm:presLayoutVars>
      </dgm:prSet>
      <dgm:spPr/>
    </dgm:pt>
    <dgm:pt modelId="{5590688C-C0FB-46D5-881A-6DC2426811B2}" type="pres">
      <dgm:prSet presAssocID="{1B939A4B-10C7-4CFE-BDF4-05EF7A15A161}" presName="Name9" presStyleLbl="parChTrans1D2" presStyleIdx="4" presStyleCnt="7"/>
      <dgm:spPr/>
    </dgm:pt>
    <dgm:pt modelId="{7CF5CE4F-9057-4A1E-A2D3-09E45477DADC}" type="pres">
      <dgm:prSet presAssocID="{1B939A4B-10C7-4CFE-BDF4-05EF7A15A161}" presName="connTx" presStyleLbl="parChTrans1D2" presStyleIdx="4" presStyleCnt="7"/>
      <dgm:spPr/>
    </dgm:pt>
    <dgm:pt modelId="{D47E94EC-BF58-44F3-BDAF-5B0B27FC85C0}" type="pres">
      <dgm:prSet presAssocID="{2BFF4D8E-D30A-4C0A-B038-C2775FB2B5A2}" presName="node" presStyleLbl="node1" presStyleIdx="4" presStyleCnt="7">
        <dgm:presLayoutVars>
          <dgm:bulletEnabled val="1"/>
        </dgm:presLayoutVars>
      </dgm:prSet>
      <dgm:spPr/>
    </dgm:pt>
    <dgm:pt modelId="{D9255985-14A7-463C-9F84-DC6E9747AA29}" type="pres">
      <dgm:prSet presAssocID="{BEB19070-B225-43F8-9DB8-63145876C9F1}" presName="Name9" presStyleLbl="parChTrans1D2" presStyleIdx="5" presStyleCnt="7"/>
      <dgm:spPr/>
    </dgm:pt>
    <dgm:pt modelId="{7CC1A7B6-BF73-4395-B1E6-A96E81C23426}" type="pres">
      <dgm:prSet presAssocID="{BEB19070-B225-43F8-9DB8-63145876C9F1}" presName="connTx" presStyleLbl="parChTrans1D2" presStyleIdx="5" presStyleCnt="7"/>
      <dgm:spPr/>
    </dgm:pt>
    <dgm:pt modelId="{D051ED8E-938E-437C-AD3D-E8394B5123C6}" type="pres">
      <dgm:prSet presAssocID="{2381B70D-AC00-4847-A6D2-B1A0ABC55F63}" presName="node" presStyleLbl="node1" presStyleIdx="5" presStyleCnt="7">
        <dgm:presLayoutVars>
          <dgm:bulletEnabled val="1"/>
        </dgm:presLayoutVars>
      </dgm:prSet>
      <dgm:spPr/>
    </dgm:pt>
    <dgm:pt modelId="{CBCBEA18-FF13-4B93-BD7A-714F4B9A7CC4}" type="pres">
      <dgm:prSet presAssocID="{27F1BD00-8AEE-4B60-91DA-AB3591BFB075}" presName="Name9" presStyleLbl="parChTrans1D2" presStyleIdx="6" presStyleCnt="7"/>
      <dgm:spPr/>
    </dgm:pt>
    <dgm:pt modelId="{D589EBC2-D34F-413D-BDDA-7E59410DF3CA}" type="pres">
      <dgm:prSet presAssocID="{27F1BD00-8AEE-4B60-91DA-AB3591BFB075}" presName="connTx" presStyleLbl="parChTrans1D2" presStyleIdx="6" presStyleCnt="7"/>
      <dgm:spPr/>
    </dgm:pt>
    <dgm:pt modelId="{A7EC5EB6-3332-4BF5-A593-F1D91F59B568}" type="pres">
      <dgm:prSet presAssocID="{24F1FAA6-EE63-4F24-B6C7-EB3C5F561DD5}" presName="node" presStyleLbl="node1" presStyleIdx="6" presStyleCnt="7">
        <dgm:presLayoutVars>
          <dgm:bulletEnabled val="1"/>
        </dgm:presLayoutVars>
      </dgm:prSet>
      <dgm:spPr/>
    </dgm:pt>
  </dgm:ptLst>
  <dgm:cxnLst>
    <dgm:cxn modelId="{32904619-B1D0-49B9-8E19-0AAD367F6C13}" type="presOf" srcId="{1086F3AF-2778-45FB-9614-7B85B326BAF5}" destId="{36B52267-20A4-45CD-A807-0B20A59D95F0}" srcOrd="1" destOrd="0" presId="urn:microsoft.com/office/officeart/2005/8/layout/radial1"/>
    <dgm:cxn modelId="{0602C32D-E03F-40F7-B3B2-0D6B3F63041F}" type="presOf" srcId="{968D73CD-E39E-42CF-9BF8-E164AFD5CA48}" destId="{1078200D-C944-421A-BC8E-4CFC3A06CEFA}" srcOrd="0" destOrd="0" presId="urn:microsoft.com/office/officeart/2005/8/layout/radial1"/>
    <dgm:cxn modelId="{BDC2BB34-A473-4CD3-9611-941F2C1D99E2}" type="presOf" srcId="{71EF46DC-0A90-4D7E-A5CB-31AF5468F69E}" destId="{98B7413E-FEA2-410B-8B69-8640E7069251}" srcOrd="0" destOrd="0" presId="urn:microsoft.com/office/officeart/2005/8/layout/radial1"/>
    <dgm:cxn modelId="{B7161C3E-FF60-44BD-BAF7-B5ECD7AD3FDA}" srcId="{F3B0C516-8AEB-4769-88AA-FD6833BC8E8C}" destId="{2381B70D-AC00-4847-A6D2-B1A0ABC55F63}" srcOrd="5" destOrd="0" parTransId="{BEB19070-B225-43F8-9DB8-63145876C9F1}" sibTransId="{6FE345A0-C5F0-47F0-A078-831D8C0E60B6}"/>
    <dgm:cxn modelId="{198A1340-D996-48C2-BE39-C005718D8E2E}" type="presOf" srcId="{1086F3AF-2778-45FB-9614-7B85B326BAF5}" destId="{D4282645-119F-453A-B232-50A7676B2209}" srcOrd="0" destOrd="0" presId="urn:microsoft.com/office/officeart/2005/8/layout/radial1"/>
    <dgm:cxn modelId="{1AEBCD5F-5B2B-4D15-9ED5-16BAA42FADA1}" type="presOf" srcId="{27F1BD00-8AEE-4B60-91DA-AB3591BFB075}" destId="{D589EBC2-D34F-413D-BDDA-7E59410DF3CA}" srcOrd="1" destOrd="0" presId="urn:microsoft.com/office/officeart/2005/8/layout/radial1"/>
    <dgm:cxn modelId="{8872D844-2920-47ED-AEC5-6658BA6D322B}" type="presOf" srcId="{27F1BD00-8AEE-4B60-91DA-AB3591BFB075}" destId="{CBCBEA18-FF13-4B93-BD7A-714F4B9A7CC4}" srcOrd="0" destOrd="0" presId="urn:microsoft.com/office/officeart/2005/8/layout/radial1"/>
    <dgm:cxn modelId="{0FD7FA68-7BC5-4462-AD05-6A3AEEF483C5}" type="presOf" srcId="{F3B0C516-8AEB-4769-88AA-FD6833BC8E8C}" destId="{9311D344-FEFF-46C4-B69D-083D07BC2995}" srcOrd="0" destOrd="0" presId="urn:microsoft.com/office/officeart/2005/8/layout/radial1"/>
    <dgm:cxn modelId="{298EAB4B-4DD5-4A23-BDCD-650941604CD8}" type="presOf" srcId="{9E587118-2A42-47FC-86AF-BD1EC68C5806}" destId="{9CB6CA64-52C1-45FE-868F-931B69BDCBDA}" srcOrd="0" destOrd="0" presId="urn:microsoft.com/office/officeart/2005/8/layout/radial1"/>
    <dgm:cxn modelId="{F66DC552-A3B0-4B68-8FFD-2A49BD2963E6}" srcId="{F3B0C516-8AEB-4769-88AA-FD6833BC8E8C}" destId="{15846D26-06EE-46BB-BE3B-357E55218975}" srcOrd="0" destOrd="0" parTransId="{B4CFE930-3B06-41FD-8FC1-B92CA7149268}" sibTransId="{26F0395D-8C64-418D-96A2-80C7464CA91B}"/>
    <dgm:cxn modelId="{1B32FF72-3858-4B5A-8B45-36A4E69B06C2}" type="presOf" srcId="{BEB19070-B225-43F8-9DB8-63145876C9F1}" destId="{D9255985-14A7-463C-9F84-DC6E9747AA29}" srcOrd="0" destOrd="0" presId="urn:microsoft.com/office/officeart/2005/8/layout/radial1"/>
    <dgm:cxn modelId="{45807176-ACCD-4323-A2DE-1A7F1FE76C8C}" type="presOf" srcId="{B4CFE930-3B06-41FD-8FC1-B92CA7149268}" destId="{46DC81C4-0C22-44BA-B57B-50F289B8087D}" srcOrd="1" destOrd="0" presId="urn:microsoft.com/office/officeart/2005/8/layout/radial1"/>
    <dgm:cxn modelId="{69DE4559-4F2D-45CB-9C6B-BE50A0BD5A08}" type="presOf" srcId="{9A08BC6D-C481-4F20-AA6B-1D10F1991931}" destId="{FAA6A242-D811-47B6-85C4-93B6F8AFE610}" srcOrd="1" destOrd="0" presId="urn:microsoft.com/office/officeart/2005/8/layout/radial1"/>
    <dgm:cxn modelId="{CB65AF7C-4C9C-46A9-9626-45836E49E126}" type="presOf" srcId="{2BFF4D8E-D30A-4C0A-B038-C2775FB2B5A2}" destId="{D47E94EC-BF58-44F3-BDAF-5B0B27FC85C0}" srcOrd="0" destOrd="0" presId="urn:microsoft.com/office/officeart/2005/8/layout/radial1"/>
    <dgm:cxn modelId="{88EEC583-3425-480C-98A1-E6C61A4DBDD7}" srcId="{F3B0C516-8AEB-4769-88AA-FD6833BC8E8C}" destId="{2BFF4D8E-D30A-4C0A-B038-C2775FB2B5A2}" srcOrd="4" destOrd="0" parTransId="{1B939A4B-10C7-4CFE-BDF4-05EF7A15A161}" sibTransId="{676B4367-A948-4E3F-BA08-9538C15D5F9A}"/>
    <dgm:cxn modelId="{7CA66C8A-B05B-4EB7-A859-EE00E2F6AB1A}" srcId="{F3B0C516-8AEB-4769-88AA-FD6833BC8E8C}" destId="{71EF46DC-0A90-4D7E-A5CB-31AF5468F69E}" srcOrd="3" destOrd="0" parTransId="{2FADC23C-21FF-47E7-890F-018E6C222087}" sibTransId="{D1C3E5DA-1D6C-4350-80F6-239F27D7B8FC}"/>
    <dgm:cxn modelId="{45D0408D-C100-4734-B4C8-6332FA375D77}" type="presOf" srcId="{9A08BC6D-C481-4F20-AA6B-1D10F1991931}" destId="{6C84F3BA-602E-4EB1-9F19-FDAE00405CDE}" srcOrd="0" destOrd="0" presId="urn:microsoft.com/office/officeart/2005/8/layout/radial1"/>
    <dgm:cxn modelId="{13D1B696-1C6D-45FE-9ECB-F62FDB2E4057}" srcId="{968D73CD-E39E-42CF-9BF8-E164AFD5CA48}" destId="{DFCDFD9F-52A3-4198-9E64-3645C39C58FF}" srcOrd="2" destOrd="0" parTransId="{6D5091AC-0C8F-4637-B3C1-A73687A83D11}" sibTransId="{A0E75AD9-5669-4BF9-ACB0-32038A0A12FF}"/>
    <dgm:cxn modelId="{7746E1A7-ECB1-4B07-99D7-6875C2337F9F}" type="presOf" srcId="{24F1FAA6-EE63-4F24-B6C7-EB3C5F561DD5}" destId="{A7EC5EB6-3332-4BF5-A593-F1D91F59B568}" srcOrd="0" destOrd="0" presId="urn:microsoft.com/office/officeart/2005/8/layout/radial1"/>
    <dgm:cxn modelId="{CD9411AB-00B7-4CE8-9734-3B2DC5D37F1A}" srcId="{F3B0C516-8AEB-4769-88AA-FD6833BC8E8C}" destId="{24F1FAA6-EE63-4F24-B6C7-EB3C5F561DD5}" srcOrd="6" destOrd="0" parTransId="{27F1BD00-8AEE-4B60-91DA-AB3591BFB075}" sibTransId="{957930D1-D104-4807-9547-3E877D7568B6}"/>
    <dgm:cxn modelId="{1CD4E6AD-7403-4545-B017-EDE0884BA116}" type="presOf" srcId="{DFCDFD9F-52A3-4198-9E64-3645C39C58FF}" destId="{1078200D-C944-421A-BC8E-4CFC3A06CEFA}" srcOrd="0" destOrd="3" presId="urn:microsoft.com/office/officeart/2005/8/layout/radial1"/>
    <dgm:cxn modelId="{5A6F0EAF-241F-4981-9DA0-C63A0AA6C4D7}" type="presOf" srcId="{2FADC23C-21FF-47E7-890F-018E6C222087}" destId="{3FC3CA7A-6889-46D8-A0DF-314EAE130607}" srcOrd="1" destOrd="0" presId="urn:microsoft.com/office/officeart/2005/8/layout/radial1"/>
    <dgm:cxn modelId="{2C99C5B0-C33E-42B6-B8DC-B5C49AC46AF4}" type="presOf" srcId="{2381B70D-AC00-4847-A6D2-B1A0ABC55F63}" destId="{D051ED8E-938E-437C-AD3D-E8394B5123C6}" srcOrd="0" destOrd="0" presId="urn:microsoft.com/office/officeart/2005/8/layout/radial1"/>
    <dgm:cxn modelId="{9B8D2DB7-499E-411F-AA0F-2DF0C4703B8A}" srcId="{968D73CD-E39E-42CF-9BF8-E164AFD5CA48}" destId="{09F50517-6080-4B5F-9822-92D5E3A2CBAD}" srcOrd="1" destOrd="0" parTransId="{8AAED524-D112-40E0-94A1-B6CA343FF38C}" sibTransId="{AB5A4AAB-F5CA-40A6-A372-DAADC4EE8D51}"/>
    <dgm:cxn modelId="{27D22FBB-BFFE-4D21-97F7-5F1CF51EC79F}" type="presOf" srcId="{3B6F3395-0170-4869-B67B-DD8F479E20CA}" destId="{1078200D-C944-421A-BC8E-4CFC3A06CEFA}" srcOrd="0" destOrd="1" presId="urn:microsoft.com/office/officeart/2005/8/layout/radial1"/>
    <dgm:cxn modelId="{1514B4BB-BE51-4864-97F1-4139414C170C}" type="presOf" srcId="{2FADC23C-21FF-47E7-890F-018E6C222087}" destId="{C395DA8F-F476-487A-ABFD-46AFF0F858A7}" srcOrd="0" destOrd="0" presId="urn:microsoft.com/office/officeart/2005/8/layout/radial1"/>
    <dgm:cxn modelId="{18C049C7-EDC0-4411-AB55-F4BCC689FE59}" type="presOf" srcId="{1B939A4B-10C7-4CFE-BDF4-05EF7A15A161}" destId="{7CF5CE4F-9057-4A1E-A2D3-09E45477DADC}" srcOrd="1" destOrd="0" presId="urn:microsoft.com/office/officeart/2005/8/layout/radial1"/>
    <dgm:cxn modelId="{B4C846C9-B77A-435E-BFD2-F9F3AFBD21E7}" type="presOf" srcId="{15846D26-06EE-46BB-BE3B-357E55218975}" destId="{F1D0503F-35C8-4B8A-B31D-31DA289BC74B}" srcOrd="0" destOrd="0" presId="urn:microsoft.com/office/officeart/2005/8/layout/radial1"/>
    <dgm:cxn modelId="{272916CD-DCF9-44D3-87A0-C384718C7EC2}" type="presOf" srcId="{B6F39729-611D-4905-8D3A-B87D40200C05}" destId="{01A8581F-1DC3-42FA-82B6-87B134B273D6}" srcOrd="0" destOrd="0" presId="urn:microsoft.com/office/officeart/2005/8/layout/radial1"/>
    <dgm:cxn modelId="{4463A3CD-E1B0-44E7-8248-DD960403BF91}" type="presOf" srcId="{09F50517-6080-4B5F-9822-92D5E3A2CBAD}" destId="{1078200D-C944-421A-BC8E-4CFC3A06CEFA}" srcOrd="0" destOrd="2" presId="urn:microsoft.com/office/officeart/2005/8/layout/radial1"/>
    <dgm:cxn modelId="{86D666D2-7AF0-4B94-931D-204EFAE12EDF}" type="presOf" srcId="{B4CFE930-3B06-41FD-8FC1-B92CA7149268}" destId="{0A1C07AB-60BB-45AC-9BC1-1E8F2024E65E}" srcOrd="0" destOrd="0" presId="urn:microsoft.com/office/officeart/2005/8/layout/radial1"/>
    <dgm:cxn modelId="{D3365CD3-A8CF-45E0-9E65-970BDEEC1743}" srcId="{F3B0C516-8AEB-4769-88AA-FD6833BC8E8C}" destId="{968D73CD-E39E-42CF-9BF8-E164AFD5CA48}" srcOrd="1" destOrd="0" parTransId="{9A08BC6D-C481-4F20-AA6B-1D10F1991931}" sibTransId="{A4A077E7-60E1-4541-9DF4-A45D36C1EC80}"/>
    <dgm:cxn modelId="{0C7FD4D7-5EDD-490D-A607-B6F5B6139C5C}" type="presOf" srcId="{1B939A4B-10C7-4CFE-BDF4-05EF7A15A161}" destId="{5590688C-C0FB-46D5-881A-6DC2426811B2}" srcOrd="0" destOrd="0" presId="urn:microsoft.com/office/officeart/2005/8/layout/radial1"/>
    <dgm:cxn modelId="{280AD0DA-5989-4E98-B3E9-11C41362937C}" type="presOf" srcId="{BEB19070-B225-43F8-9DB8-63145876C9F1}" destId="{7CC1A7B6-BF73-4395-B1E6-A96E81C23426}" srcOrd="1" destOrd="0" presId="urn:microsoft.com/office/officeart/2005/8/layout/radial1"/>
    <dgm:cxn modelId="{F15E63EA-8413-4894-8F63-53AB29BFBC6B}" srcId="{F3B0C516-8AEB-4769-88AA-FD6833BC8E8C}" destId="{B6F39729-611D-4905-8D3A-B87D40200C05}" srcOrd="2" destOrd="0" parTransId="{1086F3AF-2778-45FB-9614-7B85B326BAF5}" sibTransId="{EAF20270-8492-4220-A587-568AB6BD90C7}"/>
    <dgm:cxn modelId="{F084D4F8-E60B-4A36-B6A2-FF127B358779}" srcId="{9E587118-2A42-47FC-86AF-BD1EC68C5806}" destId="{F3B0C516-8AEB-4769-88AA-FD6833BC8E8C}" srcOrd="0" destOrd="0" parTransId="{4CB8FED6-D969-4C0C-BEDA-B4192E3C0850}" sibTransId="{E1C2B941-D5E8-44BE-9227-65628D6322D5}"/>
    <dgm:cxn modelId="{1E58BEF9-EE39-4E0C-882F-4209E4D1E889}" srcId="{968D73CD-E39E-42CF-9BF8-E164AFD5CA48}" destId="{3B6F3395-0170-4869-B67B-DD8F479E20CA}" srcOrd="0" destOrd="0" parTransId="{0528DCFC-6983-4CC2-8E7A-933C7BAA6454}" sibTransId="{C3AA55C5-389C-4B99-8C5F-59D4097193F8}"/>
    <dgm:cxn modelId="{688D9603-2F34-4624-8BF0-425D287B6140}" type="presParOf" srcId="{9CB6CA64-52C1-45FE-868F-931B69BDCBDA}" destId="{9311D344-FEFF-46C4-B69D-083D07BC2995}" srcOrd="0" destOrd="0" presId="urn:microsoft.com/office/officeart/2005/8/layout/radial1"/>
    <dgm:cxn modelId="{A5E4615C-D337-47A6-BDE6-3D899E6B816C}" type="presParOf" srcId="{9CB6CA64-52C1-45FE-868F-931B69BDCBDA}" destId="{0A1C07AB-60BB-45AC-9BC1-1E8F2024E65E}" srcOrd="1" destOrd="0" presId="urn:microsoft.com/office/officeart/2005/8/layout/radial1"/>
    <dgm:cxn modelId="{23CBBDAA-F212-477C-91DC-C08B56FD9A82}" type="presParOf" srcId="{0A1C07AB-60BB-45AC-9BC1-1E8F2024E65E}" destId="{46DC81C4-0C22-44BA-B57B-50F289B8087D}" srcOrd="0" destOrd="0" presId="urn:microsoft.com/office/officeart/2005/8/layout/radial1"/>
    <dgm:cxn modelId="{CBEB12A6-9BF4-4665-BC5E-69148678851B}" type="presParOf" srcId="{9CB6CA64-52C1-45FE-868F-931B69BDCBDA}" destId="{F1D0503F-35C8-4B8A-B31D-31DA289BC74B}" srcOrd="2" destOrd="0" presId="urn:microsoft.com/office/officeart/2005/8/layout/radial1"/>
    <dgm:cxn modelId="{3A30D6EC-FEF6-4431-A59E-3469859BEB5A}" type="presParOf" srcId="{9CB6CA64-52C1-45FE-868F-931B69BDCBDA}" destId="{6C84F3BA-602E-4EB1-9F19-FDAE00405CDE}" srcOrd="3" destOrd="0" presId="urn:microsoft.com/office/officeart/2005/8/layout/radial1"/>
    <dgm:cxn modelId="{75F62ACA-B373-48B6-BC4A-3AD3F674B9E1}" type="presParOf" srcId="{6C84F3BA-602E-4EB1-9F19-FDAE00405CDE}" destId="{FAA6A242-D811-47B6-85C4-93B6F8AFE610}" srcOrd="0" destOrd="0" presId="urn:microsoft.com/office/officeart/2005/8/layout/radial1"/>
    <dgm:cxn modelId="{8A13A897-7AC4-4DEF-88EE-283783E68B79}" type="presParOf" srcId="{9CB6CA64-52C1-45FE-868F-931B69BDCBDA}" destId="{1078200D-C944-421A-BC8E-4CFC3A06CEFA}" srcOrd="4" destOrd="0" presId="urn:microsoft.com/office/officeart/2005/8/layout/radial1"/>
    <dgm:cxn modelId="{54F21585-3E21-4891-83E0-D6E675A78D98}" type="presParOf" srcId="{9CB6CA64-52C1-45FE-868F-931B69BDCBDA}" destId="{D4282645-119F-453A-B232-50A7676B2209}" srcOrd="5" destOrd="0" presId="urn:microsoft.com/office/officeart/2005/8/layout/radial1"/>
    <dgm:cxn modelId="{18489B97-12E1-4D42-BA48-5FCF9304931C}" type="presParOf" srcId="{D4282645-119F-453A-B232-50A7676B2209}" destId="{36B52267-20A4-45CD-A807-0B20A59D95F0}" srcOrd="0" destOrd="0" presId="urn:microsoft.com/office/officeart/2005/8/layout/radial1"/>
    <dgm:cxn modelId="{5D64630E-48AF-4B97-BE91-D4FB0F602A8D}" type="presParOf" srcId="{9CB6CA64-52C1-45FE-868F-931B69BDCBDA}" destId="{01A8581F-1DC3-42FA-82B6-87B134B273D6}" srcOrd="6" destOrd="0" presId="urn:microsoft.com/office/officeart/2005/8/layout/radial1"/>
    <dgm:cxn modelId="{594E9CE0-5DF0-4C2C-AB0C-E3E14A103BFE}" type="presParOf" srcId="{9CB6CA64-52C1-45FE-868F-931B69BDCBDA}" destId="{C395DA8F-F476-487A-ABFD-46AFF0F858A7}" srcOrd="7" destOrd="0" presId="urn:microsoft.com/office/officeart/2005/8/layout/radial1"/>
    <dgm:cxn modelId="{5777C0D1-596E-4BAA-95CD-DBE0E80A11C3}" type="presParOf" srcId="{C395DA8F-F476-487A-ABFD-46AFF0F858A7}" destId="{3FC3CA7A-6889-46D8-A0DF-314EAE130607}" srcOrd="0" destOrd="0" presId="urn:microsoft.com/office/officeart/2005/8/layout/radial1"/>
    <dgm:cxn modelId="{D54DEA30-2CE9-47A3-9296-B7049482FFC7}" type="presParOf" srcId="{9CB6CA64-52C1-45FE-868F-931B69BDCBDA}" destId="{98B7413E-FEA2-410B-8B69-8640E7069251}" srcOrd="8" destOrd="0" presId="urn:microsoft.com/office/officeart/2005/8/layout/radial1"/>
    <dgm:cxn modelId="{C9B7FF91-7BE0-4BA0-B8FA-A9180080E697}" type="presParOf" srcId="{9CB6CA64-52C1-45FE-868F-931B69BDCBDA}" destId="{5590688C-C0FB-46D5-881A-6DC2426811B2}" srcOrd="9" destOrd="0" presId="urn:microsoft.com/office/officeart/2005/8/layout/radial1"/>
    <dgm:cxn modelId="{6385560A-0266-454F-BA42-861C6D6BC6C0}" type="presParOf" srcId="{5590688C-C0FB-46D5-881A-6DC2426811B2}" destId="{7CF5CE4F-9057-4A1E-A2D3-09E45477DADC}" srcOrd="0" destOrd="0" presId="urn:microsoft.com/office/officeart/2005/8/layout/radial1"/>
    <dgm:cxn modelId="{74FF9C88-4BE9-438F-AEDA-888DB8F7EDDD}" type="presParOf" srcId="{9CB6CA64-52C1-45FE-868F-931B69BDCBDA}" destId="{D47E94EC-BF58-44F3-BDAF-5B0B27FC85C0}" srcOrd="10" destOrd="0" presId="urn:microsoft.com/office/officeart/2005/8/layout/radial1"/>
    <dgm:cxn modelId="{22288431-7434-4C5B-AD0D-553E6E000FA8}" type="presParOf" srcId="{9CB6CA64-52C1-45FE-868F-931B69BDCBDA}" destId="{D9255985-14A7-463C-9F84-DC6E9747AA29}" srcOrd="11" destOrd="0" presId="urn:microsoft.com/office/officeart/2005/8/layout/radial1"/>
    <dgm:cxn modelId="{1A05421A-8D02-4EB7-A4DE-350207FA8ED1}" type="presParOf" srcId="{D9255985-14A7-463C-9F84-DC6E9747AA29}" destId="{7CC1A7B6-BF73-4395-B1E6-A96E81C23426}" srcOrd="0" destOrd="0" presId="urn:microsoft.com/office/officeart/2005/8/layout/radial1"/>
    <dgm:cxn modelId="{FD17BC6A-D79C-4358-99AE-78CB2F1A2498}" type="presParOf" srcId="{9CB6CA64-52C1-45FE-868F-931B69BDCBDA}" destId="{D051ED8E-938E-437C-AD3D-E8394B5123C6}" srcOrd="12" destOrd="0" presId="urn:microsoft.com/office/officeart/2005/8/layout/radial1"/>
    <dgm:cxn modelId="{E1C72739-0409-46BE-A6B6-1F56F32AD923}" type="presParOf" srcId="{9CB6CA64-52C1-45FE-868F-931B69BDCBDA}" destId="{CBCBEA18-FF13-4B93-BD7A-714F4B9A7CC4}" srcOrd="13" destOrd="0" presId="urn:microsoft.com/office/officeart/2005/8/layout/radial1"/>
    <dgm:cxn modelId="{19E23135-5C28-45C1-84DA-13C464138337}" type="presParOf" srcId="{CBCBEA18-FF13-4B93-BD7A-714F4B9A7CC4}" destId="{D589EBC2-D34F-413D-BDDA-7E59410DF3CA}" srcOrd="0" destOrd="0" presId="urn:microsoft.com/office/officeart/2005/8/layout/radial1"/>
    <dgm:cxn modelId="{B344AF0D-376B-43BD-80E1-2CE28BCF40A2}" type="presParOf" srcId="{9CB6CA64-52C1-45FE-868F-931B69BDCBDA}" destId="{A7EC5EB6-3332-4BF5-A593-F1D91F59B568}" srcOrd="1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1D344-FEFF-46C4-B69D-083D07BC2995}">
      <dsp:nvSpPr>
        <dsp:cNvPr id="0" name=""/>
        <dsp:cNvSpPr/>
      </dsp:nvSpPr>
      <dsp:spPr>
        <a:xfrm>
          <a:off x="4953002" y="2629056"/>
          <a:ext cx="1734060" cy="1734060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Scrum</a:t>
          </a:r>
        </a:p>
      </dsp:txBody>
      <dsp:txXfrm>
        <a:off x="5206949" y="2883003"/>
        <a:ext cx="1226166" cy="1226166"/>
      </dsp:txXfrm>
    </dsp:sp>
    <dsp:sp modelId="{0A1C07AB-60BB-45AC-9BC1-1E8F2024E65E}">
      <dsp:nvSpPr>
        <dsp:cNvPr id="0" name=""/>
        <dsp:cNvSpPr/>
      </dsp:nvSpPr>
      <dsp:spPr>
        <a:xfrm rot="16200000">
          <a:off x="5385741" y="2181357"/>
          <a:ext cx="868582" cy="26815"/>
        </a:xfrm>
        <a:custGeom>
          <a:avLst/>
          <a:gdLst/>
          <a:ahLst/>
          <a:cxnLst/>
          <a:rect l="0" t="0" r="0" b="0"/>
          <a:pathLst>
            <a:path>
              <a:moveTo>
                <a:pt x="0" y="13407"/>
              </a:moveTo>
              <a:lnTo>
                <a:pt x="868582" y="1340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98318" y="2173050"/>
        <a:ext cx="43429" cy="43429"/>
      </dsp:txXfrm>
    </dsp:sp>
    <dsp:sp modelId="{F1D0503F-35C8-4B8A-B31D-31DA289BC74B}">
      <dsp:nvSpPr>
        <dsp:cNvPr id="0" name=""/>
        <dsp:cNvSpPr/>
      </dsp:nvSpPr>
      <dsp:spPr>
        <a:xfrm>
          <a:off x="4953002" y="26413"/>
          <a:ext cx="1734060" cy="17340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Einfachheit</a:t>
          </a:r>
          <a:endParaRPr lang="en-US" sz="1600" kern="1200" dirty="0"/>
        </a:p>
      </dsp:txBody>
      <dsp:txXfrm>
        <a:off x="5206949" y="280360"/>
        <a:ext cx="1226166" cy="1226166"/>
      </dsp:txXfrm>
    </dsp:sp>
    <dsp:sp modelId="{6C84F3BA-602E-4EB1-9F19-FDAE00405CDE}">
      <dsp:nvSpPr>
        <dsp:cNvPr id="0" name=""/>
        <dsp:cNvSpPr/>
      </dsp:nvSpPr>
      <dsp:spPr>
        <a:xfrm rot="19285714">
          <a:off x="6403156" y="2671318"/>
          <a:ext cx="868582" cy="26815"/>
        </a:xfrm>
        <a:custGeom>
          <a:avLst/>
          <a:gdLst/>
          <a:ahLst/>
          <a:cxnLst/>
          <a:rect l="0" t="0" r="0" b="0"/>
          <a:pathLst>
            <a:path>
              <a:moveTo>
                <a:pt x="0" y="13407"/>
              </a:moveTo>
              <a:lnTo>
                <a:pt x="868582" y="1340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15732" y="2663011"/>
        <a:ext cx="43429" cy="43429"/>
      </dsp:txXfrm>
    </dsp:sp>
    <dsp:sp modelId="{1078200D-C944-421A-BC8E-4CFC3A06CEFA}">
      <dsp:nvSpPr>
        <dsp:cNvPr id="0" name=""/>
        <dsp:cNvSpPr/>
      </dsp:nvSpPr>
      <dsp:spPr>
        <a:xfrm>
          <a:off x="6987830" y="1006334"/>
          <a:ext cx="1734060" cy="17340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b" anchorCtr="0">
          <a:noAutofit/>
        </a:bodyPr>
        <a:lstStyle/>
        <a:p>
          <a:pPr marL="0" lvl="0" indent="0" algn="just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Flexibilität</a:t>
          </a:r>
          <a:endParaRPr lang="en-US" sz="16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/>
        </a:p>
      </dsp:txBody>
      <dsp:txXfrm>
        <a:off x="7241777" y="1260281"/>
        <a:ext cx="1226166" cy="1226166"/>
      </dsp:txXfrm>
    </dsp:sp>
    <dsp:sp modelId="{D4282645-119F-453A-B232-50A7676B2209}">
      <dsp:nvSpPr>
        <dsp:cNvPr id="0" name=""/>
        <dsp:cNvSpPr/>
      </dsp:nvSpPr>
      <dsp:spPr>
        <a:xfrm rot="771429">
          <a:off x="6654436" y="3772250"/>
          <a:ext cx="868582" cy="26815"/>
        </a:xfrm>
        <a:custGeom>
          <a:avLst/>
          <a:gdLst/>
          <a:ahLst/>
          <a:cxnLst/>
          <a:rect l="0" t="0" r="0" b="0"/>
          <a:pathLst>
            <a:path>
              <a:moveTo>
                <a:pt x="0" y="13407"/>
              </a:moveTo>
              <a:lnTo>
                <a:pt x="868582" y="1340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67013" y="3763943"/>
        <a:ext cx="43429" cy="43429"/>
      </dsp:txXfrm>
    </dsp:sp>
    <dsp:sp modelId="{01A8581F-1DC3-42FA-82B6-87B134B273D6}">
      <dsp:nvSpPr>
        <dsp:cNvPr id="0" name=""/>
        <dsp:cNvSpPr/>
      </dsp:nvSpPr>
      <dsp:spPr>
        <a:xfrm>
          <a:off x="7490392" y="3208198"/>
          <a:ext cx="1734060" cy="17340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Fokus</a:t>
          </a:r>
          <a:r>
            <a:rPr lang="en-US" sz="1600" kern="1200" dirty="0"/>
            <a:t> auf den Menschen</a:t>
          </a:r>
        </a:p>
      </dsp:txBody>
      <dsp:txXfrm>
        <a:off x="7744339" y="3462145"/>
        <a:ext cx="1226166" cy="1226166"/>
      </dsp:txXfrm>
    </dsp:sp>
    <dsp:sp modelId="{C395DA8F-F476-487A-ABFD-46AFF0F858A7}">
      <dsp:nvSpPr>
        <dsp:cNvPr id="0" name=""/>
        <dsp:cNvSpPr/>
      </dsp:nvSpPr>
      <dsp:spPr>
        <a:xfrm rot="3857143">
          <a:off x="5950364" y="4655129"/>
          <a:ext cx="868582" cy="26815"/>
        </a:xfrm>
        <a:custGeom>
          <a:avLst/>
          <a:gdLst/>
          <a:ahLst/>
          <a:cxnLst/>
          <a:rect l="0" t="0" r="0" b="0"/>
          <a:pathLst>
            <a:path>
              <a:moveTo>
                <a:pt x="0" y="13407"/>
              </a:moveTo>
              <a:lnTo>
                <a:pt x="868582" y="1340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62940" y="4646822"/>
        <a:ext cx="43429" cy="43429"/>
      </dsp:txXfrm>
    </dsp:sp>
    <dsp:sp modelId="{98B7413E-FEA2-410B-8B69-8640E7069251}">
      <dsp:nvSpPr>
        <dsp:cNvPr id="0" name=""/>
        <dsp:cNvSpPr/>
      </dsp:nvSpPr>
      <dsp:spPr>
        <a:xfrm>
          <a:off x="6082247" y="4973956"/>
          <a:ext cx="1734060" cy="17340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Kontinuier</a:t>
          </a:r>
          <a:r>
            <a:rPr lang="en-US" sz="1600" kern="1200" dirty="0"/>
            <a:t>-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liche</a:t>
          </a:r>
          <a:r>
            <a:rPr lang="en-US" sz="1600" kern="1200" dirty="0"/>
            <a:t> </a:t>
          </a:r>
          <a:r>
            <a:rPr lang="en-US" sz="1600" kern="1200" dirty="0" err="1"/>
            <a:t>Verbesser-ung</a:t>
          </a:r>
          <a:endParaRPr lang="en-US" sz="1600" kern="1200" dirty="0"/>
        </a:p>
      </dsp:txBody>
      <dsp:txXfrm>
        <a:off x="6336194" y="5227903"/>
        <a:ext cx="1226166" cy="1226166"/>
      </dsp:txXfrm>
    </dsp:sp>
    <dsp:sp modelId="{5590688C-C0FB-46D5-881A-6DC2426811B2}">
      <dsp:nvSpPr>
        <dsp:cNvPr id="0" name=""/>
        <dsp:cNvSpPr/>
      </dsp:nvSpPr>
      <dsp:spPr>
        <a:xfrm rot="6942857">
          <a:off x="4821119" y="4655129"/>
          <a:ext cx="868582" cy="26815"/>
        </a:xfrm>
        <a:custGeom>
          <a:avLst/>
          <a:gdLst/>
          <a:ahLst/>
          <a:cxnLst/>
          <a:rect l="0" t="0" r="0" b="0"/>
          <a:pathLst>
            <a:path>
              <a:moveTo>
                <a:pt x="0" y="13407"/>
              </a:moveTo>
              <a:lnTo>
                <a:pt x="868582" y="1340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233696" y="4646822"/>
        <a:ext cx="43429" cy="43429"/>
      </dsp:txXfrm>
    </dsp:sp>
    <dsp:sp modelId="{D47E94EC-BF58-44F3-BDAF-5B0B27FC85C0}">
      <dsp:nvSpPr>
        <dsp:cNvPr id="0" name=""/>
        <dsp:cNvSpPr/>
      </dsp:nvSpPr>
      <dsp:spPr>
        <a:xfrm>
          <a:off x="3823757" y="4973956"/>
          <a:ext cx="1734060" cy="17340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Lieferung von Wert</a:t>
          </a:r>
        </a:p>
      </dsp:txBody>
      <dsp:txXfrm>
        <a:off x="4077704" y="5227903"/>
        <a:ext cx="1226166" cy="1226166"/>
      </dsp:txXfrm>
    </dsp:sp>
    <dsp:sp modelId="{D9255985-14A7-463C-9F84-DC6E9747AA29}">
      <dsp:nvSpPr>
        <dsp:cNvPr id="0" name=""/>
        <dsp:cNvSpPr/>
      </dsp:nvSpPr>
      <dsp:spPr>
        <a:xfrm rot="10028571">
          <a:off x="4117047" y="3772250"/>
          <a:ext cx="868582" cy="26815"/>
        </a:xfrm>
        <a:custGeom>
          <a:avLst/>
          <a:gdLst/>
          <a:ahLst/>
          <a:cxnLst/>
          <a:rect l="0" t="0" r="0" b="0"/>
          <a:pathLst>
            <a:path>
              <a:moveTo>
                <a:pt x="0" y="13407"/>
              </a:moveTo>
              <a:lnTo>
                <a:pt x="868582" y="1340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529623" y="3763943"/>
        <a:ext cx="43429" cy="43429"/>
      </dsp:txXfrm>
    </dsp:sp>
    <dsp:sp modelId="{D051ED8E-938E-437C-AD3D-E8394B5123C6}">
      <dsp:nvSpPr>
        <dsp:cNvPr id="0" name=""/>
        <dsp:cNvSpPr/>
      </dsp:nvSpPr>
      <dsp:spPr>
        <a:xfrm>
          <a:off x="2415612" y="3208198"/>
          <a:ext cx="1734060" cy="17340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Transparenz</a:t>
          </a:r>
          <a:r>
            <a:rPr lang="en-US" sz="1600" kern="1200" dirty="0"/>
            <a:t> und </a:t>
          </a:r>
          <a:r>
            <a:rPr lang="en-US" sz="1600" kern="1200" dirty="0" err="1"/>
            <a:t>Sichtbarkeit</a:t>
          </a:r>
          <a:endParaRPr lang="en-US" sz="1600" kern="1200" dirty="0"/>
        </a:p>
      </dsp:txBody>
      <dsp:txXfrm>
        <a:off x="2669559" y="3462145"/>
        <a:ext cx="1226166" cy="1226166"/>
      </dsp:txXfrm>
    </dsp:sp>
    <dsp:sp modelId="{CBCBEA18-FF13-4B93-BD7A-714F4B9A7CC4}">
      <dsp:nvSpPr>
        <dsp:cNvPr id="0" name=""/>
        <dsp:cNvSpPr/>
      </dsp:nvSpPr>
      <dsp:spPr>
        <a:xfrm rot="13114286">
          <a:off x="4368327" y="2671318"/>
          <a:ext cx="868582" cy="26815"/>
        </a:xfrm>
        <a:custGeom>
          <a:avLst/>
          <a:gdLst/>
          <a:ahLst/>
          <a:cxnLst/>
          <a:rect l="0" t="0" r="0" b="0"/>
          <a:pathLst>
            <a:path>
              <a:moveTo>
                <a:pt x="0" y="13407"/>
              </a:moveTo>
              <a:lnTo>
                <a:pt x="868582" y="1340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780904" y="2663011"/>
        <a:ext cx="43429" cy="43429"/>
      </dsp:txXfrm>
    </dsp:sp>
    <dsp:sp modelId="{A7EC5EB6-3332-4BF5-A593-F1D91F59B568}">
      <dsp:nvSpPr>
        <dsp:cNvPr id="0" name=""/>
        <dsp:cNvSpPr/>
      </dsp:nvSpPr>
      <dsp:spPr>
        <a:xfrm>
          <a:off x="2918174" y="1006334"/>
          <a:ext cx="1734060" cy="17340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Risiko-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management</a:t>
          </a:r>
        </a:p>
      </dsp:txBody>
      <dsp:txXfrm>
        <a:off x="3172121" y="1260281"/>
        <a:ext cx="1226166" cy="1226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CDD11-4E43-E4B1-3BB3-A405E7FD9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ECEFE0-BBC4-08FC-2BB7-3C314FED5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C76A7E-3B74-46D7-88F9-58B3277E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11C763-DEE5-8BB9-C76F-62821366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E2C35E-38B8-3516-EE6A-D45E4D59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8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1BCB2-E18D-6D75-2A70-49007669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03F839-A1F6-367F-C567-0D427998A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100E96-A5A5-5D51-4C6C-C3C71E41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7F2FD6-86D6-8C54-9449-A6201D1E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976E4D-F909-3D03-6525-B52DFDC9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8DD8A-881E-59BF-D654-04A117254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9F3504-2D52-E3A8-F67E-3D7DA9B5E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5E6529-C4D8-7504-2AD6-06C2196A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9B4E54-D4D8-321C-511B-87CDB111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C67F8E-1609-F244-2135-09A05040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8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48E32-872E-7032-A46A-D3F3F53D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8BF008-56C3-51C7-BFD3-8D136BA80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6B04A6-9DBE-7F35-70FA-A474754E2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225F32-3E9F-58AE-6162-3582CD35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CF3D42-D28F-00EC-9E66-4B9668D1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D2FD13-B47F-AA69-407B-9052AB9E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6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8A471-3AFE-B63B-DAB3-259EA3A6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9125FC-297B-6F1A-FDF7-FFDFF94F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3BB985-F4B8-9694-47F8-607B9D2E1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174435-8436-5B0F-167B-3EE1D14D6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15F02A5-DD33-3B9C-CA83-38EC51E0E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BAC5C09-6684-5C99-D1F3-69CECAB6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CBFF9A-3814-42DA-9086-8DCE0BD5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A3756F-290E-EF1E-AED2-9909490D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8DBD1-F6C4-ABCC-7810-BADFB7B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ECB0FC-3CD1-4420-9969-E5E9350C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7751C3-E1BE-2634-BD14-601F0EA2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4EAF8E-B856-5E18-9488-085DE128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30D68C-D4F8-E35E-A207-4679EA18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A3534C-149E-6F85-71A1-242E5B7B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1B96F1-7578-F9FF-F4CE-A88E2DE0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2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EC7AB-1DCE-6AE5-661F-A3600B90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B53D3D-30C2-BEA0-02DC-4D2F4279F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0F45BE-02EB-5C7A-B5F8-B25BEF509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A7BFE9-B216-CA8F-C97B-3429A5336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808BDF-6514-1A11-9380-E4242279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A53277-9482-2A93-E05E-0970E510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2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F8C676-CC79-0B99-D432-40213F9B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3A82B8-61A2-A223-CF57-AE11D0200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A93E01-E8B6-9CB2-2DF0-1FAA2A963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B05A43-118B-775A-3749-6F05E094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A7E276-4EE8-1364-FF91-4D109E9C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F66A55-C593-2A91-C91F-A8C5BE0D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0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DA19DE-021C-9A59-FAD1-FA053FC1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B3A56E8-C1BA-FFFC-0719-AEED57E08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21DF5C-3951-BB26-23BC-42820746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2ED5A1-CF21-E316-40A3-A03D25062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D62B9D-1454-9282-4A51-57E3AEE6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1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17AB553-33B6-B7B8-B61C-CA3ECC447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8B828B-DF18-B821-131C-CAFE7EF4E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BAA3F3-0B95-05F8-B038-8C0A1BE6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DE613F-58A7-8D94-AE47-DDBA31F6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F91FBF-025F-A6C1-E64E-2B1A6EAF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2B9E775-29A5-BF32-CE9D-451748DE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A57359-37F6-A6DB-FC86-3B8B970CB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325F90-225F-694D-4E64-458E746A1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537B4-DC1D-4906-83F1-D16824B4E5C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ADCCF6-C2A5-3923-638C-1F56E02DF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BA9B9F-6479-5E1E-5D2C-B4008280B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3F163-6435-4F94-89F7-F3701CC1D809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C225359-D546-D2D2-C28B-83CC2335D70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0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4310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hygger.io/guides/wp-content/uploads/2021/02/sprint.jpg" TargetMode="External"/><Relationship Id="rId2" Type="http://schemas.openxmlformats.org/officeDocument/2006/relationships/hyperlink" Target="https://www.bgait.com/wp-content/uploads/2021/04/agile-scrum-bgait-2.jpg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ecno-simple.com/wp-content/uploads/2021/03/Que-es-scrum.jpg" TargetMode="External"/><Relationship Id="rId4" Type="http://schemas.openxmlformats.org/officeDocument/2006/relationships/hyperlink" Target="https://nira.com/wp-content/uploads/2019/11/Nov20_ScrumArtifacts_1_@2x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4471A38-8DB7-E041-9803-1071C4A42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085" b="204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4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65C0385-5E30-4D2E-AF9F-4639659D3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E85416-211A-9A0D-B850-03A892E4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52766"/>
            <a:ext cx="10591999" cy="1023584"/>
          </a:xfrm>
        </p:spPr>
        <p:txBody>
          <a:bodyPr>
            <a:normAutofit/>
          </a:bodyPr>
          <a:lstStyle/>
          <a:p>
            <a:r>
              <a:rPr lang="en-US" sz="4000"/>
              <a:t>Warum Scrum?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B514D44F-DED5-86B2-CCD8-75F6F8D4D0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3481269"/>
              </p:ext>
            </p:extLst>
          </p:nvPr>
        </p:nvGraphicFramePr>
        <p:xfrm>
          <a:off x="0" y="61784"/>
          <a:ext cx="11640066" cy="6734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388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30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27FA124-A10A-3509-93A1-F9A0CCF6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Was ist Scrum?</a:t>
            </a:r>
          </a:p>
        </p:txBody>
      </p:sp>
      <p:sp>
        <p:nvSpPr>
          <p:cNvPr id="1053" name="Arc 1032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¿Qué es scrum? | desarrollo de software - Tecno Simple">
            <a:extLst>
              <a:ext uri="{FF2B5EF4-FFF2-40B4-BE49-F238E27FC236}">
                <a16:creationId xmlns:a16="http://schemas.microsoft.com/office/drawing/2014/main" id="{C67E8AB4-AE65-B0FC-57D0-D3B256595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63" b="6342"/>
          <a:stretch/>
        </p:blipFill>
        <p:spPr bwMode="auto">
          <a:xfrm>
            <a:off x="1237354" y="704504"/>
            <a:ext cx="9717292" cy="295747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Inhaltsplatzhalter 2">
            <a:extLst>
              <a:ext uri="{FF2B5EF4-FFF2-40B4-BE49-F238E27FC236}">
                <a16:creationId xmlns:a16="http://schemas.microsoft.com/office/drawing/2014/main" id="{C556EE4F-9441-D24B-1A02-D8CCC8244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Ein </a:t>
            </a:r>
            <a:r>
              <a:rPr lang="en-US" sz="2000" dirty="0" err="1"/>
              <a:t>agiles</a:t>
            </a:r>
            <a:r>
              <a:rPr lang="en-US" sz="2000" dirty="0"/>
              <a:t> Framework, </a:t>
            </a:r>
            <a:r>
              <a:rPr lang="en-US" sz="2000" dirty="0" err="1"/>
              <a:t>mit</a:t>
            </a:r>
            <a:r>
              <a:rPr lang="en-US" sz="2000" dirty="0"/>
              <a:t> dem die </a:t>
            </a:r>
            <a:r>
              <a:rPr lang="en-US" sz="2000" dirty="0" err="1"/>
              <a:t>komplexen</a:t>
            </a:r>
            <a:r>
              <a:rPr lang="en-US" sz="2000" dirty="0"/>
              <a:t> </a:t>
            </a:r>
            <a:r>
              <a:rPr lang="en-US" sz="2000" dirty="0" err="1"/>
              <a:t>Projekte</a:t>
            </a:r>
            <a:r>
              <a:rPr lang="en-US" sz="2000" dirty="0"/>
              <a:t> </a:t>
            </a:r>
            <a:r>
              <a:rPr lang="en-US" sz="2000" dirty="0" err="1"/>
              <a:t>effektiv</a:t>
            </a:r>
            <a:r>
              <a:rPr lang="en-US" sz="2000" dirty="0"/>
              <a:t> und flexible </a:t>
            </a:r>
            <a:r>
              <a:rPr lang="en-US" sz="2000" dirty="0" err="1"/>
              <a:t>umgesetzt</a:t>
            </a:r>
            <a:r>
              <a:rPr lang="en-US" sz="2000" dirty="0"/>
              <a:t> </a:t>
            </a:r>
            <a:r>
              <a:rPr lang="en-US" sz="2000" dirty="0" err="1"/>
              <a:t>werden</a:t>
            </a:r>
            <a:r>
              <a:rPr lang="en-US" sz="2000" dirty="0"/>
              <a:t> </a:t>
            </a:r>
            <a:r>
              <a:rPr lang="en-US" sz="2000" dirty="0" err="1"/>
              <a:t>können</a:t>
            </a:r>
            <a:endParaRPr lang="en-US" sz="2000" dirty="0"/>
          </a:p>
          <a:p>
            <a:r>
              <a:rPr lang="en-US" sz="2000" dirty="0" err="1"/>
              <a:t>Optimierung</a:t>
            </a:r>
            <a:r>
              <a:rPr lang="en-US" sz="2000" dirty="0"/>
              <a:t> der </a:t>
            </a:r>
            <a:r>
              <a:rPr lang="en-US" sz="2000" dirty="0" err="1"/>
              <a:t>Prozessen</a:t>
            </a:r>
            <a:endParaRPr lang="en-US" sz="2000" dirty="0"/>
          </a:p>
          <a:p>
            <a:r>
              <a:rPr lang="en-US" sz="2000" dirty="0"/>
              <a:t>Scrum </a:t>
            </a:r>
            <a:r>
              <a:rPr lang="en-US" sz="2000" dirty="0" err="1"/>
              <a:t>basiert</a:t>
            </a:r>
            <a:r>
              <a:rPr lang="en-US" sz="2000" dirty="0"/>
              <a:t> auf </a:t>
            </a:r>
            <a:r>
              <a:rPr lang="en-US" sz="2000" dirty="0" err="1"/>
              <a:t>Empirie</a:t>
            </a:r>
            <a:r>
              <a:rPr lang="en-US" sz="2000" dirty="0"/>
              <a:t> und Lean Thinking</a:t>
            </a:r>
          </a:p>
          <a:p>
            <a:r>
              <a:rPr lang="en-US" sz="2000" dirty="0" err="1"/>
              <a:t>Iterativ-inkrementelle</a:t>
            </a:r>
            <a:r>
              <a:rPr lang="en-US" sz="2000" dirty="0"/>
              <a:t> </a:t>
            </a:r>
            <a:r>
              <a:rPr lang="en-US" sz="2000" dirty="0" err="1"/>
              <a:t>Entwicklung</a:t>
            </a:r>
            <a:endParaRPr lang="en-US" sz="2000" dirty="0"/>
          </a:p>
          <a:p>
            <a:r>
              <a:rPr lang="en-US" sz="2000" dirty="0" err="1"/>
              <a:t>Interdisziplinär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869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4EF9208-497A-35DB-DB7D-E82318906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29995"/>
            <a:ext cx="10905066" cy="53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4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F0F2D8-3B00-A1E1-5FC6-3326A7B84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Scrum – Drei Perspektive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E72158-2DDB-8E44-F86B-77954DCF1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38" y="2212374"/>
            <a:ext cx="4080361" cy="25062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Die Produktperspektive</a:t>
            </a:r>
          </a:p>
          <a:p>
            <a:r>
              <a:rPr lang="en-US" sz="2000" dirty="0"/>
              <a:t>Die Entwicklungsperspektive</a:t>
            </a:r>
          </a:p>
          <a:p>
            <a:r>
              <a:rPr lang="en-US" sz="2000" dirty="0"/>
              <a:t>Die Verbesserungsperspektive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F51B84F-460C-369D-EDED-80FF12C70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321" y="2300498"/>
            <a:ext cx="3650385" cy="250627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D4C30A1-DD70-3673-7EE3-37FFBE9E74C3}"/>
              </a:ext>
            </a:extLst>
          </p:cNvPr>
          <p:cNvSpPr txBox="1"/>
          <p:nvPr/>
        </p:nvSpPr>
        <p:spPr>
          <a:xfrm>
            <a:off x="-2" y="6488668"/>
            <a:ext cx="111624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Quelle: https://scrumorg-website-prod.s3.amazonaws.com/drupal/inline-images/Meet-the-Scrum-Team_0.jpg</a:t>
            </a:r>
          </a:p>
        </p:txBody>
      </p:sp>
    </p:spTree>
    <p:extLst>
      <p:ext uri="{BB962C8B-B14F-4D97-AF65-F5344CB8AC3E}">
        <p14:creationId xmlns:p14="http://schemas.microsoft.com/office/powerpoint/2010/main" val="11542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63C3DE-9980-E9DE-C30B-28DC9E9B6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3DE5A7-9431-A1A5-7891-839F9A8F8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95" y="240241"/>
            <a:ext cx="10332310" cy="122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Produktperspektive und Product Owner (1)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62150AE-E4E5-2C53-8A4E-3F00EC7AE8D8}"/>
              </a:ext>
            </a:extLst>
          </p:cNvPr>
          <p:cNvSpPr txBox="1"/>
          <p:nvPr/>
        </p:nvSpPr>
        <p:spPr>
          <a:xfrm>
            <a:off x="749595" y="1873942"/>
            <a:ext cx="4310383" cy="3679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 </a:t>
            </a:r>
            <a:r>
              <a:rPr lang="en-US" sz="2000" dirty="0" err="1"/>
              <a:t>ist</a:t>
            </a:r>
            <a:r>
              <a:rPr lang="en-US" sz="2000" dirty="0"/>
              <a:t> </a:t>
            </a:r>
            <a:r>
              <a:rPr lang="en-US" sz="2000" dirty="0" err="1"/>
              <a:t>verantwortlich</a:t>
            </a:r>
            <a:r>
              <a:rPr lang="en-US" sz="2000" dirty="0"/>
              <a:t> für: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Produktvision</a:t>
            </a:r>
            <a:r>
              <a:rPr lang="en-US" sz="2000" dirty="0"/>
              <a:t> und </a:t>
            </a:r>
            <a:r>
              <a:rPr lang="en-US" sz="2000" dirty="0" err="1"/>
              <a:t>Strategie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Priorisierung</a:t>
            </a:r>
            <a:r>
              <a:rPr lang="en-US" sz="2000" dirty="0"/>
              <a:t> der </a:t>
            </a:r>
            <a:r>
              <a:rPr lang="en-US" sz="2000" dirty="0" err="1"/>
              <a:t>Anforderungen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Stakeholder-Management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Entscheidungsfindung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Feedback und </a:t>
            </a:r>
            <a:r>
              <a:rPr lang="en-US" sz="2000" dirty="0" err="1"/>
              <a:t>Anpassung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03DF570-9A2A-0FFC-4F2B-EF8F65983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85" y="277854"/>
            <a:ext cx="567410" cy="131639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0E32E1A-F0DC-360E-4841-6BC705036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978" y="2622013"/>
            <a:ext cx="1766703" cy="197746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A29B0B4-8775-71EC-F208-F815AD605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166" y="1696413"/>
            <a:ext cx="4149239" cy="425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8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F35CE-7262-ACD7-7CB0-F20E36C7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Produktperspektive und Product Owner (2)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E3D496-6EB2-EA05-4047-D2C250CA9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382" y="1690688"/>
            <a:ext cx="4242021" cy="414382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BA4D40D-0E47-76C1-FE0E-BA95D5F61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22" y="373838"/>
            <a:ext cx="566977" cy="131685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C2F8322-9014-7E01-F37B-EFA666EEDEC5}"/>
              </a:ext>
            </a:extLst>
          </p:cNvPr>
          <p:cNvSpPr txBox="1"/>
          <p:nvPr/>
        </p:nvSpPr>
        <p:spPr>
          <a:xfrm>
            <a:off x="271222" y="1699401"/>
            <a:ext cx="75371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Sprint</a:t>
            </a:r>
            <a:r>
              <a:rPr lang="en-US" dirty="0"/>
              <a:t> (Dauer: </a:t>
            </a:r>
            <a:r>
              <a:rPr lang="en-US" dirty="0" err="1"/>
              <a:t>immer</a:t>
            </a:r>
            <a:r>
              <a:rPr lang="en-US" dirty="0"/>
              <a:t> </a:t>
            </a:r>
            <a:r>
              <a:rPr lang="en-US" dirty="0" err="1"/>
              <a:t>gleiche</a:t>
            </a:r>
            <a:r>
              <a:rPr lang="en-US" dirty="0"/>
              <a:t> </a:t>
            </a:r>
            <a:r>
              <a:rPr lang="en-US" dirty="0" err="1"/>
              <a:t>Länge</a:t>
            </a:r>
            <a:r>
              <a:rPr lang="en-US" dirty="0"/>
              <a:t> von max. 4 </a:t>
            </a:r>
            <a:r>
              <a:rPr lang="en-US" dirty="0" err="1"/>
              <a:t>Wochen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Erste</a:t>
            </a:r>
            <a:r>
              <a:rPr lang="en-US" dirty="0"/>
              <a:t> Scrum-Event: </a:t>
            </a:r>
            <a:r>
              <a:rPr lang="en-US" b="1" dirty="0"/>
              <a:t>Sprint Planning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Was </a:t>
            </a:r>
            <a:r>
              <a:rPr lang="en-US" dirty="0" err="1"/>
              <a:t>soll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kommenden</a:t>
            </a:r>
            <a:r>
              <a:rPr lang="en-US" dirty="0"/>
              <a:t> Sprint </a:t>
            </a:r>
            <a:r>
              <a:rPr lang="en-US" dirty="0" err="1"/>
              <a:t>erledigt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Sprintziel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definiert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Auswahl</a:t>
            </a:r>
            <a:r>
              <a:rPr lang="en-US" dirty="0"/>
              <a:t> der </a:t>
            </a:r>
            <a:r>
              <a:rPr lang="en-US" dirty="0" err="1"/>
              <a:t>Einträge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dem Product Backlog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Planung</a:t>
            </a:r>
            <a:r>
              <a:rPr lang="en-US" dirty="0"/>
              <a:t> von der </a:t>
            </a:r>
            <a:r>
              <a:rPr lang="en-US" dirty="0" err="1"/>
              <a:t>Umsetzung</a:t>
            </a:r>
            <a:r>
              <a:rPr lang="en-US" dirty="0"/>
              <a:t> </a:t>
            </a:r>
            <a:r>
              <a:rPr lang="en-US" dirty="0" err="1"/>
              <a:t>dieser</a:t>
            </a:r>
            <a:r>
              <a:rPr lang="en-US" dirty="0"/>
              <a:t> </a:t>
            </a:r>
            <a:r>
              <a:rPr lang="en-US" dirty="0" err="1"/>
              <a:t>Einträge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Sprint Backlog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Eine </a:t>
            </a:r>
            <a:r>
              <a:rPr lang="en-US" dirty="0" err="1"/>
              <a:t>Liste</a:t>
            </a:r>
            <a:r>
              <a:rPr lang="en-US" dirty="0"/>
              <a:t> von </a:t>
            </a:r>
            <a:r>
              <a:rPr lang="en-US" dirty="0" err="1"/>
              <a:t>Aufgaben</a:t>
            </a:r>
            <a:r>
              <a:rPr lang="en-US" dirty="0"/>
              <a:t>, die das Team </a:t>
            </a:r>
            <a:r>
              <a:rPr lang="en-US" dirty="0" err="1"/>
              <a:t>im</a:t>
            </a:r>
            <a:r>
              <a:rPr lang="en-US" dirty="0"/>
              <a:t> Sprint </a:t>
            </a:r>
            <a:r>
              <a:rPr lang="en-US" dirty="0" err="1"/>
              <a:t>erledigen</a:t>
            </a:r>
            <a:r>
              <a:rPr lang="en-US" dirty="0"/>
              <a:t> will.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b="1" dirty="0" err="1"/>
              <a:t>Sprintziel</a:t>
            </a:r>
            <a:r>
              <a:rPr lang="en-US" dirty="0"/>
              <a:t>, den </a:t>
            </a:r>
            <a:r>
              <a:rPr lang="en-US" dirty="0" err="1"/>
              <a:t>ausgewählten</a:t>
            </a:r>
            <a:r>
              <a:rPr lang="en-US" dirty="0"/>
              <a:t> </a:t>
            </a:r>
            <a:r>
              <a:rPr lang="en-US" dirty="0" err="1"/>
              <a:t>Einträgen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dem </a:t>
            </a:r>
            <a:r>
              <a:rPr lang="en-US" b="1" dirty="0"/>
              <a:t>Product Backlog</a:t>
            </a:r>
            <a:r>
              <a:rPr lang="en-US" dirty="0"/>
              <a:t> und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Umsetzungsplan</a:t>
            </a:r>
            <a:r>
              <a:rPr lang="en-US" dirty="0"/>
              <a:t> </a:t>
            </a:r>
            <a:r>
              <a:rPr lang="en-US" dirty="0" err="1"/>
              <a:t>zusammengebildet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Ist</a:t>
            </a:r>
            <a:r>
              <a:rPr lang="en-US" dirty="0"/>
              <a:t> fest </a:t>
            </a:r>
            <a:r>
              <a:rPr lang="en-US" dirty="0" err="1"/>
              <a:t>während</a:t>
            </a:r>
            <a:r>
              <a:rPr lang="en-US" dirty="0"/>
              <a:t> des Sprints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C2353-3749-1EBE-E35A-61EE05AE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687662"/>
            <a:ext cx="10515600" cy="68920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Produktperspektive</a:t>
            </a:r>
            <a:r>
              <a:rPr lang="en-US" sz="4400" dirty="0"/>
              <a:t> </a:t>
            </a:r>
            <a:r>
              <a:rPr lang="en-US" sz="3600" dirty="0"/>
              <a:t>und Product Owner (3)</a:t>
            </a:r>
            <a:endParaRPr lang="en-US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80E29AE4-8118-F5FC-F8A0-690DD1E3D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0200" y="1571511"/>
            <a:ext cx="4911388" cy="479848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12C151D-FE56-01BA-53F6-AA58B3AF2016}"/>
              </a:ext>
            </a:extLst>
          </p:cNvPr>
          <p:cNvSpPr txBox="1"/>
          <p:nvPr/>
        </p:nvSpPr>
        <p:spPr>
          <a:xfrm>
            <a:off x="271223" y="2446835"/>
            <a:ext cx="59380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Das </a:t>
            </a:r>
            <a:r>
              <a:rPr lang="en-US" sz="2000" dirty="0" err="1"/>
              <a:t>Ergebnis</a:t>
            </a:r>
            <a:r>
              <a:rPr lang="en-US" sz="2000" dirty="0"/>
              <a:t> des Sprints </a:t>
            </a:r>
            <a:r>
              <a:rPr lang="en-US" sz="2000" dirty="0" err="1"/>
              <a:t>ist</a:t>
            </a:r>
            <a:r>
              <a:rPr lang="en-US" sz="2000" dirty="0"/>
              <a:t> </a:t>
            </a:r>
            <a:r>
              <a:rPr lang="en-US" sz="2000" dirty="0" err="1"/>
              <a:t>ein</a:t>
            </a:r>
            <a:r>
              <a:rPr lang="en-US" sz="2000" dirty="0"/>
              <a:t> </a:t>
            </a:r>
            <a:r>
              <a:rPr lang="en-US" sz="2000" b="1" dirty="0" err="1"/>
              <a:t>auslieferbares</a:t>
            </a:r>
            <a:r>
              <a:rPr lang="en-US" sz="2000" b="1" dirty="0"/>
              <a:t> </a:t>
            </a:r>
            <a:r>
              <a:rPr lang="en-US" sz="2000" b="1" dirty="0" err="1"/>
              <a:t>Produktinkrement</a:t>
            </a:r>
            <a:r>
              <a:rPr lang="en-US" sz="20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Definition of Done</a:t>
            </a:r>
            <a:r>
              <a:rPr lang="en-US" sz="2000" dirty="0"/>
              <a:t>: </a:t>
            </a:r>
            <a:r>
              <a:rPr lang="de-DE" sz="2000" dirty="0"/>
              <a:t> eine gemeinsame Vereinbarung im </a:t>
            </a:r>
            <a:r>
              <a:rPr lang="de-DE" sz="2000" dirty="0" err="1"/>
              <a:t>Scrum</a:t>
            </a:r>
            <a:r>
              <a:rPr lang="de-DE" sz="2000" dirty="0"/>
              <a:t>-Team, die festlegt, wann eine Aufgabe oder ein </a:t>
            </a:r>
            <a:r>
              <a:rPr lang="de-DE" sz="2000" b="1" dirty="0" err="1"/>
              <a:t>Product</a:t>
            </a:r>
            <a:r>
              <a:rPr lang="de-DE" sz="2000" b="1" dirty="0"/>
              <a:t> Backlog </a:t>
            </a:r>
            <a:r>
              <a:rPr lang="de-DE" sz="2000" dirty="0"/>
              <a:t>Eintrag als fertig gilt.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Ein </a:t>
            </a:r>
            <a:r>
              <a:rPr lang="de-DE" sz="2000" b="1" dirty="0"/>
              <a:t>Produktinkrement </a:t>
            </a:r>
            <a:r>
              <a:rPr lang="de-DE" sz="2000" dirty="0"/>
              <a:t>kann nur ausgeliefert werden, wenn es die </a:t>
            </a:r>
            <a:r>
              <a:rPr lang="de-DE" sz="2000" b="1" dirty="0" err="1"/>
              <a:t>DoD</a:t>
            </a:r>
            <a:r>
              <a:rPr lang="de-DE" sz="2000" b="1" dirty="0"/>
              <a:t> </a:t>
            </a:r>
            <a:r>
              <a:rPr lang="de-DE" sz="2000" dirty="0"/>
              <a:t>erfüllt und es wird vom </a:t>
            </a:r>
            <a:r>
              <a:rPr lang="de-DE" sz="2000" b="1" dirty="0"/>
              <a:t>PO</a:t>
            </a:r>
            <a:r>
              <a:rPr lang="de-DE" sz="2000" dirty="0"/>
              <a:t> entschieden.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A73823A-1146-684D-BBA2-CCDADB5E6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23" y="373838"/>
            <a:ext cx="566977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94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B22D4-CE90-8DC2-FD57-14736867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7503"/>
            <a:ext cx="10515600" cy="897474"/>
          </a:xfrm>
        </p:spPr>
        <p:txBody>
          <a:bodyPr>
            <a:normAutofit/>
          </a:bodyPr>
          <a:lstStyle/>
          <a:p>
            <a:r>
              <a:rPr lang="en-US" sz="3200" dirty="0"/>
              <a:t>Produktperspektive und Product Owner (4)</a:t>
            </a:r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2C38AD66-512C-68E5-F6B9-6570470B5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1300" y="1426663"/>
            <a:ext cx="4674365" cy="468151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BD7937A-B13C-0830-FB91-12DEF83E9C02}"/>
              </a:ext>
            </a:extLst>
          </p:cNvPr>
          <p:cNvSpPr txBox="1"/>
          <p:nvPr/>
        </p:nvSpPr>
        <p:spPr>
          <a:xfrm>
            <a:off x="590407" y="2488700"/>
            <a:ext cx="5308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Am Ende des Sprints gibt es eine Feedbackrunde nämlich </a:t>
            </a:r>
            <a:r>
              <a:rPr lang="de-DE" sz="2000" b="1" dirty="0"/>
              <a:t>Sprint Review </a:t>
            </a:r>
            <a:r>
              <a:rPr lang="de-DE" sz="2000" dirty="0"/>
              <a:t>zwischen dem </a:t>
            </a:r>
            <a:r>
              <a:rPr lang="de-DE" sz="2000" dirty="0" err="1"/>
              <a:t>Scrum</a:t>
            </a:r>
            <a:r>
              <a:rPr lang="de-DE" sz="2000" dirty="0"/>
              <a:t> Team und den Stakeholdern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Der PO erhält das Feedback und integriert es nach eigenem Ermessen in das </a:t>
            </a:r>
            <a:r>
              <a:rPr lang="de-DE" sz="2000" b="1" dirty="0" err="1"/>
              <a:t>Product</a:t>
            </a:r>
            <a:r>
              <a:rPr lang="de-DE" sz="2000" b="1" dirty="0"/>
              <a:t> Backlog</a:t>
            </a:r>
            <a:endParaRPr lang="en-US" sz="2000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D36550D-1093-C2CD-BE59-520BE8F6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91" y="128975"/>
            <a:ext cx="573074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44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588117-384A-747C-A417-BF3FE2EA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0" y="124617"/>
            <a:ext cx="9728200" cy="776288"/>
          </a:xfrm>
        </p:spPr>
        <p:txBody>
          <a:bodyPr>
            <a:normAutofit/>
          </a:bodyPr>
          <a:lstStyle/>
          <a:p>
            <a:r>
              <a:rPr lang="en-US" sz="3200" dirty="0"/>
              <a:t>Entwicklungsperspektive und </a:t>
            </a:r>
            <a:r>
              <a:rPr lang="en-US" sz="3200" dirty="0" err="1"/>
              <a:t>Entwickler</a:t>
            </a:r>
            <a:r>
              <a:rPr lang="en-US" sz="3200" dirty="0"/>
              <a:t> (1)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92070D-27C3-F690-DB31-A48107ECE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24617"/>
            <a:ext cx="2501900" cy="214448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2A92D80-2D9D-099C-7DD3-7EC2A6D2C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222" y="1383100"/>
            <a:ext cx="4517033" cy="455142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0748C04-1165-89E9-07BC-D839089FA3A5}"/>
              </a:ext>
            </a:extLst>
          </p:cNvPr>
          <p:cNvSpPr txBox="1"/>
          <p:nvPr/>
        </p:nvSpPr>
        <p:spPr>
          <a:xfrm>
            <a:off x="901700" y="2730500"/>
            <a:ext cx="4953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Die </a:t>
            </a:r>
            <a:r>
              <a:rPr lang="en-US" sz="2000" b="1" dirty="0" err="1"/>
              <a:t>Entwickler</a:t>
            </a:r>
            <a:r>
              <a:rPr lang="en-US" sz="2000" dirty="0"/>
              <a:t> </a:t>
            </a:r>
            <a:r>
              <a:rPr lang="en-US" sz="2000" dirty="0" err="1"/>
              <a:t>sind</a:t>
            </a:r>
            <a:r>
              <a:rPr lang="en-US" sz="2000" dirty="0"/>
              <a:t> für die </a:t>
            </a:r>
            <a:r>
              <a:rPr lang="en-US" sz="2000" dirty="0" err="1"/>
              <a:t>Entwicklung</a:t>
            </a:r>
            <a:r>
              <a:rPr lang="en-US" sz="2000" dirty="0"/>
              <a:t> </a:t>
            </a:r>
            <a:r>
              <a:rPr lang="en-US" sz="2000" dirty="0" err="1"/>
              <a:t>verantwortlich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Sie </a:t>
            </a:r>
            <a:r>
              <a:rPr lang="de-DE" sz="2000" dirty="0"/>
              <a:t>entwickeln ausgehend vom Sprint Backlog ein auslieferbares Produktinkrement.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197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908CEE-989C-E2F2-02C4-115F4592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200" y="342580"/>
            <a:ext cx="7632700" cy="547688"/>
          </a:xfrm>
        </p:spPr>
        <p:txBody>
          <a:bodyPr>
            <a:normAutofit/>
          </a:bodyPr>
          <a:lstStyle/>
          <a:p>
            <a:r>
              <a:rPr lang="en-US" sz="3200" dirty="0"/>
              <a:t>Entwicklungsperspektive und </a:t>
            </a:r>
            <a:r>
              <a:rPr lang="en-US" sz="3200" dirty="0" err="1"/>
              <a:t>Entwickler</a:t>
            </a:r>
            <a:r>
              <a:rPr lang="en-US" sz="3200" dirty="0"/>
              <a:t> (2)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BF3231C-A375-5AA7-4658-2FDB57B09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63" y="120811"/>
            <a:ext cx="2505673" cy="214597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B066E9E-5A3E-A228-2CCC-6BD7D2317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314" y="1453397"/>
            <a:ext cx="4495944" cy="449594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05ADD9C-01B8-9D2A-403A-FD5A5ED37272}"/>
              </a:ext>
            </a:extLst>
          </p:cNvPr>
          <p:cNvSpPr txBox="1"/>
          <p:nvPr/>
        </p:nvSpPr>
        <p:spPr>
          <a:xfrm>
            <a:off x="406400" y="2654300"/>
            <a:ext cx="6172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Pull-</a:t>
            </a:r>
            <a:r>
              <a:rPr lang="en-US" sz="2000" dirty="0" err="1"/>
              <a:t>Prinzip</a:t>
            </a:r>
            <a:r>
              <a:rPr lang="en-US" sz="2000" dirty="0"/>
              <a:t> </a:t>
            </a:r>
            <a:r>
              <a:rPr lang="en-US" sz="2000" dirty="0" err="1"/>
              <a:t>im</a:t>
            </a:r>
            <a:r>
              <a:rPr lang="en-US" sz="2000" dirty="0"/>
              <a:t> Sprint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Die </a:t>
            </a:r>
            <a:r>
              <a:rPr lang="en-US" sz="2000" dirty="0" err="1"/>
              <a:t>Entwickler</a:t>
            </a:r>
            <a:r>
              <a:rPr lang="en-US" sz="2000" dirty="0"/>
              <a:t> </a:t>
            </a:r>
            <a:r>
              <a:rPr lang="en-US" sz="2000" dirty="0" err="1"/>
              <a:t>erstellen</a:t>
            </a:r>
            <a:r>
              <a:rPr lang="en-US" sz="2000" dirty="0"/>
              <a:t> </a:t>
            </a:r>
            <a:r>
              <a:rPr lang="en-US" sz="2000" dirty="0" err="1"/>
              <a:t>einen</a:t>
            </a:r>
            <a:r>
              <a:rPr lang="en-US" sz="2000" dirty="0"/>
              <a:t> Plan für die </a:t>
            </a:r>
            <a:r>
              <a:rPr lang="en-US" sz="2000" dirty="0" err="1"/>
              <a:t>Umsetzung</a:t>
            </a:r>
            <a:r>
              <a:rPr lang="en-US" sz="2000" dirty="0"/>
              <a:t> </a:t>
            </a:r>
            <a:r>
              <a:rPr lang="en-US" sz="2000" dirty="0" err="1"/>
              <a:t>im</a:t>
            </a:r>
            <a:r>
              <a:rPr lang="en-US" sz="2000" dirty="0"/>
              <a:t>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Die Entwickler/innen machen  so eine Vorhersage (Forecast) darüber, was sie im Sprint schaffen können.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8233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214DB-331E-B2DC-350E-77098EA3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86" y="209605"/>
            <a:ext cx="7483513" cy="750888"/>
          </a:xfrm>
        </p:spPr>
        <p:txBody>
          <a:bodyPr>
            <a:noAutofit/>
          </a:bodyPr>
          <a:lstStyle/>
          <a:p>
            <a:r>
              <a:rPr lang="en-US" sz="3200" dirty="0"/>
              <a:t>Entwicklungsperspektive und </a:t>
            </a:r>
            <a:r>
              <a:rPr lang="en-US" sz="3200" dirty="0" err="1"/>
              <a:t>Entwickler</a:t>
            </a:r>
            <a:r>
              <a:rPr lang="en-US" sz="3200" dirty="0"/>
              <a:t> (3)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356AEC3-92D1-8302-FD7D-A16F63A9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045" y="1576508"/>
            <a:ext cx="4375226" cy="436583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61B63D9-AA83-CB57-E494-77D9E36E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9605"/>
            <a:ext cx="2505673" cy="214597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BC9D64F-C06E-073F-CB16-62039960C8BF}"/>
              </a:ext>
            </a:extLst>
          </p:cNvPr>
          <p:cNvSpPr txBox="1"/>
          <p:nvPr/>
        </p:nvSpPr>
        <p:spPr>
          <a:xfrm>
            <a:off x="322242" y="2476500"/>
            <a:ext cx="6438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Daily Scrum </a:t>
            </a:r>
            <a:r>
              <a:rPr lang="en-US" sz="2000" dirty="0"/>
              <a:t>(</a:t>
            </a:r>
            <a:r>
              <a:rPr lang="en-US" sz="2000" b="1" dirty="0"/>
              <a:t>Daily Stand-up</a:t>
            </a:r>
            <a:r>
              <a:rPr lang="en-US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Ziel</a:t>
            </a:r>
            <a:r>
              <a:rPr lang="en-US" sz="2000" dirty="0"/>
              <a:t>: den </a:t>
            </a:r>
            <a:r>
              <a:rPr lang="en-US" sz="2000" dirty="0" err="1"/>
              <a:t>Arbeitsfortschritt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überprüfen</a:t>
            </a:r>
            <a:r>
              <a:rPr lang="en-US" sz="2000" dirty="0"/>
              <a:t> und die </a:t>
            </a:r>
            <a:r>
              <a:rPr lang="en-US" sz="2000" dirty="0" err="1"/>
              <a:t>nächsten</a:t>
            </a:r>
            <a:r>
              <a:rPr lang="en-US" sz="2000" dirty="0"/>
              <a:t> </a:t>
            </a:r>
            <a:r>
              <a:rPr lang="en-US" sz="2000" dirty="0" err="1"/>
              <a:t>Aufgaben</a:t>
            </a:r>
            <a:r>
              <a:rPr lang="en-US" sz="2000" dirty="0"/>
              <a:t> </a:t>
            </a:r>
            <a:r>
              <a:rPr lang="en-US" sz="2000" dirty="0" err="1"/>
              <a:t>im</a:t>
            </a:r>
            <a:r>
              <a:rPr lang="en-US" sz="2000" dirty="0"/>
              <a:t> Sprint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planen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Es hilft dem Team, synchronisiert zu bleiben und Hindernisse frühzeitig zu erkennen.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Teilnehmer: Entwickler und </a:t>
            </a:r>
            <a:r>
              <a:rPr lang="de-DE" sz="2000" dirty="0" err="1"/>
              <a:t>Scrum</a:t>
            </a:r>
            <a:r>
              <a:rPr lang="de-DE" sz="2000" dirty="0"/>
              <a:t> Master, PO (optional)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An jedem Arbeitstag zu gleichen Uhrzeit am gleichen Ort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Dauer: 15 Minuten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2959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B28B56-F355-85AC-6D37-F066A52B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300" y="334801"/>
            <a:ext cx="7327900" cy="763588"/>
          </a:xfrm>
        </p:spPr>
        <p:txBody>
          <a:bodyPr>
            <a:normAutofit/>
          </a:bodyPr>
          <a:lstStyle/>
          <a:p>
            <a:r>
              <a:rPr lang="en-US" sz="3200" dirty="0"/>
              <a:t>Entwicklungsperspektive und </a:t>
            </a:r>
            <a:r>
              <a:rPr lang="en-US" sz="3200" dirty="0" err="1"/>
              <a:t>Entwickler</a:t>
            </a:r>
            <a:r>
              <a:rPr lang="en-US" sz="3200" dirty="0"/>
              <a:t> (4)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9E79D61-F4E9-E80C-FB8F-A7D6BB6F1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3" y="88900"/>
            <a:ext cx="2505673" cy="21459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3D573AB-E63F-BED0-038E-0E1809E79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346" y="1560354"/>
            <a:ext cx="4377307" cy="437121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AE7E06D-00B0-F0E5-EEE4-C28EC6F57D81}"/>
              </a:ext>
            </a:extLst>
          </p:cNvPr>
          <p:cNvSpPr txBox="1"/>
          <p:nvPr/>
        </p:nvSpPr>
        <p:spPr>
          <a:xfrm>
            <a:off x="377443" y="2640197"/>
            <a:ext cx="63881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Daily Scrum </a:t>
            </a:r>
            <a:r>
              <a:rPr lang="en-US" sz="2000" dirty="0"/>
              <a:t>(</a:t>
            </a:r>
            <a:r>
              <a:rPr lang="en-US" sz="2000" b="1" dirty="0"/>
              <a:t>Daily Stand-up</a:t>
            </a:r>
            <a:r>
              <a:rPr lang="en-US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Was habe ich seit dem letzten Daily </a:t>
            </a:r>
            <a:r>
              <a:rPr lang="de-DE" sz="2000" dirty="0" err="1"/>
              <a:t>Scrum</a:t>
            </a:r>
            <a:r>
              <a:rPr lang="de-DE" sz="2000" dirty="0"/>
              <a:t> gemacht?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Was werde ich bis zum nächsten Daily </a:t>
            </a:r>
            <a:r>
              <a:rPr lang="de-DE" sz="2000" dirty="0" err="1"/>
              <a:t>Scrum</a:t>
            </a:r>
            <a:r>
              <a:rPr lang="de-DE" sz="2000" dirty="0"/>
              <a:t> machen?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Gibt es irgendwelche Hindernisse, die mich daran hindern, meine Arbeit zu erledigen?</a:t>
            </a:r>
            <a:endParaRPr lang="en-US" sz="2000" dirty="0"/>
          </a:p>
          <a:p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0912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1E640E-D3CF-50EA-EB07-A957B339B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0" y="343761"/>
            <a:ext cx="8153400" cy="625475"/>
          </a:xfrm>
        </p:spPr>
        <p:txBody>
          <a:bodyPr>
            <a:normAutofit/>
          </a:bodyPr>
          <a:lstStyle/>
          <a:p>
            <a:r>
              <a:rPr lang="en-US" sz="3200" dirty="0"/>
              <a:t>Verbesserungsperspektive und Scrum Master (1)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BAAC6CF-956A-2F70-EB66-60915E2E8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90" y="191361"/>
            <a:ext cx="3295819" cy="1968601"/>
          </a:xfr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704E3A5-CECD-1FFC-26BE-6FB1A173A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57" y="1314664"/>
            <a:ext cx="4823943" cy="48956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E6B350E-0920-E3BA-C36D-EFF45E6AB9BD}"/>
              </a:ext>
            </a:extLst>
          </p:cNvPr>
          <p:cNvSpPr txBox="1"/>
          <p:nvPr/>
        </p:nvSpPr>
        <p:spPr>
          <a:xfrm>
            <a:off x="180890" y="2921168"/>
            <a:ext cx="62072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Der Scrum Master </a:t>
            </a:r>
            <a:r>
              <a:rPr lang="en-US" sz="2000" dirty="0" err="1"/>
              <a:t>ist</a:t>
            </a:r>
            <a:r>
              <a:rPr lang="en-US" sz="2000" dirty="0"/>
              <a:t> für die </a:t>
            </a:r>
            <a:r>
              <a:rPr lang="en-US" sz="2000" dirty="0" err="1"/>
              <a:t>effiziente</a:t>
            </a:r>
            <a:r>
              <a:rPr lang="en-US" sz="2000" dirty="0"/>
              <a:t> und </a:t>
            </a:r>
            <a:r>
              <a:rPr lang="en-US" sz="2000" dirty="0" err="1"/>
              <a:t>effektive</a:t>
            </a:r>
            <a:r>
              <a:rPr lang="en-US" sz="2000" dirty="0"/>
              <a:t> </a:t>
            </a:r>
            <a:r>
              <a:rPr lang="en-US" sz="2000" dirty="0" err="1"/>
              <a:t>Zusammenarbeit</a:t>
            </a:r>
            <a:r>
              <a:rPr lang="en-US" sz="2000" dirty="0"/>
              <a:t> des Teams </a:t>
            </a:r>
            <a:r>
              <a:rPr lang="en-US" sz="2000" dirty="0" err="1"/>
              <a:t>verantwortlich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Er </a:t>
            </a:r>
            <a:r>
              <a:rPr lang="en-US" sz="2000" dirty="0" err="1"/>
              <a:t>beseitigt</a:t>
            </a:r>
            <a:r>
              <a:rPr lang="en-US" sz="2000" dirty="0"/>
              <a:t> </a:t>
            </a:r>
            <a:r>
              <a:rPr lang="en-US" sz="2000" dirty="0" err="1"/>
              <a:t>Hindernisse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Er </a:t>
            </a:r>
            <a:r>
              <a:rPr lang="en-US" sz="2000" dirty="0" err="1"/>
              <a:t>ist</a:t>
            </a:r>
            <a:r>
              <a:rPr lang="en-US" sz="2000" dirty="0"/>
              <a:t> </a:t>
            </a:r>
            <a:r>
              <a:rPr lang="en-US" sz="2000" dirty="0" err="1"/>
              <a:t>nicht</a:t>
            </a:r>
            <a:r>
              <a:rPr lang="en-US" sz="2000" dirty="0"/>
              <a:t> der Chef, </a:t>
            </a:r>
            <a:r>
              <a:rPr lang="en-US" sz="2000" dirty="0" err="1"/>
              <a:t>sondern</a:t>
            </a:r>
            <a:r>
              <a:rPr lang="en-US" sz="2000" dirty="0"/>
              <a:t> </a:t>
            </a:r>
            <a:r>
              <a:rPr lang="en-US" sz="2000" dirty="0" err="1"/>
              <a:t>ein</a:t>
            </a:r>
            <a:r>
              <a:rPr lang="en-US" sz="2000" dirty="0"/>
              <a:t> Supporter.</a:t>
            </a:r>
          </a:p>
        </p:txBody>
      </p:sp>
    </p:spTree>
    <p:extLst>
      <p:ext uri="{BB962C8B-B14F-4D97-AF65-F5344CB8AC3E}">
        <p14:creationId xmlns:p14="http://schemas.microsoft.com/office/powerpoint/2010/main" val="1730540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D1D79-ED22-8E09-406C-7872C6866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6239" y="462421"/>
            <a:ext cx="8260075" cy="492084"/>
          </a:xfrm>
        </p:spPr>
        <p:txBody>
          <a:bodyPr>
            <a:normAutofit fontScale="90000"/>
          </a:bodyPr>
          <a:lstStyle/>
          <a:p>
            <a:r>
              <a:rPr lang="de-DE" sz="3600" dirty="0"/>
              <a:t>Verbesserungsperspektive</a:t>
            </a:r>
            <a:r>
              <a:rPr lang="de-DE" sz="2800" dirty="0"/>
              <a:t> </a:t>
            </a:r>
            <a:r>
              <a:rPr lang="de-DE" sz="3600" dirty="0"/>
              <a:t>und </a:t>
            </a:r>
            <a:r>
              <a:rPr lang="de-DE" sz="3600" dirty="0" err="1"/>
              <a:t>Scrum</a:t>
            </a:r>
            <a:r>
              <a:rPr lang="de-DE" sz="3600" dirty="0"/>
              <a:t> Master (2)</a:t>
            </a:r>
            <a:endParaRPr lang="en-US" sz="3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B0C7209-5491-FFEF-197C-D33D2DF80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3" y="0"/>
            <a:ext cx="3191534" cy="190901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A64ECE5-9566-CB3C-1391-270FF3AA6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898" y="2183520"/>
            <a:ext cx="4271653" cy="42807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9C15C3B-5A9F-0665-DDF2-65833916E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451" y="2054198"/>
            <a:ext cx="4271653" cy="441004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0FC058B-0176-BF9B-038A-3DC8C5621AC4}"/>
              </a:ext>
            </a:extLst>
          </p:cNvPr>
          <p:cNvSpPr txBox="1"/>
          <p:nvPr/>
        </p:nvSpPr>
        <p:spPr>
          <a:xfrm>
            <a:off x="4450721" y="2100127"/>
            <a:ext cx="761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6028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02EC3-959A-0051-C448-813AD2A5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286" y="332497"/>
            <a:ext cx="8423189" cy="516796"/>
          </a:xfrm>
        </p:spPr>
        <p:txBody>
          <a:bodyPr>
            <a:noAutofit/>
          </a:bodyPr>
          <a:lstStyle/>
          <a:p>
            <a:r>
              <a:rPr lang="de-DE" sz="3200" dirty="0"/>
              <a:t>Verbesserungsperspektive und </a:t>
            </a:r>
            <a:r>
              <a:rPr lang="de-DE" sz="3200" dirty="0" err="1"/>
              <a:t>Scrum</a:t>
            </a:r>
            <a:r>
              <a:rPr lang="de-DE" sz="3200" dirty="0"/>
              <a:t> Master (3)</a:t>
            </a:r>
            <a:endParaRPr lang="en-US" sz="32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A354C4E-7DE3-59E7-F86C-434A938A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5" y="191792"/>
            <a:ext cx="3194581" cy="190821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7F85F47-CAF4-B028-376C-7DBF6378C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933" y="1501819"/>
            <a:ext cx="4273666" cy="427976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91A5D7C-A4AA-D08B-8D1B-837914B8F532}"/>
              </a:ext>
            </a:extLst>
          </p:cNvPr>
          <p:cNvSpPr txBox="1"/>
          <p:nvPr/>
        </p:nvSpPr>
        <p:spPr>
          <a:xfrm>
            <a:off x="667265" y="2836418"/>
            <a:ext cx="49550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Was </a:t>
            </a:r>
            <a:r>
              <a:rPr lang="en-US" sz="2000" dirty="0" err="1"/>
              <a:t>wird</a:t>
            </a:r>
            <a:r>
              <a:rPr lang="en-US" sz="2000" dirty="0"/>
              <a:t> </a:t>
            </a:r>
            <a:r>
              <a:rPr lang="en-US" sz="2000" dirty="0" err="1"/>
              <a:t>rauskommen</a:t>
            </a:r>
            <a:r>
              <a:rPr lang="en-US" sz="2000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Ein </a:t>
            </a:r>
            <a:r>
              <a:rPr lang="en-US" sz="2000" dirty="0" err="1"/>
              <a:t>aktualisierter</a:t>
            </a:r>
            <a:r>
              <a:rPr lang="en-US" sz="2000" dirty="0"/>
              <a:t> Plan für den Tag, der das Team dem Sprint-</a:t>
            </a:r>
            <a:r>
              <a:rPr lang="en-US" sz="2000" dirty="0" err="1"/>
              <a:t>Ziel</a:t>
            </a:r>
            <a:r>
              <a:rPr lang="en-US" sz="2000" dirty="0"/>
              <a:t> </a:t>
            </a:r>
            <a:r>
              <a:rPr lang="en-US" sz="2000" dirty="0" err="1"/>
              <a:t>näher</a:t>
            </a:r>
            <a:r>
              <a:rPr lang="en-US" sz="2000" dirty="0"/>
              <a:t> </a:t>
            </a:r>
            <a:r>
              <a:rPr lang="en-US" sz="2000" dirty="0" err="1"/>
              <a:t>bringt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6857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D4E46-D095-7F6A-115B-07DF9DDF3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621" y="259491"/>
            <a:ext cx="8203122" cy="541510"/>
          </a:xfrm>
        </p:spPr>
        <p:txBody>
          <a:bodyPr>
            <a:noAutofit/>
          </a:bodyPr>
          <a:lstStyle/>
          <a:p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Verbesserungsperspektive und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Scrum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Master (4)</a:t>
            </a:r>
            <a:endParaRPr lang="en-US" sz="32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D54FEA3-2A0F-A01A-487A-5B093E7FB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0" y="139466"/>
            <a:ext cx="3194581" cy="190821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3789EF7-E388-1EC0-92A8-16E2B72C8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518" y="1261617"/>
            <a:ext cx="4356587" cy="449331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FCE1A24-9643-C429-A488-575EC411D35D}"/>
              </a:ext>
            </a:extLst>
          </p:cNvPr>
          <p:cNvSpPr txBox="1"/>
          <p:nvPr/>
        </p:nvSpPr>
        <p:spPr>
          <a:xfrm>
            <a:off x="721894" y="2486526"/>
            <a:ext cx="59837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Sprint </a:t>
            </a:r>
            <a:r>
              <a:rPr lang="en-US" sz="2000" b="1" dirty="0" err="1"/>
              <a:t>Retrospektive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Zweck</a:t>
            </a:r>
            <a:r>
              <a:rPr lang="en-US" sz="2000" dirty="0"/>
              <a:t>: </a:t>
            </a:r>
            <a:r>
              <a:rPr lang="en-US" sz="2000" dirty="0" err="1"/>
              <a:t>Überprüfung</a:t>
            </a:r>
            <a:r>
              <a:rPr lang="en-US" sz="2000" dirty="0"/>
              <a:t> des </a:t>
            </a:r>
            <a:r>
              <a:rPr lang="en-US" sz="2000" dirty="0" err="1"/>
              <a:t>vergangenen</a:t>
            </a:r>
            <a:r>
              <a:rPr lang="en-US" sz="2000" dirty="0"/>
              <a:t> Sprints und </a:t>
            </a:r>
            <a:r>
              <a:rPr lang="en-US" sz="2000" dirty="0" err="1"/>
              <a:t>Identifikation</a:t>
            </a:r>
            <a:r>
              <a:rPr lang="en-US" sz="2000" dirty="0"/>
              <a:t> der </a:t>
            </a:r>
            <a:r>
              <a:rPr lang="en-US" sz="2000" dirty="0" err="1"/>
              <a:t>Verbesserungsmöglichkeiten</a:t>
            </a:r>
            <a:r>
              <a:rPr lang="en-US" sz="2000" dirty="0"/>
              <a:t> für </a:t>
            </a:r>
            <a:r>
              <a:rPr lang="en-US" sz="2000" dirty="0" err="1"/>
              <a:t>zukünftige</a:t>
            </a:r>
            <a:r>
              <a:rPr lang="en-US" sz="2000" dirty="0"/>
              <a:t> Sprints.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Dauer: 3h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Teilnehmer</a:t>
            </a:r>
            <a:r>
              <a:rPr lang="en-US" sz="2000" dirty="0"/>
              <a:t>: </a:t>
            </a:r>
            <a:r>
              <a:rPr lang="en-US" sz="2000" dirty="0" err="1"/>
              <a:t>ganzes</a:t>
            </a:r>
            <a:r>
              <a:rPr lang="en-US" sz="2000" dirty="0"/>
              <a:t>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00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136A6-DB2C-C9BC-79AE-796B7B48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114" y="271848"/>
            <a:ext cx="7440827" cy="628007"/>
          </a:xfrm>
        </p:spPr>
        <p:txBody>
          <a:bodyPr/>
          <a:lstStyle/>
          <a:p>
            <a:r>
              <a:rPr kumimoji="0" lang="de-DE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Verbesserungsperspektive und </a:t>
            </a:r>
            <a:r>
              <a:rPr kumimoji="0" lang="de-DE" sz="2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Scrum</a:t>
            </a:r>
            <a:r>
              <a:rPr kumimoji="0" lang="de-DE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Master (5)</a:t>
            </a:r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778146B-C189-1902-E6F3-581F1A42E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7" y="123567"/>
            <a:ext cx="3194581" cy="190821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1B8DA5A-7A27-63A5-AE66-E18718FC1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754" y="1588188"/>
            <a:ext cx="4353845" cy="449048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61B2776-786E-CBCE-45D9-8991DE94DF6D}"/>
              </a:ext>
            </a:extLst>
          </p:cNvPr>
          <p:cNvSpPr txBox="1"/>
          <p:nvPr/>
        </p:nvSpPr>
        <p:spPr>
          <a:xfrm>
            <a:off x="452230" y="2388679"/>
            <a:ext cx="58076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Was </a:t>
            </a:r>
            <a:r>
              <a:rPr lang="en-US" sz="2000" dirty="0" err="1"/>
              <a:t>wird</a:t>
            </a:r>
            <a:r>
              <a:rPr lang="en-US" sz="2000" dirty="0"/>
              <a:t> </a:t>
            </a:r>
            <a:r>
              <a:rPr lang="en-US" sz="2000" dirty="0" err="1"/>
              <a:t>hier</a:t>
            </a:r>
            <a:r>
              <a:rPr lang="en-US" sz="2000" dirty="0"/>
              <a:t> </a:t>
            </a:r>
            <a:r>
              <a:rPr lang="en-US" sz="2000" dirty="0" err="1"/>
              <a:t>diskutiert</a:t>
            </a:r>
            <a:r>
              <a:rPr lang="en-US" sz="2000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Was gut </a:t>
            </a:r>
            <a:r>
              <a:rPr lang="en-US" sz="2000" dirty="0" err="1"/>
              <a:t>gelaufen</a:t>
            </a:r>
            <a:r>
              <a:rPr lang="en-US" sz="2000" dirty="0"/>
              <a:t> </a:t>
            </a:r>
            <a:r>
              <a:rPr lang="en-US" sz="2000" dirty="0" err="1"/>
              <a:t>ist</a:t>
            </a:r>
            <a:r>
              <a:rPr lang="en-US" sz="2000" dirty="0"/>
              <a:t> </a:t>
            </a:r>
            <a:r>
              <a:rPr lang="en-US" sz="2000" dirty="0" err="1"/>
              <a:t>im</a:t>
            </a:r>
            <a:r>
              <a:rPr lang="en-US" sz="2000" dirty="0"/>
              <a:t> Sprint?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Was </a:t>
            </a:r>
            <a:r>
              <a:rPr lang="en-US" sz="2000" dirty="0" err="1"/>
              <a:t>hätte</a:t>
            </a:r>
            <a:r>
              <a:rPr lang="en-US" sz="2000" dirty="0"/>
              <a:t> </a:t>
            </a:r>
            <a:r>
              <a:rPr lang="en-US" sz="2000" dirty="0" err="1"/>
              <a:t>besser</a:t>
            </a:r>
            <a:r>
              <a:rPr lang="en-US" sz="2000" dirty="0"/>
              <a:t> </a:t>
            </a:r>
            <a:r>
              <a:rPr lang="en-US" sz="2000" dirty="0" err="1"/>
              <a:t>laufen</a:t>
            </a:r>
            <a:r>
              <a:rPr lang="en-US" sz="2000" dirty="0"/>
              <a:t> </a:t>
            </a:r>
            <a:r>
              <a:rPr lang="en-US" sz="2000" dirty="0" err="1"/>
              <a:t>können</a:t>
            </a:r>
            <a:r>
              <a:rPr lang="en-US" sz="2000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Welche</a:t>
            </a:r>
            <a:r>
              <a:rPr lang="en-US" sz="2000" dirty="0"/>
              <a:t> </a:t>
            </a:r>
            <a:r>
              <a:rPr lang="en-US" sz="2000" dirty="0" err="1"/>
              <a:t>Maßnahmen</a:t>
            </a:r>
            <a:r>
              <a:rPr lang="en-US" sz="2000" dirty="0"/>
              <a:t> </a:t>
            </a:r>
            <a:r>
              <a:rPr lang="en-US" sz="2000" dirty="0" err="1"/>
              <a:t>zur</a:t>
            </a:r>
            <a:r>
              <a:rPr lang="en-US" sz="2000" dirty="0"/>
              <a:t> </a:t>
            </a:r>
            <a:r>
              <a:rPr lang="en-US" sz="2000" dirty="0" err="1"/>
              <a:t>Verbesserung</a:t>
            </a:r>
            <a:r>
              <a:rPr lang="en-US" sz="2000" dirty="0"/>
              <a:t> </a:t>
            </a:r>
            <a:r>
              <a:rPr lang="en-US" sz="2000" dirty="0" err="1"/>
              <a:t>wollen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im</a:t>
            </a:r>
            <a:r>
              <a:rPr lang="en-US" sz="2000" dirty="0"/>
              <a:t> </a:t>
            </a:r>
            <a:r>
              <a:rPr lang="en-US" sz="2000" dirty="0" err="1"/>
              <a:t>nächsten</a:t>
            </a:r>
            <a:r>
              <a:rPr lang="en-US" sz="2000" dirty="0"/>
              <a:t> Sprint </a:t>
            </a:r>
            <a:r>
              <a:rPr lang="en-US" sz="2000" dirty="0" err="1"/>
              <a:t>umsetzen</a:t>
            </a:r>
            <a:r>
              <a:rPr lang="en-US" sz="2000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Was </a:t>
            </a:r>
            <a:r>
              <a:rPr lang="en-US" sz="2000" dirty="0" err="1"/>
              <a:t>wird</a:t>
            </a:r>
            <a:r>
              <a:rPr lang="en-US" sz="2000" dirty="0"/>
              <a:t> </a:t>
            </a:r>
            <a:r>
              <a:rPr lang="en-US" sz="2000" dirty="0" err="1"/>
              <a:t>rauskommen</a:t>
            </a:r>
            <a:r>
              <a:rPr lang="en-US" sz="2000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Ein Plan </a:t>
            </a:r>
            <a:r>
              <a:rPr lang="en-US" sz="2000" dirty="0" err="1"/>
              <a:t>zur</a:t>
            </a:r>
            <a:r>
              <a:rPr lang="en-US" sz="2000" dirty="0"/>
              <a:t> </a:t>
            </a:r>
            <a:r>
              <a:rPr lang="en-US" sz="2000" dirty="0" err="1"/>
              <a:t>Implementierung</a:t>
            </a:r>
            <a:r>
              <a:rPr lang="en-US" sz="2000" dirty="0"/>
              <a:t> von </a:t>
            </a:r>
            <a:r>
              <a:rPr lang="en-US" sz="2000" dirty="0" err="1"/>
              <a:t>Verbesserungen</a:t>
            </a:r>
            <a:r>
              <a:rPr lang="en-US" sz="2000" dirty="0"/>
              <a:t> </a:t>
            </a:r>
            <a:r>
              <a:rPr lang="en-US" sz="2000" dirty="0" err="1"/>
              <a:t>im</a:t>
            </a:r>
            <a:r>
              <a:rPr lang="en-US" sz="2000" dirty="0"/>
              <a:t> </a:t>
            </a:r>
            <a:r>
              <a:rPr lang="en-US" sz="2000" dirty="0" err="1"/>
              <a:t>nächsten</a:t>
            </a:r>
            <a:r>
              <a:rPr lang="en-US" sz="2000" dirty="0"/>
              <a:t> Sprint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2400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8D21A7D-BF83-8A4E-483B-558B506BE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63" r="1948" b="16785"/>
          <a:stretch/>
        </p:blipFill>
        <p:spPr>
          <a:xfrm>
            <a:off x="937054" y="970005"/>
            <a:ext cx="10089995" cy="491798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76FA0B2-574E-6FE5-9A2C-5FC6C302887A}"/>
              </a:ext>
            </a:extLst>
          </p:cNvPr>
          <p:cNvSpPr txBox="1"/>
          <p:nvPr/>
        </p:nvSpPr>
        <p:spPr>
          <a:xfrm>
            <a:off x="0" y="6598853"/>
            <a:ext cx="80927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Quelle: https://hygger.io/guides/wp-content/uploads/2021/02/sprint.jpg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9649BE9-779F-F54E-13A4-0F153873973C}"/>
              </a:ext>
            </a:extLst>
          </p:cNvPr>
          <p:cNvSpPr txBox="1"/>
          <p:nvPr/>
        </p:nvSpPr>
        <p:spPr>
          <a:xfrm>
            <a:off x="937054" y="259147"/>
            <a:ext cx="7710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SCRUM EVENTS</a:t>
            </a:r>
          </a:p>
        </p:txBody>
      </p:sp>
    </p:spTree>
    <p:extLst>
      <p:ext uri="{BB962C8B-B14F-4D97-AF65-F5344CB8AC3E}">
        <p14:creationId xmlns:p14="http://schemas.microsoft.com/office/powerpoint/2010/main" val="4116009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E454B-88EB-1E18-2F12-3EF97B4B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78" y="62470"/>
            <a:ext cx="10515600" cy="763931"/>
          </a:xfrm>
        </p:spPr>
        <p:txBody>
          <a:bodyPr>
            <a:normAutofit/>
          </a:bodyPr>
          <a:lstStyle/>
          <a:p>
            <a:r>
              <a:rPr lang="en-US" sz="2800" dirty="0"/>
              <a:t>SCRUM ARTEFAKTE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BA10F96-041F-87D4-CC14-01F0F52849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604" r="778" b="14234"/>
          <a:stretch/>
        </p:blipFill>
        <p:spPr>
          <a:xfrm>
            <a:off x="1527356" y="1130709"/>
            <a:ext cx="9137288" cy="459658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1FC7B16-3A21-5EA0-957D-50064B7F2CD0}"/>
              </a:ext>
            </a:extLst>
          </p:cNvPr>
          <p:cNvSpPr txBox="1"/>
          <p:nvPr/>
        </p:nvSpPr>
        <p:spPr>
          <a:xfrm>
            <a:off x="0" y="6518531"/>
            <a:ext cx="9579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Quelle: https://nira.com/wp-content/uploads/2019/11/Nov20_ScrumArtifacts_1_@2x.png</a:t>
            </a:r>
          </a:p>
        </p:txBody>
      </p:sp>
    </p:spTree>
    <p:extLst>
      <p:ext uri="{BB962C8B-B14F-4D97-AF65-F5344CB8AC3E}">
        <p14:creationId xmlns:p14="http://schemas.microsoft.com/office/powerpoint/2010/main" val="2143586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4EF9208-497A-35DB-DB7D-E82318906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29995"/>
            <a:ext cx="10905066" cy="53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6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84A24F-9DFA-A3A3-DB70-95CEA638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SCRUM ROLLE-SPIEL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Internet Silhouette">
            <a:extLst>
              <a:ext uri="{FF2B5EF4-FFF2-40B4-BE49-F238E27FC236}">
                <a16:creationId xmlns:a16="http://schemas.microsoft.com/office/drawing/2014/main" id="{F8FC2F79-A909-47B1-B633-058EC4317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3366" y="364143"/>
            <a:ext cx="3426462" cy="3426462"/>
          </a:xfrm>
          <a:prstGeom prst="rect">
            <a:avLst/>
          </a:prstGeom>
        </p:spPr>
      </p:pic>
      <p:pic>
        <p:nvPicPr>
          <p:cNvPr id="7" name="Grafik 6" descr="Prost mit einfarbiger Füllung">
            <a:extLst>
              <a:ext uri="{FF2B5EF4-FFF2-40B4-BE49-F238E27FC236}">
                <a16:creationId xmlns:a16="http://schemas.microsoft.com/office/drawing/2014/main" id="{333C0967-6FC1-5686-7B8A-C5B052645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2430" y="364142"/>
            <a:ext cx="3426462" cy="342646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A48664A-CF51-2594-F5D5-8F01238AF28C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Unser </a:t>
            </a:r>
            <a:r>
              <a:rPr lang="en-US" dirty="0" err="1"/>
              <a:t>Projekt</a:t>
            </a:r>
            <a:r>
              <a:rPr lang="en-US" dirty="0"/>
              <a:t>: Website </a:t>
            </a:r>
            <a:r>
              <a:rPr lang="en-US" dirty="0" err="1"/>
              <a:t>erstellen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Anforderungen</a:t>
            </a:r>
            <a:r>
              <a:rPr lang="en-US" dirty="0"/>
              <a:t>: </a:t>
            </a:r>
            <a:r>
              <a:rPr lang="en-US" dirty="0" err="1"/>
              <a:t>Startseite</a:t>
            </a:r>
            <a:r>
              <a:rPr lang="en-US" dirty="0"/>
              <a:t>, </a:t>
            </a:r>
            <a:r>
              <a:rPr lang="en-US" dirty="0" err="1"/>
              <a:t>Kontaktformular</a:t>
            </a:r>
            <a:r>
              <a:rPr lang="en-US" dirty="0"/>
              <a:t>, Blog, </a:t>
            </a:r>
            <a:r>
              <a:rPr lang="en-US" dirty="0" err="1"/>
              <a:t>Benutzerregistrierung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Aufgaben</a:t>
            </a:r>
            <a:r>
              <a:rPr lang="en-US" dirty="0"/>
              <a:t>: Design der </a:t>
            </a:r>
            <a:r>
              <a:rPr lang="en-US" dirty="0" err="1"/>
              <a:t>Startseite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 des </a:t>
            </a:r>
            <a:r>
              <a:rPr lang="en-US" dirty="0" err="1"/>
              <a:t>Kontaktformulars</a:t>
            </a:r>
            <a:r>
              <a:rPr lang="en-US" dirty="0"/>
              <a:t>, </a:t>
            </a:r>
            <a:r>
              <a:rPr lang="en-US" dirty="0" err="1"/>
              <a:t>Einrichtung</a:t>
            </a:r>
            <a:r>
              <a:rPr lang="en-US" dirty="0"/>
              <a:t> des Blogs, </a:t>
            </a:r>
            <a:r>
              <a:rPr lang="en-US" dirty="0" err="1"/>
              <a:t>Entwicklung</a:t>
            </a:r>
            <a:r>
              <a:rPr lang="en-US" dirty="0"/>
              <a:t> der </a:t>
            </a:r>
            <a:r>
              <a:rPr lang="en-US" dirty="0" err="1"/>
              <a:t>Benutzerregistrierung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754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619E8D9-529C-9D25-9CED-F786EB95C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546" y="214279"/>
            <a:ext cx="3651821" cy="25117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2834910-A85A-79BA-BF80-464104552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13" y="3465513"/>
            <a:ext cx="566977" cy="131685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C59632C-2001-F099-DAC5-30A8B9056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589" y="3301543"/>
            <a:ext cx="2480449" cy="164478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7AA1155-68A2-CB66-BCDA-C47AF7D16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964" y="3483491"/>
            <a:ext cx="682448" cy="122239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E309EE2-46AF-79FB-0EBF-F7B7DB368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4922" y="3210569"/>
            <a:ext cx="2029101" cy="104894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AFC97C0-5022-551D-6F75-D88D8E0480DB}"/>
              </a:ext>
            </a:extLst>
          </p:cNvPr>
          <p:cNvSpPr txBox="1"/>
          <p:nvPr/>
        </p:nvSpPr>
        <p:spPr>
          <a:xfrm>
            <a:off x="5899830" y="4758943"/>
            <a:ext cx="248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Scrum Master: Lukas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1CFEC70-A818-0AF1-E818-34F0833A79A0}"/>
              </a:ext>
            </a:extLst>
          </p:cNvPr>
          <p:cNvSpPr txBox="1"/>
          <p:nvPr/>
        </p:nvSpPr>
        <p:spPr>
          <a:xfrm>
            <a:off x="8744027" y="4758943"/>
            <a:ext cx="266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Stakeholder: Aaron</a:t>
            </a:r>
          </a:p>
        </p:txBody>
      </p:sp>
    </p:spTree>
    <p:extLst>
      <p:ext uri="{BB962C8B-B14F-4D97-AF65-F5344CB8AC3E}">
        <p14:creationId xmlns:p14="http://schemas.microsoft.com/office/powerpoint/2010/main" val="1562897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D20E3-7903-837D-E27A-175711CB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Quelle: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72467A2-5B3D-ECBE-D2A5-498F0E03E427}"/>
              </a:ext>
            </a:extLst>
          </p:cNvPr>
          <p:cNvSpPr txBox="1"/>
          <p:nvPr/>
        </p:nvSpPr>
        <p:spPr>
          <a:xfrm>
            <a:off x="653143" y="1491343"/>
            <a:ext cx="144235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https://www.bgait.com/wp-content/uploads/2021/04/agile-scrum-bgait-2.jpg</a:t>
            </a:r>
            <a:endParaRPr lang="en-US" dirty="0"/>
          </a:p>
          <a:p>
            <a:r>
              <a:rPr lang="en-US" dirty="0">
                <a:hlinkClick r:id="rId3"/>
              </a:rPr>
              <a:t>https://hygger.io/guides/wp-content/uploads/2021/02/sprint.jpg</a:t>
            </a:r>
            <a:endParaRPr lang="en-US" dirty="0"/>
          </a:p>
          <a:p>
            <a:r>
              <a:rPr lang="en-US" dirty="0">
                <a:hlinkClick r:id="rId4"/>
              </a:rPr>
              <a:t>https://nira.com/wp-content/uploads/2019/11/Nov20_ScrumArtifacts_1_@2x.png</a:t>
            </a:r>
            <a:endParaRPr lang="en-US" dirty="0"/>
          </a:p>
          <a:p>
            <a:r>
              <a:rPr lang="en-US" dirty="0">
                <a:hlinkClick r:id="rId5"/>
              </a:rPr>
              <a:t>https://tecno-simple.com/wp-content/uploads/2021/03/Que-es-scrum.jpg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89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g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8Wd3L3nBOhMqpg2RZXFtFUFAAAAAAADAAAAAwADAAAAAQADAAIA////////BAAAAAMAEAALNIo+IkkFY0yP036GDlSOHA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NgLAAAAAAAAAAAAACAB////////////////AAAA////////////////BAAAAAMA////////BAAAAAMA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CAEDAAAAAwD///////8lAAZMaW5rZWRTaGFwZVByZXNlbnRhdGlvblNldHRpbmdzRGF0YV8wBQAAAAEABAAAAAAABAAAAAIABAAAAAAA////////BAAAAAAA////////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MWd3L3nBOhMqpg2RZXFtFUDRGF0YQAbAAAABExpbmtlZFNoYXBlRGF0YQAFAAAAAAACTmFtZQAZAAAATGlua2VkU2hhcGVzRGF0YVByb3BlcnR5ABBWZXJzaW9uAAAAAAAJTGFzdFdyaXRlAJyrSlCTAQAAAAEA/////8YAxgAAAAVfaWQAEAAAAAQ0ij4iSQVjTI/TfoYOVI4cA0RhdGEAUwAAAAhQcmVzZW50YXRpb25TY2FubmVkRm9yTGlua2VkU2hhcGVzAAECTnVtYmVyRm9ybWF0U2VwYXJhdG9yTW9kZQAKAAAAQXV0b21hdGljAAACTmFtZQAkAAAATGlua2VkU2hhcGVQcmVzZW50YXRpb25TZXR0aW5nc0RhdGEAEFZlcnNpb24AAAAAAAlMYXN0V3JpdGUAqqxKUJM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PresentationFormat>Breitbild</PresentationFormat>
  <Paragraphs>115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</vt:lpstr>
      <vt:lpstr>PowerPoint-Präsentation</vt:lpstr>
      <vt:lpstr>Warum Scrum?</vt:lpstr>
      <vt:lpstr>Was ist Scrum?</vt:lpstr>
      <vt:lpstr>PowerPoint-Präsentation</vt:lpstr>
      <vt:lpstr>Scrum – Drei Perspektive</vt:lpstr>
      <vt:lpstr>Produktperspektive und Product Owner (1)</vt:lpstr>
      <vt:lpstr>Produktperspektive und Product Owner (2)</vt:lpstr>
      <vt:lpstr>Produktperspektive und Product Owner (3)</vt:lpstr>
      <vt:lpstr>Produktperspektive und Product Owner (4)</vt:lpstr>
      <vt:lpstr>Entwicklungsperspektive und Entwickler (1)</vt:lpstr>
      <vt:lpstr>Entwicklungsperspektive und Entwickler (2)</vt:lpstr>
      <vt:lpstr>Entwicklungsperspektive und Entwickler (3)</vt:lpstr>
      <vt:lpstr>Entwicklungsperspektive und Entwickler (4)</vt:lpstr>
      <vt:lpstr>Verbesserungsperspektive und Scrum Master (1)</vt:lpstr>
      <vt:lpstr>Verbesserungsperspektive und Scrum Master (2)</vt:lpstr>
      <vt:lpstr>Verbesserungsperspektive und Scrum Master (3)</vt:lpstr>
      <vt:lpstr>Verbesserungsperspektive und Scrum Master (4)</vt:lpstr>
      <vt:lpstr>Verbesserungsperspektive und Scrum Master (5)</vt:lpstr>
      <vt:lpstr>PowerPoint-Präsentation</vt:lpstr>
      <vt:lpstr>SCRUM ARTEFAKTE</vt:lpstr>
      <vt:lpstr>PowerPoint-Präsentation</vt:lpstr>
      <vt:lpstr>SCRUM ROLLE-SPIEL</vt:lpstr>
      <vt:lpstr>PowerPoint-Präsentation</vt:lpstr>
      <vt:lpstr>Quelle: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Duong, Thi Quynh Nhi  SH/HZA-HAADD</dc:creator>
  <cp:lastModifiedBy>Duong, Thi Quynh Nhi  SH/HZA-HAADD</cp:lastModifiedBy>
  <cp:revision>1</cp:revision>
  <dcterms:created xsi:type="dcterms:W3CDTF">2024-11-21T19:54:51Z</dcterms:created>
  <dcterms:modified xsi:type="dcterms:W3CDTF">2024-11-23T19:57:22Z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2024-11-21T19:55:11Z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d583df14-7e7b-4077-8d64-d0c2e4649fc0</vt:lpwstr>
  </property>
  <property fmtid="{D5CDD505-2E9C-101B-9397-08002B2CF9AE}" pid="8" name="MSIP_Label_f33c2d95-ffb8-4f09-8d49-eacb0a6220f7_ContentBits">
    <vt:lpwstr>2</vt:lpwstr>
  </property>
  <property fmtid="{D5CDD505-2E9C-101B-9397-08002B2CF9AE}" pid="9" name="ClassificationContentMarkingFooterLocations">
    <vt:lpwstr>Office:8</vt:lpwstr>
  </property>
  <property fmtid="{D5CDD505-2E9C-101B-9397-08002B2CF9AE}" pid="10" name="ClassificationContentMarkingFooterText">
    <vt:lpwstr>INTERNAL</vt:lpwstr>
  </property>
</Properties>
</file>