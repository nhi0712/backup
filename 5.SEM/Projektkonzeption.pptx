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heme/theme2.xml" ContentType="application/vnd.openxmlformats-officedocument.theme+xml"/>
  <Override PartName="/ppt/tags/tag2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99" r:id="rId5"/>
  </p:sldMasterIdLst>
  <p:notesMasterIdLst>
    <p:notesMasterId r:id="rId9"/>
  </p:notesMasterIdLst>
  <p:sldIdLst>
    <p:sldId id="2147479702" r:id="rId6"/>
    <p:sldId id="2147479709" r:id="rId7"/>
    <p:sldId id="2147479708" r:id="rId8"/>
  </p:sldIdLst>
  <p:sldSz cx="12192000" cy="6858000"/>
  <p:notesSz cx="6858000" cy="9144000"/>
  <p:custDataLst>
    <p:tags r:id="rId1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C9C0"/>
    <a:srgbClr val="EBEBEB"/>
    <a:srgbClr val="F1F1F1"/>
    <a:srgbClr val="CB0B15"/>
    <a:srgbClr val="878787"/>
    <a:srgbClr val="FFFFFF"/>
    <a:srgbClr val="E79278"/>
    <a:srgbClr val="619685"/>
    <a:srgbClr val="C6E6EB"/>
    <a:srgbClr val="B74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783" autoAdjust="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>
        <p:scale>
          <a:sx n="51" d="100"/>
          <a:sy n="51" d="100"/>
        </p:scale>
        <p:origin x="1676" y="3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0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634E831E-8B63-4B27-BCCD-CDC3ECCA12BE}" type="datetimeFigureOut">
              <a:rPr lang="en-US"/>
              <a:pPr/>
              <a:t>9/1/2026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Mastertextformat bearbeiten</a:t>
            </a:r>
          </a:p>
          <a:p>
            <a:pPr marL="172800" lvl="1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</a:pPr>
            <a:r>
              <a:rPr lang="de-DE" dirty="0"/>
              <a:t>Zweite Ebene</a:t>
            </a:r>
          </a:p>
          <a:p>
            <a:pPr marL="345600" lvl="2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</a:pPr>
            <a:r>
              <a:rPr lang="de-DE" dirty="0"/>
              <a:t>Dritte Ebene</a:t>
            </a:r>
          </a:p>
          <a:p>
            <a:pPr marL="540000" lvl="3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</a:pPr>
            <a:r>
              <a:rPr lang="de-DE" dirty="0"/>
              <a:t>Vierte Ebene</a:t>
            </a:r>
          </a:p>
          <a:p>
            <a:pPr marL="540000" lvl="3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</a:pPr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2E5C2DE7-CEC4-4B6E-A52D-058455C2E41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097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172800" indent="-172800" algn="l" defTabSz="914400" rtl="0" eaLnBrk="1" latinLnBrk="0" hangingPunct="1">
      <a:spcBef>
        <a:spcPts val="600"/>
      </a:spcBef>
      <a:buClr>
        <a:schemeClr val="accent1"/>
      </a:buClr>
      <a:buFont typeface="Arial" panose="020B0604020202020204" pitchFamily="34" charset="0"/>
      <a:buChar char="•"/>
      <a:defRPr lang="de-DE" sz="800" kern="1200" dirty="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800" kern="1200" dirty="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US" sz="800" kern="1200" dirty="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zh-SG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C2DE7-CEC4-4B6E-A52D-058455C2E417}" type="slidenum">
              <a:rPr lang="en-GB" altLang="zh-SG"/>
              <a:pPr/>
              <a:t>1</a:t>
            </a:fld>
            <a:endParaRPr lang="en-GB" altLang="zh-SG" dirty="0"/>
          </a:p>
        </p:txBody>
      </p:sp>
    </p:spTree>
    <p:extLst>
      <p:ext uri="{BB962C8B-B14F-4D97-AF65-F5344CB8AC3E}">
        <p14:creationId xmlns:p14="http://schemas.microsoft.com/office/powerpoint/2010/main" val="222805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zh-SG" sz="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C2DE7-CEC4-4B6E-A52D-058455C2E417}" type="slidenum">
              <a:rPr lang="en-GB" altLang="zh-SG"/>
              <a:pPr/>
              <a:t>2</a:t>
            </a:fld>
            <a:endParaRPr lang="en-GB" altLang="zh-SG" dirty="0"/>
          </a:p>
        </p:txBody>
      </p:sp>
    </p:spTree>
    <p:extLst>
      <p:ext uri="{BB962C8B-B14F-4D97-AF65-F5344CB8AC3E}">
        <p14:creationId xmlns:p14="http://schemas.microsoft.com/office/powerpoint/2010/main" val="2199005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zh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C2DE7-CEC4-4B6E-A52D-058455C2E417}" type="slidenum">
              <a:rPr lang="en-GB" altLang="zh-SG"/>
              <a:pPr/>
              <a:t>3</a:t>
            </a:fld>
            <a:endParaRPr lang="en-GB" altLang="zh-SG" dirty="0"/>
          </a:p>
        </p:txBody>
      </p:sp>
    </p:spTree>
    <p:extLst>
      <p:ext uri="{BB962C8B-B14F-4D97-AF65-F5344CB8AC3E}">
        <p14:creationId xmlns:p14="http://schemas.microsoft.com/office/powerpoint/2010/main" val="3124120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2.sv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|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EE48568-44D8-50E6-466E-547DF23D1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775" y="4112613"/>
            <a:ext cx="11016574" cy="792000"/>
          </a:xfrm>
        </p:spPr>
        <p:txBody>
          <a:bodyPr anchor="b"/>
          <a:lstStyle>
            <a:lvl1pPr algn="l">
              <a:lnSpc>
                <a:spcPct val="100000"/>
              </a:lnSpc>
              <a:defRPr sz="2800" b="0"/>
            </a:lvl1pPr>
          </a:lstStyle>
          <a:p>
            <a:r>
              <a:rPr lang="en-US" altLang="zh-SG"/>
              <a:t>Click to edit Master title style</a:t>
            </a:r>
            <a:endParaRPr lang="de-DE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B3C73EA-593C-22D6-FBA0-BA75DF7E87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775" y="5192613"/>
            <a:ext cx="11016574" cy="864184"/>
          </a:xfrm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1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</a:t>
            </a:r>
          </a:p>
          <a:p>
            <a:r>
              <a:rPr lang="en-US" dirty="0"/>
              <a:t>Month YYYY</a:t>
            </a:r>
          </a:p>
          <a:p>
            <a:r>
              <a:rPr lang="en-US" dirty="0"/>
              <a:t>Location / Channel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049E87-352A-6A4D-872A-38E661BA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88832"/>
            <a:ext cx="625478" cy="123111"/>
          </a:xfrm>
        </p:spPr>
        <p:txBody>
          <a:bodyPr/>
          <a:lstStyle/>
          <a:p>
            <a:r>
              <a:rPr lang="en-US"/>
              <a:t>March 2025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28419D-8FE8-7304-5834-21A35EE7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88832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929F9C-A534-7E25-A3D8-48191549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88832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EDF944B-DBF6-16A9-ACD1-78DB34F2C205}"/>
              </a:ext>
            </a:extLst>
          </p:cNvPr>
          <p:cNvSpPr>
            <a:spLocks noGrp="1"/>
          </p:cNvSpPr>
          <p:nvPr>
            <p:ph type="pic" sz="quarter" idx="13" hasCustomPrompt="1"/>
            <p:custDataLst>
              <p:tags r:id="rId1"/>
            </p:custDataLst>
          </p:nvPr>
        </p:nvSpPr>
        <p:spPr>
          <a:xfrm>
            <a:off x="0" y="836613"/>
            <a:ext cx="12192000" cy="2880001"/>
          </a:xfrm>
          <a:solidFill>
            <a:srgbClr val="E3E3E3"/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icon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1CE1CC6-6F06-D7E5-DCD8-450A164DA97F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629775" y="3590613"/>
            <a:ext cx="2106000" cy="234000"/>
          </a:xfrm>
          <a:solidFill>
            <a:srgbClr val="00893D"/>
          </a:solidFill>
        </p:spPr>
        <p:txBody>
          <a:bodyPr/>
          <a:lstStyle>
            <a:lvl1pPr>
              <a:defRPr sz="100">
                <a:solidFill>
                  <a:srgbClr val="00893D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F1F146A-4D91-744D-C68E-D304E010A6D5}"/>
              </a:ext>
            </a:extLst>
          </p:cNvPr>
          <p:cNvSpPr/>
          <p:nvPr/>
        </p:nvSpPr>
        <p:spPr>
          <a:xfrm>
            <a:off x="4440477" y="6523922"/>
            <a:ext cx="7272098" cy="1231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5B8CDE0-1C55-A692-641F-226CB56DF0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92526" y="6337101"/>
            <a:ext cx="1620000" cy="187524"/>
          </a:xfrm>
          <a:prstGeom prst="rect">
            <a:avLst/>
          </a:prstGeom>
        </p:spPr>
      </p:pic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952B1B6F-E149-BD5D-9D2B-BA595168224B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816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16="http://schemas.microsoft.com/office/drawing/2014/main" xmlns="">
      <p:transition spd="med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| 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EE48568-44D8-50E6-466E-547DF23D1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7666" y="3357000"/>
            <a:ext cx="3484911" cy="1193387"/>
          </a:xfrm>
        </p:spPr>
        <p:txBody>
          <a:bodyPr anchor="t"/>
          <a:lstStyle>
            <a:lvl1pPr algn="l">
              <a:lnSpc>
                <a:spcPct val="100000"/>
              </a:lnSpc>
              <a:defRPr sz="2800" b="0"/>
            </a:lvl1pPr>
          </a:lstStyle>
          <a:p>
            <a:r>
              <a:rPr lang="en-US" altLang="zh-SG"/>
              <a:t>Click to edit Master title style</a:t>
            </a:r>
            <a:endParaRPr lang="de-DE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B3C73EA-593C-22D6-FBA0-BA75DF7E87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227666" y="4879910"/>
            <a:ext cx="3484909" cy="583090"/>
          </a:xfrm>
        </p:spPr>
        <p:txBody>
          <a:bodyPr bIns="144000" anchor="b"/>
          <a:lstStyle>
            <a:lvl1pPr marL="0" indent="0" algn="l">
              <a:spcBef>
                <a:spcPts val="0"/>
              </a:spcBef>
              <a:buNone/>
              <a:defRPr sz="1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/ Month YYYY</a:t>
            </a:r>
          </a:p>
          <a:p>
            <a:r>
              <a:rPr lang="en-US" dirty="0"/>
              <a:t>Location / Channel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049E87-352A-6A4D-872A-38E661BA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88832"/>
            <a:ext cx="625478" cy="123111"/>
          </a:xfrm>
        </p:spPr>
        <p:txBody>
          <a:bodyPr/>
          <a:lstStyle/>
          <a:p>
            <a:r>
              <a:rPr lang="en-US"/>
              <a:t>March 2025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28419D-8FE8-7304-5834-21A35EE7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88832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929F9C-A534-7E25-A3D8-48191549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88832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13EB81D-D70D-3D96-48AD-DF7B947B5D1D}"/>
              </a:ext>
            </a:extLst>
          </p:cNvPr>
          <p:cNvSpPr/>
          <p:nvPr/>
        </p:nvSpPr>
        <p:spPr>
          <a:xfrm>
            <a:off x="7751763" y="6504892"/>
            <a:ext cx="3960811" cy="165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EDF944B-DBF6-16A9-ACD1-78DB34F2C20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577"/>
            <a:ext cx="7751764" cy="6858000"/>
          </a:xfrm>
          <a:solidFill>
            <a:srgbClr val="E3E3E3"/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icon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1CE1CC6-6F06-D7E5-DCD8-450A164DA97F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7633426" y="3357000"/>
            <a:ext cx="234000" cy="2106000"/>
          </a:xfrm>
          <a:solidFill>
            <a:srgbClr val="00893D"/>
          </a:solidFill>
        </p:spPr>
        <p:txBody>
          <a:bodyPr/>
          <a:lstStyle>
            <a:lvl1pPr>
              <a:defRPr sz="100">
                <a:solidFill>
                  <a:srgbClr val="00893D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5B8CDE0-1C55-A692-641F-226CB56DF0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2526" y="6337101"/>
            <a:ext cx="1620000" cy="187524"/>
          </a:xfrm>
          <a:prstGeom prst="rect">
            <a:avLst/>
          </a:prstGeom>
        </p:spPr>
      </p:pic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6981DCB9-24B0-27F6-D959-DC9EF6AF73F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3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umber">
            <a:extLst>
              <a:ext uri="{FF2B5EF4-FFF2-40B4-BE49-F238E27FC236}">
                <a16:creationId xmlns:a16="http://schemas.microsoft.com/office/drawing/2014/main" id="{4D7E2CD3-2954-CD10-B150-9D1B569E91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856660"/>
            <a:ext cx="12192000" cy="3934539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70000" b="1">
                <a:solidFill>
                  <a:srgbClr val="C9DAD4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defRPr>
            </a:lvl1pPr>
            <a:lvl2pPr algn="r">
              <a:defRPr sz="70000"/>
            </a:lvl2pPr>
            <a:lvl3pPr algn="r">
              <a:defRPr sz="70000"/>
            </a:lvl3pPr>
            <a:lvl4pPr algn="r">
              <a:defRPr sz="70000"/>
            </a:lvl4pPr>
            <a:lvl5pPr algn="r">
              <a:defRPr sz="70000"/>
            </a:lvl5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3123F-7395-C3CA-E0AD-5051FCB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00" y="2787506"/>
            <a:ext cx="9629775" cy="1661993"/>
          </a:xfrm>
        </p:spPr>
        <p:txBody>
          <a:bodyPr/>
          <a:lstStyle>
            <a:lvl1pPr>
              <a:defRPr sz="5400">
                <a:solidFill>
                  <a:schemeClr val="dk2"/>
                </a:solidFill>
              </a:defRPr>
            </a:lvl1pPr>
          </a:lstStyle>
          <a:p>
            <a:r>
              <a:rPr lang="en-US" altLang="zh-SG"/>
              <a:t>Click to edit Master title style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39537-1D30-AEF7-E049-F4A9E5A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en-US"/>
              <a:t>March 2025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88713F-EE77-7EEF-7417-3D2FC4EC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C74595-52D4-CB11-2083-2D233930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5A09FEA6-3028-1D22-BBFA-F13C4ED124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7799" y="1447800"/>
            <a:ext cx="5220000" cy="1242938"/>
          </a:xfrm>
        </p:spPr>
        <p:txBody>
          <a:bodyPr wrap="none" anchor="b"/>
          <a:lstStyle>
            <a:lvl1pPr>
              <a:defRPr sz="2400" b="1" cap="none" baseline="0">
                <a:solidFill>
                  <a:srgbClr val="A8A8A8"/>
                </a:solidFill>
              </a:defRPr>
            </a:lvl1pPr>
          </a:lstStyle>
          <a:p>
            <a:pPr lvl="0"/>
            <a:r>
              <a:rPr lang="de-DE" dirty="0"/>
              <a:t>Topic # (optional)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90B497D3-40E6-112D-73AC-9B2A4FF2BBDF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90FAA563-D514-492E-CB17-0EBF5636BFC7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50B44409-99CD-4263-E4A7-C3D7CE59BCCC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63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| Carbon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3716EB2-9025-C60D-8D22-073E2FFBFD23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 dirty="0">
              <a:solidFill>
                <a:srgbClr val="000000"/>
              </a:solidFill>
              <a:latin typeface="Noto Sans" panose="020B0502040504020204" pitchFamily="34" charset="0"/>
            </a:endParaRPr>
          </a:p>
        </p:txBody>
      </p:sp>
      <p:sp>
        <p:nvSpPr>
          <p:cNvPr id="10" name="Number">
            <a:extLst>
              <a:ext uri="{FF2B5EF4-FFF2-40B4-BE49-F238E27FC236}">
                <a16:creationId xmlns:a16="http://schemas.microsoft.com/office/drawing/2014/main" id="{4D7E2CD3-2954-CD10-B150-9D1B569E91C0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0" y="1856660"/>
            <a:ext cx="12192000" cy="3934539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70000" b="1">
                <a:solidFill>
                  <a:srgbClr val="B0C9C0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defRPr>
            </a:lvl1pPr>
            <a:lvl2pPr algn="r">
              <a:defRPr sz="70000"/>
            </a:lvl2pPr>
            <a:lvl3pPr algn="r">
              <a:defRPr sz="70000"/>
            </a:lvl3pPr>
            <a:lvl4pPr algn="r">
              <a:defRPr sz="70000"/>
            </a:lvl4pPr>
            <a:lvl5pPr algn="r">
              <a:defRPr sz="70000"/>
            </a:lvl5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3123F-7395-C3CA-E0AD-5051FCB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00" y="2787506"/>
            <a:ext cx="9629775" cy="1661993"/>
          </a:xfrm>
        </p:spPr>
        <p:txBody>
          <a:bodyPr/>
          <a:lstStyle>
            <a:lvl1pPr>
              <a:defRPr sz="5400">
                <a:solidFill>
                  <a:schemeClr val="dk2"/>
                </a:solidFill>
              </a:defRPr>
            </a:lvl1pPr>
          </a:lstStyle>
          <a:p>
            <a:r>
              <a:rPr lang="en-US" altLang="zh-SG"/>
              <a:t>Click to edit Master title style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39537-1D30-AEF7-E049-F4A9E5A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en-US"/>
              <a:t>March 2025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88713F-EE77-7EEF-7417-3D2FC4EC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C74595-52D4-CB11-2083-2D233930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5A09FEA6-3028-1D22-BBFA-F13C4ED124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7800" y="1447800"/>
            <a:ext cx="5220000" cy="1242938"/>
          </a:xfrm>
        </p:spPr>
        <p:txBody>
          <a:bodyPr wrap="none" anchor="b"/>
          <a:lstStyle>
            <a:lvl1pPr>
              <a:defRPr sz="2400" b="1" cap="none" baseline="0">
                <a:solidFill>
                  <a:srgbClr val="A8A8A8"/>
                </a:solidFill>
              </a:defRPr>
            </a:lvl1pPr>
          </a:lstStyle>
          <a:p>
            <a:pPr lvl="0"/>
            <a:r>
              <a:rPr lang="de-DE" dirty="0"/>
              <a:t>Topic # (optional)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90B497D3-40E6-112D-73AC-9B2A4FF2BBDF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>
            <a:solidFill>
              <a:srgbClr val="6196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E607342D-0C7B-8520-0879-637463872D8C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>
            <a:solidFill>
              <a:srgbClr val="95B7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87CE385E-BE30-6D63-24AB-F7CD8088B82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872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-Section Header | Carbon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3716EB2-9025-C60D-8D22-073E2FFBFD23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 dirty="0">
              <a:solidFill>
                <a:srgbClr val="000000"/>
              </a:solidFill>
              <a:latin typeface="Noto Sans" panose="020B0502040504020204" pitchFamily="34" charset="0"/>
            </a:endParaRPr>
          </a:p>
        </p:txBody>
      </p:sp>
      <p:sp>
        <p:nvSpPr>
          <p:cNvPr id="12" name="Number">
            <a:extLst>
              <a:ext uri="{FF2B5EF4-FFF2-40B4-BE49-F238E27FC236}">
                <a16:creationId xmlns:a16="http://schemas.microsoft.com/office/drawing/2014/main" id="{94BFC9A3-C93C-90E9-D177-AA22DCFD0B7D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3848993" y="6182049"/>
            <a:ext cx="8343007" cy="1666418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30000" b="1">
                <a:solidFill>
                  <a:srgbClr val="B0C9C0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defRPr>
            </a:lvl1pPr>
            <a:lvl2pPr algn="r">
              <a:defRPr sz="70000"/>
            </a:lvl2pPr>
            <a:lvl3pPr algn="r">
              <a:defRPr sz="70000"/>
            </a:lvl3pPr>
            <a:lvl4pPr algn="r">
              <a:defRPr sz="70000"/>
            </a:lvl4pPr>
            <a:lvl5pPr algn="r">
              <a:defRPr sz="70000"/>
            </a:lvl5pPr>
          </a:lstStyle>
          <a:p>
            <a:pPr lvl="0"/>
            <a:r>
              <a:rPr lang="de-DE" dirty="0"/>
              <a:t>#.#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3123F-7395-C3CA-E0AD-5051FCB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00" y="2787506"/>
            <a:ext cx="9629775" cy="1661993"/>
          </a:xfrm>
        </p:spPr>
        <p:txBody>
          <a:bodyPr/>
          <a:lstStyle>
            <a:lvl1pPr>
              <a:defRPr sz="5400">
                <a:solidFill>
                  <a:schemeClr val="dk2"/>
                </a:solidFill>
              </a:defRPr>
            </a:lvl1pPr>
          </a:lstStyle>
          <a:p>
            <a:r>
              <a:rPr lang="en-US" altLang="zh-SG"/>
              <a:t>Click to edit Master title style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39537-1D30-AEF7-E049-F4A9E5A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en-US"/>
              <a:t>March 2025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88713F-EE77-7EEF-7417-3D2FC4EC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C74595-52D4-CB11-2083-2D233930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5A09FEA6-3028-1D22-BBFA-F13C4ED124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7800" y="1447800"/>
            <a:ext cx="5220000" cy="1242938"/>
          </a:xfrm>
        </p:spPr>
        <p:txBody>
          <a:bodyPr wrap="none" anchor="b"/>
          <a:lstStyle>
            <a:lvl1pPr>
              <a:defRPr sz="2400" b="1" cap="none" baseline="0">
                <a:solidFill>
                  <a:srgbClr val="A8A8A8"/>
                </a:solidFill>
              </a:defRPr>
            </a:lvl1pPr>
          </a:lstStyle>
          <a:p>
            <a:pPr lvl="0"/>
            <a:r>
              <a:rPr lang="de-DE" dirty="0"/>
              <a:t>Topic # (optional)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90B497D3-40E6-112D-73AC-9B2A4FF2BBDF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E607342D-0C7B-8520-0879-637463872D8C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87CE385E-BE30-6D63-24AB-F7CD8088B82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28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CC3346A-DE07-7BFF-EEC9-FFA259A0A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2025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B86A55F-21D9-168D-92F2-91A935A4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263661-E5FB-09ED-FE17-C777F76DC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563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st Headlin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18A2D4D-3EBD-ACEB-DE33-22542A0BA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/>
              <a:t>Click to edit Master title style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082BEC0-E5EA-63F2-DBE4-6BC4FA9CD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2025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3311B00-3E3E-6CE6-0822-36154CC6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556E01-27D2-C56C-4B02-3C76BD3BD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68382814-9A79-F736-ADBE-7FE811FDAD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20336019-F854-364F-9FAC-6BBFF9F1CE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3204963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F92A341-AE59-7317-A60B-4FE47E5C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/>
              <a:t>Click to edit Master title style</a:t>
            </a:r>
            <a:endParaRPr lang="de-DE" dirty="0"/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9A3494C0-7E36-FAB6-E218-DAF4BB14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5" y="1340580"/>
            <a:ext cx="11233150" cy="4824807"/>
          </a:xfrm>
        </p:spPr>
        <p:txBody>
          <a:bodyPr/>
          <a:lstStyle>
            <a:lvl3pPr marL="345600" indent="-172800"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5600" indent="-172800">
              <a:defRPr/>
            </a:lvl4pPr>
          </a:lstStyle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996FCF-A197-698E-1118-3E15F5D6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2025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9DFE71-560B-093C-2FB0-B95024DD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D1182C-8D76-C30C-69B3-7CBA4DBC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7B9A43E5-A6DF-A714-B73D-13508E8D4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8" name="Footnote">
            <a:extLst>
              <a:ext uri="{FF2B5EF4-FFF2-40B4-BE49-F238E27FC236}">
                <a16:creationId xmlns:a16="http://schemas.microsoft.com/office/drawing/2014/main" id="{F73C92D8-6448-1167-A8D1-296E072412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16585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3352472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p15="http://schemas.microsoft.com/office/powerpoint/2012/main"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/>
              <a:t>Click to edit Master title style</a:t>
            </a:r>
            <a:endParaRPr lang="de-DE" dirty="0"/>
          </a:p>
        </p:txBody>
      </p:sp>
      <p:sp>
        <p:nvSpPr>
          <p:cNvPr id="3" name="Content left">
            <a:extLst>
              <a:ext uri="{FF2B5EF4-FFF2-40B4-BE49-F238E27FC236}">
                <a16:creationId xmlns:a16="http://schemas.microsoft.com/office/drawing/2014/main" id="{CE7E2B4F-24AA-8198-5CCB-D00C6A6FA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5545138" cy="4824807"/>
          </a:xfrm>
        </p:spPr>
        <p:txBody>
          <a:bodyPr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de-DE" dirty="0"/>
          </a:p>
        </p:txBody>
      </p:sp>
      <p:sp>
        <p:nvSpPr>
          <p:cNvPr id="4" name="Content right">
            <a:extLst>
              <a:ext uri="{FF2B5EF4-FFF2-40B4-BE49-F238E27FC236}">
                <a16:creationId xmlns:a16="http://schemas.microsoft.com/office/drawing/2014/main" id="{84C85A17-75E6-CB78-AEB7-60BB1331E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7439" y="1340580"/>
            <a:ext cx="5545138" cy="4824807"/>
          </a:xfrm>
        </p:spPr>
        <p:txBody>
          <a:bodyPr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2025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9" name="Footnote">
            <a:extLst>
              <a:ext uri="{FF2B5EF4-FFF2-40B4-BE49-F238E27FC236}">
                <a16:creationId xmlns:a16="http://schemas.microsoft.com/office/drawing/2014/main" id="{A858F8A0-E7D7-C182-EC89-229FFDC209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730081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3" pos="3795" userDrawn="1">
          <p15:clr>
            <a:srgbClr val="FBAE40"/>
          </p15:clr>
        </p15:guide>
        <p15:guide id="4" pos="3885" userDrawn="1">
          <p15:clr>
            <a:srgbClr val="FBAE40"/>
          </p15:clr>
        </p15:guide>
        <p15:guide id="5" orient="horz" pos="388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/>
              <a:t>Click to edit Master title style</a:t>
            </a:r>
            <a:endParaRPr lang="de-DE" dirty="0"/>
          </a:p>
        </p:txBody>
      </p:sp>
      <p:sp>
        <p:nvSpPr>
          <p:cNvPr id="3" name="Content left">
            <a:extLst>
              <a:ext uri="{FF2B5EF4-FFF2-40B4-BE49-F238E27FC236}">
                <a16:creationId xmlns:a16="http://schemas.microsoft.com/office/drawing/2014/main" id="{CE7E2B4F-24AA-8198-5CCB-D00C6A6FA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3647662" cy="4824807"/>
          </a:xfrm>
        </p:spPr>
        <p:txBody>
          <a:bodyPr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de-DE" dirty="0"/>
          </a:p>
        </p:txBody>
      </p:sp>
      <p:sp>
        <p:nvSpPr>
          <p:cNvPr id="4" name="Content middle">
            <a:extLst>
              <a:ext uri="{FF2B5EF4-FFF2-40B4-BE49-F238E27FC236}">
                <a16:creationId xmlns:a16="http://schemas.microsoft.com/office/drawing/2014/main" id="{84C85A17-75E6-CB78-AEB7-60BB1331E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2149" y="1340580"/>
            <a:ext cx="3647662" cy="4824807"/>
          </a:xfrm>
        </p:spPr>
        <p:txBody>
          <a:bodyPr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de-DE" dirty="0"/>
          </a:p>
        </p:txBody>
      </p:sp>
      <p:sp>
        <p:nvSpPr>
          <p:cNvPr id="10" name="Content right">
            <a:extLst>
              <a:ext uri="{FF2B5EF4-FFF2-40B4-BE49-F238E27FC236}">
                <a16:creationId xmlns:a16="http://schemas.microsoft.com/office/drawing/2014/main" id="{48BA25C7-75CC-8521-D13E-9BBA4353A6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4922" y="1340580"/>
            <a:ext cx="3647662" cy="4824807"/>
          </a:xfrm>
        </p:spPr>
        <p:txBody>
          <a:bodyPr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2025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9" name="Footnote">
            <a:extLst>
              <a:ext uri="{FF2B5EF4-FFF2-40B4-BE49-F238E27FC236}">
                <a16:creationId xmlns:a16="http://schemas.microsoft.com/office/drawing/2014/main" id="{9974B16A-1B20-17BB-F707-6B707E3269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363350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5" pos="4989" userDrawn="1">
          <p15:clr>
            <a:srgbClr val="FBAE40"/>
          </p15:clr>
        </p15:guide>
        <p15:guide id="6" pos="5081" userDrawn="1">
          <p15:clr>
            <a:srgbClr val="FBAE40"/>
          </p15:clr>
        </p15:guide>
        <p15:guide id="7" pos="2690" userDrawn="1">
          <p15:clr>
            <a:srgbClr val="FBAE40"/>
          </p15:clr>
        </p15:guide>
        <p15:guide id="8" pos="2600" userDrawn="1">
          <p15:clr>
            <a:srgbClr val="FBAE40"/>
          </p15:clr>
        </p15:guide>
        <p15:guide id="9" orient="horz" pos="388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/>
              <a:t>Click to edit Master title style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2025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12" name="Content 1">
            <a:extLst>
              <a:ext uri="{FF2B5EF4-FFF2-40B4-BE49-F238E27FC236}">
                <a16:creationId xmlns:a16="http://schemas.microsoft.com/office/drawing/2014/main" id="{37BE4B4D-CFDD-B8D1-ADCC-0FBE108A0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2700000" cy="4824806"/>
          </a:xfrm>
        </p:spPr>
        <p:txBody>
          <a:bodyPr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de-DE" dirty="0"/>
          </a:p>
        </p:txBody>
      </p:sp>
      <p:sp>
        <p:nvSpPr>
          <p:cNvPr id="13" name="Content 2">
            <a:extLst>
              <a:ext uri="{FF2B5EF4-FFF2-40B4-BE49-F238E27FC236}">
                <a16:creationId xmlns:a16="http://schemas.microsoft.com/office/drawing/2014/main" id="{6866A2D6-5143-DA06-4EB1-AC3BEA043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23778" y="1340580"/>
            <a:ext cx="2700000" cy="4824807"/>
          </a:xfrm>
        </p:spPr>
        <p:txBody>
          <a:bodyPr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de-DE" dirty="0"/>
          </a:p>
        </p:txBody>
      </p:sp>
      <p:sp>
        <p:nvSpPr>
          <p:cNvPr id="14" name="Content 3">
            <a:extLst>
              <a:ext uri="{FF2B5EF4-FFF2-40B4-BE49-F238E27FC236}">
                <a16:creationId xmlns:a16="http://schemas.microsoft.com/office/drawing/2014/main" id="{29054455-AD76-A317-FC31-A41B80ECF8D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81" y="1340580"/>
            <a:ext cx="2700000" cy="4824806"/>
          </a:xfrm>
        </p:spPr>
        <p:txBody>
          <a:bodyPr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de-DE" dirty="0"/>
          </a:p>
        </p:txBody>
      </p:sp>
      <p:sp>
        <p:nvSpPr>
          <p:cNvPr id="15" name="Content 4">
            <a:extLst>
              <a:ext uri="{FF2B5EF4-FFF2-40B4-BE49-F238E27FC236}">
                <a16:creationId xmlns:a16="http://schemas.microsoft.com/office/drawing/2014/main" id="{AE0F360B-178D-DF84-269E-46B3D56DDD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012585" y="1340580"/>
            <a:ext cx="2700000" cy="4824806"/>
          </a:xfrm>
        </p:spPr>
        <p:txBody>
          <a:bodyPr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de-DE" dirty="0"/>
          </a:p>
        </p:txBody>
      </p:sp>
      <p:sp>
        <p:nvSpPr>
          <p:cNvPr id="16" name="Footnote">
            <a:extLst>
              <a:ext uri="{FF2B5EF4-FFF2-40B4-BE49-F238E27FC236}">
                <a16:creationId xmlns:a16="http://schemas.microsoft.com/office/drawing/2014/main" id="{E671ABC2-6291-11C7-0DA9-7DCEA8FB2C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3124220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 userDrawn="1">
          <p15:clr>
            <a:srgbClr val="FBAE40"/>
          </p15:clr>
        </p15:guide>
        <p15:guide id="2" pos="2003" userDrawn="1">
          <p15:clr>
            <a:srgbClr val="FBAE40"/>
          </p15:clr>
        </p15:guide>
        <p15:guide id="3" pos="2091" userDrawn="1">
          <p15:clr>
            <a:srgbClr val="FBAE40"/>
          </p15:clr>
        </p15:guide>
        <p15:guide id="4" pos="3795" userDrawn="1">
          <p15:clr>
            <a:srgbClr val="FBAE40"/>
          </p15:clr>
        </p15:guide>
        <p15:guide id="5" pos="3885" userDrawn="1">
          <p15:clr>
            <a:srgbClr val="FBAE40"/>
          </p15:clr>
        </p15:guide>
        <p15:guide id="6" pos="5586" userDrawn="1">
          <p15:clr>
            <a:srgbClr val="FBAE40"/>
          </p15:clr>
        </p15:guide>
        <p15:guide id="7" pos="567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Aspec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F92A341-AE59-7317-A60B-4FE47E5C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/>
              <a:t>Click to edit Master title style</a:t>
            </a:r>
            <a:endParaRPr lang="de-DE" dirty="0"/>
          </a:p>
        </p:txBody>
      </p:sp>
      <p:sp>
        <p:nvSpPr>
          <p:cNvPr id="3" name="Content left">
            <a:extLst>
              <a:ext uri="{FF2B5EF4-FFF2-40B4-BE49-F238E27FC236}">
                <a16:creationId xmlns:a16="http://schemas.microsoft.com/office/drawing/2014/main" id="{9A3494C0-7E36-FAB6-E218-DAF4BB14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5" y="1340580"/>
            <a:ext cx="7848600" cy="4824000"/>
          </a:xfrm>
        </p:spPr>
        <p:txBody>
          <a:bodyPr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996FCF-A197-698E-1118-3E15F5D6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2025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9DFE71-560B-093C-2FB0-B95024DD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D1182C-8D76-C30C-69B3-7CBA4DBC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7B9A43E5-A6DF-A714-B73D-13508E8D4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cxnSp>
        <p:nvCxnSpPr>
          <p:cNvPr id="8" name="Straight Connector 30">
            <a:extLst>
              <a:ext uri="{FF2B5EF4-FFF2-40B4-BE49-F238E27FC236}">
                <a16:creationId xmlns:a16="http://schemas.microsoft.com/office/drawing/2014/main" id="{8158F510-4543-6AE7-9404-7270C56BAD64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 bwMode="gray">
          <a:xfrm>
            <a:off x="8618533" y="1340579"/>
            <a:ext cx="0" cy="4824001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erline">
            <a:extLst>
              <a:ext uri="{FF2B5EF4-FFF2-40B4-BE49-F238E27FC236}">
                <a16:creationId xmlns:a16="http://schemas.microsoft.com/office/drawing/2014/main" id="{54A57B10-0806-EE10-8CEC-EF03A9141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06400" y="1340724"/>
            <a:ext cx="2806170" cy="337447"/>
          </a:xfrm>
        </p:spPr>
        <p:txBody>
          <a:bodyPr/>
          <a:lstStyle>
            <a:lvl1pPr>
              <a:lnSpc>
                <a:spcPct val="100000"/>
              </a:lnSpc>
              <a:defRPr sz="1400" b="1"/>
            </a:lvl1pPr>
          </a:lstStyle>
          <a:p>
            <a:pPr lvl="0"/>
            <a:r>
              <a:rPr lang="de-DE" dirty="0" err="1"/>
              <a:t>Overline</a:t>
            </a:r>
            <a:r>
              <a:rPr lang="de-DE" dirty="0"/>
              <a:t> (Teaser </a:t>
            </a:r>
            <a:r>
              <a:rPr lang="de-DE" dirty="0" err="1"/>
              <a:t>text</a:t>
            </a:r>
            <a:r>
              <a:rPr lang="de-DE" dirty="0"/>
              <a:t>), </a:t>
            </a:r>
            <a:r>
              <a:rPr lang="de-DE" dirty="0" err="1"/>
              <a:t>bold</a:t>
            </a:r>
            <a:r>
              <a:rPr lang="de-DE" dirty="0"/>
              <a:t>.</a:t>
            </a:r>
          </a:p>
        </p:txBody>
      </p:sp>
      <p:sp>
        <p:nvSpPr>
          <p:cNvPr id="12" name="Content right">
            <a:extLst>
              <a:ext uri="{FF2B5EF4-FFF2-40B4-BE49-F238E27FC236}">
                <a16:creationId xmlns:a16="http://schemas.microsoft.com/office/drawing/2014/main" id="{0B93BF9A-33F5-4981-4957-85243F8EA1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06400" y="1678172"/>
            <a:ext cx="2808001" cy="3433819"/>
          </a:xfrm>
        </p:spPr>
        <p:txBody>
          <a:bodyPr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de-DE" dirty="0"/>
          </a:p>
        </p:txBody>
      </p:sp>
      <p:sp>
        <p:nvSpPr>
          <p:cNvPr id="11" name="Footnote">
            <a:extLst>
              <a:ext uri="{FF2B5EF4-FFF2-40B4-BE49-F238E27FC236}">
                <a16:creationId xmlns:a16="http://schemas.microsoft.com/office/drawing/2014/main" id="{A8105C7A-86DA-6E7B-6A18-59E74532B1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7848549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  <p:sp>
        <p:nvSpPr>
          <p:cNvPr id="9" name="Conclusion">
            <a:extLst>
              <a:ext uri="{FF2B5EF4-FFF2-40B4-BE49-F238E27FC236}">
                <a16:creationId xmlns:a16="http://schemas.microsoft.com/office/drawing/2014/main" id="{692BBBE9-7519-56FD-E90A-9D8E1D525B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06401" y="5573509"/>
            <a:ext cx="2808001" cy="591071"/>
          </a:xfrm>
          <a:solidFill>
            <a:srgbClr val="619685"/>
          </a:solidFill>
        </p:spPr>
        <p:txBody>
          <a:bodyPr lIns="144000" tIns="72000" rIns="144000" bIns="90000" anchor="b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Mastertextformat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A6043DE1-C47C-B3B2-9747-BEE9A45183C5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 bwMode="gray">
          <a:xfrm>
            <a:off x="8618533" y="1340579"/>
            <a:ext cx="0" cy="4824001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75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/>
              <a:t>Click to edit Master title style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2025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11" name="Content left">
            <a:extLst>
              <a:ext uri="{FF2B5EF4-FFF2-40B4-BE49-F238E27FC236}">
                <a16:creationId xmlns:a16="http://schemas.microsoft.com/office/drawing/2014/main" id="{12C9B869-1223-B7DD-64CA-71F7DD3A75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39200"/>
            <a:ext cx="5040569" cy="4824000"/>
          </a:xfrm>
        </p:spPr>
        <p:txBody>
          <a:bodyPr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de-DE" dirty="0"/>
          </a:p>
        </p:txBody>
      </p:sp>
      <p:sp>
        <p:nvSpPr>
          <p:cNvPr id="15" name="Content right">
            <a:extLst>
              <a:ext uri="{FF2B5EF4-FFF2-40B4-BE49-F238E27FC236}">
                <a16:creationId xmlns:a16="http://schemas.microsoft.com/office/drawing/2014/main" id="{02B7A186-8034-ED64-E1E4-6562647A1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2015" y="1339200"/>
            <a:ext cx="5040569" cy="4824001"/>
          </a:xfrm>
        </p:spPr>
        <p:txBody>
          <a:bodyPr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de-DE" dirty="0"/>
          </a:p>
        </p:txBody>
      </p:sp>
      <p:cxnSp>
        <p:nvCxnSpPr>
          <p:cNvPr id="16" name="Straight Connector 30">
            <a:extLst>
              <a:ext uri="{FF2B5EF4-FFF2-40B4-BE49-F238E27FC236}">
                <a16:creationId xmlns:a16="http://schemas.microsoft.com/office/drawing/2014/main" id="{BD46E923-F552-A039-9B3D-1A367BD52B2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 bwMode="gray">
          <a:xfrm>
            <a:off x="6096000" y="4363201"/>
            <a:ext cx="0" cy="1800000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0">
            <a:extLst>
              <a:ext uri="{FF2B5EF4-FFF2-40B4-BE49-F238E27FC236}">
                <a16:creationId xmlns:a16="http://schemas.microsoft.com/office/drawing/2014/main" id="{6E1A39C5-D360-C3A7-4AD3-DE450DD786CD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 bwMode="gray">
          <a:xfrm flipH="1">
            <a:off x="6095999" y="1340579"/>
            <a:ext cx="1" cy="1800000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fik 17">
            <a:extLst>
              <a:ext uri="{FF2B5EF4-FFF2-40B4-BE49-F238E27FC236}">
                <a16:creationId xmlns:a16="http://schemas.microsoft.com/office/drawing/2014/main" id="{0A6D7AC7-847E-754F-B822-A76E53E8BA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0429" y="3457345"/>
            <a:ext cx="360000" cy="589091"/>
          </a:xfrm>
          <a:prstGeom prst="rect">
            <a:avLst/>
          </a:prstGeom>
        </p:spPr>
      </p:pic>
      <p:sp>
        <p:nvSpPr>
          <p:cNvPr id="19" name="Footnote">
            <a:extLst>
              <a:ext uri="{FF2B5EF4-FFF2-40B4-BE49-F238E27FC236}">
                <a16:creationId xmlns:a16="http://schemas.microsoft.com/office/drawing/2014/main" id="{AAEC7CFA-3752-3263-EC58-30A15FB38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1103030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2DB293A-0A29-0326-DCB5-BD8AB9CE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/>
              <a:t>Click to edit Master title style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0D3C7FE-9588-2A3E-AFC5-00D9378591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2"/>
            <a:ext cx="625478" cy="123111"/>
          </a:xfrm>
        </p:spPr>
        <p:txBody>
          <a:bodyPr/>
          <a:lstStyle/>
          <a:p>
            <a:r>
              <a:rPr lang="en-US"/>
              <a:t>March 2025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410E3D-A999-0083-C1B8-7501BBF20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2"/>
            <a:ext cx="7056248" cy="123111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71C80C-009B-0AB0-BC0E-AE0937B3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2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2159DC9A-A010-CFE0-9F91-1B18DB5773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A13BA07-06F1-C75E-B12F-D9ABCC4E79B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340580"/>
            <a:ext cx="12192000" cy="5517420"/>
          </a:xfrm>
          <a:solidFill>
            <a:srgbClr val="E3E3E3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4313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3F3D5A2-16D7-D2DB-C464-1CF731F1D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/>
              <a:t>Click to edit Master title style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78AB93A-6F01-B612-509A-25F546BB0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2025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2EECA7-F994-4474-F5A9-67D2838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F0B770A-895B-70DE-FDEC-714E84A86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6" name="MIO_CONVERT_SLIDES_SUBTITLE">
            <a:extLst>
              <a:ext uri="{FF2B5EF4-FFF2-40B4-BE49-F238E27FC236}">
                <a16:creationId xmlns:a16="http://schemas.microsoft.com/office/drawing/2014/main" id="{FBCF9CDF-8FA3-A63B-FA90-CB1F281910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85B3299-FE9F-8E3B-FC17-C1EB090D3B5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751764" y="1628772"/>
            <a:ext cx="3960821" cy="4679951"/>
          </a:xfrm>
          <a:solidFill>
            <a:srgbClr val="E3E3E3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/>
            </a:lvl1pPr>
          </a:lstStyle>
          <a:p>
            <a:pPr lvl="0" algn="ctr"/>
            <a:r>
              <a:rPr lang="en-US" dirty="0"/>
              <a:t>Click icon to add picture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4BE864C4-DE8B-777A-1A0D-CFC3C6A58C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5888" y="2228851"/>
            <a:ext cx="6119875" cy="18466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chemeClr val="dk2"/>
                </a:solidFill>
              </a:defRPr>
            </a:lvl1pPr>
          </a:lstStyle>
          <a:p>
            <a:pPr lvl="0"/>
            <a:r>
              <a:rPr lang="en-US" dirty="0"/>
              <a:t>“Quote. With up to 3 lines of text in Carbon Gray.”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32457AD6-FC75-AC51-81F6-9F00027FEAFB}"/>
              </a:ext>
            </a:extLst>
          </p:cNvPr>
          <p:cNvCxnSpPr>
            <a:cxnSpLocks/>
          </p:cNvCxnSpPr>
          <p:nvPr/>
        </p:nvCxnSpPr>
        <p:spPr bwMode="gray">
          <a:xfrm>
            <a:off x="1055888" y="4549146"/>
            <a:ext cx="1080000" cy="0"/>
          </a:xfrm>
          <a:prstGeom prst="line">
            <a:avLst/>
          </a:prstGeom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Name">
            <a:extLst>
              <a:ext uri="{FF2B5EF4-FFF2-40B4-BE49-F238E27FC236}">
                <a16:creationId xmlns:a16="http://schemas.microsoft.com/office/drawing/2014/main" id="{9DF927A2-8E33-9704-D203-297E80F8A9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83173" y="4385554"/>
            <a:ext cx="4892590" cy="246221"/>
          </a:xfrm>
        </p:spPr>
        <p:txBody>
          <a:bodyPr/>
          <a:lstStyle>
            <a:lvl1pPr>
              <a:defRPr sz="1600">
                <a:solidFill>
                  <a:srgbClr val="646464"/>
                </a:solidFill>
              </a:defRPr>
            </a:lvl1pPr>
          </a:lstStyle>
          <a:p>
            <a:pPr lvl="0"/>
            <a:r>
              <a:rPr lang="de-DE" dirty="0"/>
              <a:t>Name – Additional Info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author</a:t>
            </a:r>
            <a:endParaRPr lang="de-DE" dirty="0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8C38F21-301C-1C7B-C83E-93CE7B8EDD6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1055888" y="4549146"/>
            <a:ext cx="1080000" cy="0"/>
          </a:xfrm>
          <a:prstGeom prst="line">
            <a:avLst/>
          </a:prstGeom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039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&amp;A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87CAFE7-EBEF-EBE0-CCF5-ED8631B3E7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en-US"/>
              <a:t>March 2025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EAC11E8-DE5B-473E-693E-EC4BF91E5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CEB6AF-5005-160E-A119-CF142C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2FC50409-51B2-E654-EF34-5C2BB778DF8F}"/>
              </a:ext>
            </a:extLst>
          </p:cNvPr>
          <p:cNvGrpSpPr/>
          <p:nvPr/>
        </p:nvGrpSpPr>
        <p:grpSpPr>
          <a:xfrm>
            <a:off x="2819646" y="2171374"/>
            <a:ext cx="6552709" cy="2515253"/>
            <a:chOff x="2819645" y="2138586"/>
            <a:chExt cx="6552709" cy="2515253"/>
          </a:xfrm>
        </p:grpSpPr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82AEE0FF-C8B2-9A15-27E7-F6E92CDB1149}"/>
                </a:ext>
              </a:extLst>
            </p:cNvPr>
            <p:cNvSpPr/>
            <p:nvPr/>
          </p:nvSpPr>
          <p:spPr>
            <a:xfrm>
              <a:off x="2819645" y="2138586"/>
              <a:ext cx="2004688" cy="2515253"/>
            </a:xfrm>
            <a:custGeom>
              <a:avLst/>
              <a:gdLst>
                <a:gd name="connsiteX0" fmla="*/ 1948483 w 2004688"/>
                <a:gd name="connsiteY0" fmla="*/ 1032800 h 2515253"/>
                <a:gd name="connsiteX1" fmla="*/ 1847780 w 2004688"/>
                <a:gd name="connsiteY1" fmla="*/ 1585500 h 2515253"/>
                <a:gd name="connsiteX2" fmla="*/ 1515226 w 2004688"/>
                <a:gd name="connsiteY2" fmla="*/ 1950844 h 2515253"/>
                <a:gd name="connsiteX3" fmla="*/ 2004689 w 2004688"/>
                <a:gd name="connsiteY3" fmla="*/ 2515253 h 2515253"/>
                <a:gd name="connsiteX4" fmla="*/ 1330214 w 2004688"/>
                <a:gd name="connsiteY4" fmla="*/ 2515253 h 2515253"/>
                <a:gd name="connsiteX5" fmla="*/ 992977 w 2004688"/>
                <a:gd name="connsiteY5" fmla="*/ 2065599 h 2515253"/>
                <a:gd name="connsiteX6" fmla="*/ 974241 w 2004688"/>
                <a:gd name="connsiteY6" fmla="*/ 2065599 h 2515253"/>
                <a:gd name="connsiteX7" fmla="*/ 421547 w 2004688"/>
                <a:gd name="connsiteY7" fmla="*/ 1936792 h 2515253"/>
                <a:gd name="connsiteX8" fmla="*/ 103045 w 2004688"/>
                <a:gd name="connsiteY8" fmla="*/ 1573790 h 2515253"/>
                <a:gd name="connsiteX9" fmla="*/ 0 w 2004688"/>
                <a:gd name="connsiteY9" fmla="*/ 1028116 h 2515253"/>
                <a:gd name="connsiteX10" fmla="*/ 103045 w 2004688"/>
                <a:gd name="connsiteY10" fmla="*/ 484783 h 2515253"/>
                <a:gd name="connsiteX11" fmla="*/ 423889 w 2004688"/>
                <a:gd name="connsiteY11" fmla="*/ 126465 h 2515253"/>
                <a:gd name="connsiteX12" fmla="*/ 976583 w 2004688"/>
                <a:gd name="connsiteY12" fmla="*/ 0 h 2515253"/>
                <a:gd name="connsiteX13" fmla="*/ 1533962 w 2004688"/>
                <a:gd name="connsiteY13" fmla="*/ 128807 h 2515253"/>
                <a:gd name="connsiteX14" fmla="*/ 1847780 w 2004688"/>
                <a:gd name="connsiteY14" fmla="*/ 489467 h 2515253"/>
                <a:gd name="connsiteX15" fmla="*/ 1948483 w 2004688"/>
                <a:gd name="connsiteY15" fmla="*/ 1032800 h 2515253"/>
                <a:gd name="connsiteX16" fmla="*/ 569088 w 2004688"/>
                <a:gd name="connsiteY16" fmla="*/ 1032800 h 2515253"/>
                <a:gd name="connsiteX17" fmla="*/ 662765 w 2004688"/>
                <a:gd name="connsiteY17" fmla="*/ 1459034 h 2515253"/>
                <a:gd name="connsiteX18" fmla="*/ 974241 w 2004688"/>
                <a:gd name="connsiteY18" fmla="*/ 1613603 h 2515253"/>
                <a:gd name="connsiteX19" fmla="*/ 1288059 w 2004688"/>
                <a:gd name="connsiteY19" fmla="*/ 1459034 h 2515253"/>
                <a:gd name="connsiteX20" fmla="*/ 1377053 w 2004688"/>
                <a:gd name="connsiteY20" fmla="*/ 1032800 h 2515253"/>
                <a:gd name="connsiteX21" fmla="*/ 1288059 w 2004688"/>
                <a:gd name="connsiteY21" fmla="*/ 601881 h 2515253"/>
                <a:gd name="connsiteX22" fmla="*/ 976583 w 2004688"/>
                <a:gd name="connsiteY22" fmla="*/ 444970 h 2515253"/>
                <a:gd name="connsiteX23" fmla="*/ 662765 w 2004688"/>
                <a:gd name="connsiteY23" fmla="*/ 601881 h 2515253"/>
                <a:gd name="connsiteX24" fmla="*/ 569088 w 2004688"/>
                <a:gd name="connsiteY24" fmla="*/ 1032800 h 251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4688" h="2515253">
                  <a:moveTo>
                    <a:pt x="1948483" y="1032800"/>
                  </a:moveTo>
                  <a:cubicBezTo>
                    <a:pt x="1948483" y="1243575"/>
                    <a:pt x="1915695" y="1426247"/>
                    <a:pt x="1847780" y="1585500"/>
                  </a:cubicBezTo>
                  <a:cubicBezTo>
                    <a:pt x="1779864" y="1744752"/>
                    <a:pt x="1669793" y="1866533"/>
                    <a:pt x="1515226" y="1950844"/>
                  </a:cubicBezTo>
                  <a:lnTo>
                    <a:pt x="2004689" y="2515253"/>
                  </a:lnTo>
                  <a:lnTo>
                    <a:pt x="1330214" y="2515253"/>
                  </a:lnTo>
                  <a:lnTo>
                    <a:pt x="992977" y="2065599"/>
                  </a:lnTo>
                  <a:lnTo>
                    <a:pt x="974241" y="2065599"/>
                  </a:lnTo>
                  <a:cubicBezTo>
                    <a:pt x="749416" y="2065599"/>
                    <a:pt x="564404" y="2023444"/>
                    <a:pt x="421547" y="1936792"/>
                  </a:cubicBezTo>
                  <a:cubicBezTo>
                    <a:pt x="276347" y="1850140"/>
                    <a:pt x="170961" y="1730700"/>
                    <a:pt x="103045" y="1573790"/>
                  </a:cubicBezTo>
                  <a:cubicBezTo>
                    <a:pt x="35129" y="1419221"/>
                    <a:pt x="0" y="1236549"/>
                    <a:pt x="0" y="1028116"/>
                  </a:cubicBezTo>
                  <a:cubicBezTo>
                    <a:pt x="0" y="819682"/>
                    <a:pt x="35129" y="639352"/>
                    <a:pt x="103045" y="484783"/>
                  </a:cubicBezTo>
                  <a:cubicBezTo>
                    <a:pt x="173303" y="330215"/>
                    <a:pt x="278689" y="210775"/>
                    <a:pt x="423889" y="126465"/>
                  </a:cubicBezTo>
                  <a:cubicBezTo>
                    <a:pt x="569088" y="42155"/>
                    <a:pt x="751758" y="0"/>
                    <a:pt x="976583" y="0"/>
                  </a:cubicBezTo>
                  <a:cubicBezTo>
                    <a:pt x="1201408" y="0"/>
                    <a:pt x="1391104" y="42155"/>
                    <a:pt x="1533962" y="128807"/>
                  </a:cubicBezTo>
                  <a:cubicBezTo>
                    <a:pt x="1676819" y="213117"/>
                    <a:pt x="1782206" y="334899"/>
                    <a:pt x="1847780" y="489467"/>
                  </a:cubicBezTo>
                  <a:cubicBezTo>
                    <a:pt x="1913354" y="644036"/>
                    <a:pt x="1948483" y="824366"/>
                    <a:pt x="1948483" y="1032800"/>
                  </a:cubicBezTo>
                  <a:close/>
                  <a:moveTo>
                    <a:pt x="569088" y="1032800"/>
                  </a:moveTo>
                  <a:cubicBezTo>
                    <a:pt x="569088" y="1215472"/>
                    <a:pt x="599533" y="1355989"/>
                    <a:pt x="662765" y="1459034"/>
                  </a:cubicBezTo>
                  <a:cubicBezTo>
                    <a:pt x="725997" y="1562080"/>
                    <a:pt x="829042" y="1613603"/>
                    <a:pt x="974241" y="1613603"/>
                  </a:cubicBezTo>
                  <a:cubicBezTo>
                    <a:pt x="1119441" y="1613603"/>
                    <a:pt x="1229511" y="1562080"/>
                    <a:pt x="1288059" y="1459034"/>
                  </a:cubicBezTo>
                  <a:cubicBezTo>
                    <a:pt x="1348949" y="1355989"/>
                    <a:pt x="1377053" y="1213130"/>
                    <a:pt x="1377053" y="1032800"/>
                  </a:cubicBezTo>
                  <a:cubicBezTo>
                    <a:pt x="1377053" y="852470"/>
                    <a:pt x="1346608" y="707269"/>
                    <a:pt x="1288059" y="601881"/>
                  </a:cubicBezTo>
                  <a:cubicBezTo>
                    <a:pt x="1227169" y="496493"/>
                    <a:pt x="1124125" y="444970"/>
                    <a:pt x="976583" y="444970"/>
                  </a:cubicBezTo>
                  <a:cubicBezTo>
                    <a:pt x="829042" y="444970"/>
                    <a:pt x="723655" y="496493"/>
                    <a:pt x="662765" y="601881"/>
                  </a:cubicBezTo>
                  <a:cubicBezTo>
                    <a:pt x="601875" y="707269"/>
                    <a:pt x="569088" y="850128"/>
                    <a:pt x="569088" y="103280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CAAEB60D-66B3-3C71-2473-EA2D2F91A4EB}"/>
                </a:ext>
              </a:extLst>
            </p:cNvPr>
            <p:cNvSpPr/>
            <p:nvPr/>
          </p:nvSpPr>
          <p:spPr>
            <a:xfrm>
              <a:off x="5014030" y="2145611"/>
              <a:ext cx="2161597" cy="2060915"/>
            </a:xfrm>
            <a:custGeom>
              <a:avLst/>
              <a:gdLst>
                <a:gd name="connsiteX0" fmla="*/ 833726 w 2161597"/>
                <a:gd name="connsiteY0" fmla="*/ 0 h 2060915"/>
                <a:gd name="connsiteX1" fmla="*/ 1281034 w 2161597"/>
                <a:gd name="connsiteY1" fmla="*/ 126465 h 2060915"/>
                <a:gd name="connsiteX2" fmla="*/ 1444968 w 2161597"/>
                <a:gd name="connsiteY2" fmla="*/ 477758 h 2060915"/>
                <a:gd name="connsiteX3" fmla="*/ 1344266 w 2161597"/>
                <a:gd name="connsiteY3" fmla="*/ 777527 h 2060915"/>
                <a:gd name="connsiteX4" fmla="*/ 1081970 w 2161597"/>
                <a:gd name="connsiteY4" fmla="*/ 1002354 h 2060915"/>
                <a:gd name="connsiteX5" fmla="*/ 1353633 w 2161597"/>
                <a:gd name="connsiteY5" fmla="*/ 1259969 h 2060915"/>
                <a:gd name="connsiteX6" fmla="*/ 1496491 w 2161597"/>
                <a:gd name="connsiteY6" fmla="*/ 903992 h 2060915"/>
                <a:gd name="connsiteX7" fmla="*/ 2053869 w 2161597"/>
                <a:gd name="connsiteY7" fmla="*/ 903992 h 2060915"/>
                <a:gd name="connsiteX8" fmla="*/ 1918037 w 2161597"/>
                <a:gd name="connsiteY8" fmla="*/ 1297440 h 2060915"/>
                <a:gd name="connsiteX9" fmla="*/ 1723658 w 2161597"/>
                <a:gd name="connsiteY9" fmla="*/ 1608919 h 2060915"/>
                <a:gd name="connsiteX10" fmla="*/ 2161598 w 2161597"/>
                <a:gd name="connsiteY10" fmla="*/ 2030470 h 2060915"/>
                <a:gd name="connsiteX11" fmla="*/ 1468388 w 2161597"/>
                <a:gd name="connsiteY11" fmla="*/ 2030470 h 2060915"/>
                <a:gd name="connsiteX12" fmla="*/ 1332556 w 2161597"/>
                <a:gd name="connsiteY12" fmla="*/ 1889953 h 2060915"/>
                <a:gd name="connsiteX13" fmla="*/ 1182673 w 2161597"/>
                <a:gd name="connsiteY13" fmla="*/ 1976605 h 2060915"/>
                <a:gd name="connsiteX14" fmla="*/ 1002344 w 2161597"/>
                <a:gd name="connsiteY14" fmla="*/ 2037496 h 2060915"/>
                <a:gd name="connsiteX15" fmla="*/ 728339 w 2161597"/>
                <a:gd name="connsiteY15" fmla="*/ 2060915 h 2060915"/>
                <a:gd name="connsiteX16" fmla="*/ 332554 w 2161597"/>
                <a:gd name="connsiteY16" fmla="*/ 1981289 h 2060915"/>
                <a:gd name="connsiteX17" fmla="*/ 84309 w 2161597"/>
                <a:gd name="connsiteY17" fmla="*/ 1768172 h 2060915"/>
                <a:gd name="connsiteX18" fmla="*/ 0 w 2161597"/>
                <a:gd name="connsiteY18" fmla="*/ 1475428 h 2060915"/>
                <a:gd name="connsiteX19" fmla="*/ 96019 w 2161597"/>
                <a:gd name="connsiteY19" fmla="*/ 1156923 h 2060915"/>
                <a:gd name="connsiteX20" fmla="*/ 372366 w 2161597"/>
                <a:gd name="connsiteY20" fmla="*/ 925070 h 2060915"/>
                <a:gd name="connsiteX21" fmla="*/ 241218 w 2161597"/>
                <a:gd name="connsiteY21" fmla="*/ 718978 h 2060915"/>
                <a:gd name="connsiteX22" fmla="*/ 194380 w 2161597"/>
                <a:gd name="connsiteY22" fmla="*/ 477758 h 2060915"/>
                <a:gd name="connsiteX23" fmla="*/ 355973 w 2161597"/>
                <a:gd name="connsiteY23" fmla="*/ 135833 h 2060915"/>
                <a:gd name="connsiteX24" fmla="*/ 833726 w 2161597"/>
                <a:gd name="connsiteY24" fmla="*/ 0 h 2060915"/>
                <a:gd name="connsiteX25" fmla="*/ 669791 w 2161597"/>
                <a:gd name="connsiteY25" fmla="*/ 1220156 h 2060915"/>
                <a:gd name="connsiteX26" fmla="*/ 583140 w 2161597"/>
                <a:gd name="connsiteY26" fmla="*/ 1318517 h 2060915"/>
                <a:gd name="connsiteX27" fmla="*/ 557378 w 2161597"/>
                <a:gd name="connsiteY27" fmla="*/ 1435615 h 2060915"/>
                <a:gd name="connsiteX28" fmla="*/ 618269 w 2161597"/>
                <a:gd name="connsiteY28" fmla="*/ 1578474 h 2060915"/>
                <a:gd name="connsiteX29" fmla="*/ 782203 w 2161597"/>
                <a:gd name="connsiteY29" fmla="*/ 1632339 h 2060915"/>
                <a:gd name="connsiteX30" fmla="*/ 920377 w 2161597"/>
                <a:gd name="connsiteY30" fmla="*/ 1611261 h 2060915"/>
                <a:gd name="connsiteX31" fmla="*/ 1009370 w 2161597"/>
                <a:gd name="connsiteY31" fmla="*/ 1564422 h 2060915"/>
                <a:gd name="connsiteX32" fmla="*/ 669791 w 2161597"/>
                <a:gd name="connsiteY32" fmla="*/ 1217814 h 2060915"/>
                <a:gd name="connsiteX33" fmla="*/ 824358 w 2161597"/>
                <a:gd name="connsiteY33" fmla="*/ 351292 h 2060915"/>
                <a:gd name="connsiteX34" fmla="*/ 723655 w 2161597"/>
                <a:gd name="connsiteY34" fmla="*/ 384080 h 2060915"/>
                <a:gd name="connsiteX35" fmla="*/ 679159 w 2161597"/>
                <a:gd name="connsiteY35" fmla="*/ 494151 h 2060915"/>
                <a:gd name="connsiteX36" fmla="*/ 716629 w 2161597"/>
                <a:gd name="connsiteY36" fmla="*/ 608907 h 2060915"/>
                <a:gd name="connsiteX37" fmla="*/ 800939 w 2161597"/>
                <a:gd name="connsiteY37" fmla="*/ 707269 h 2060915"/>
                <a:gd name="connsiteX38" fmla="*/ 920377 w 2161597"/>
                <a:gd name="connsiteY38" fmla="*/ 599539 h 2060915"/>
                <a:gd name="connsiteX39" fmla="*/ 960190 w 2161597"/>
                <a:gd name="connsiteY39" fmla="*/ 475416 h 2060915"/>
                <a:gd name="connsiteX40" fmla="*/ 920377 w 2161597"/>
                <a:gd name="connsiteY40" fmla="*/ 379396 h 2060915"/>
                <a:gd name="connsiteX41" fmla="*/ 822016 w 2161597"/>
                <a:gd name="connsiteY41" fmla="*/ 348950 h 2060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161597" h="2060915">
                  <a:moveTo>
                    <a:pt x="833726" y="0"/>
                  </a:moveTo>
                  <a:cubicBezTo>
                    <a:pt x="1023422" y="0"/>
                    <a:pt x="1173305" y="42155"/>
                    <a:pt x="1281034" y="126465"/>
                  </a:cubicBezTo>
                  <a:cubicBezTo>
                    <a:pt x="1391104" y="210775"/>
                    <a:pt x="1444968" y="327873"/>
                    <a:pt x="1444968" y="477758"/>
                  </a:cubicBezTo>
                  <a:cubicBezTo>
                    <a:pt x="1444968" y="594855"/>
                    <a:pt x="1412181" y="693217"/>
                    <a:pt x="1344266" y="777527"/>
                  </a:cubicBezTo>
                  <a:cubicBezTo>
                    <a:pt x="1276350" y="861837"/>
                    <a:pt x="1189698" y="936780"/>
                    <a:pt x="1081970" y="1002354"/>
                  </a:cubicBezTo>
                  <a:lnTo>
                    <a:pt x="1353633" y="1259969"/>
                  </a:lnTo>
                  <a:cubicBezTo>
                    <a:pt x="1421549" y="1156923"/>
                    <a:pt x="1468388" y="1037483"/>
                    <a:pt x="1496491" y="903992"/>
                  </a:cubicBezTo>
                  <a:lnTo>
                    <a:pt x="2053869" y="903992"/>
                  </a:lnTo>
                  <a:cubicBezTo>
                    <a:pt x="2023424" y="1039825"/>
                    <a:pt x="1978928" y="1170975"/>
                    <a:pt x="1918037" y="1297440"/>
                  </a:cubicBezTo>
                  <a:cubicBezTo>
                    <a:pt x="1857147" y="1423905"/>
                    <a:pt x="1793916" y="1526951"/>
                    <a:pt x="1723658" y="1608919"/>
                  </a:cubicBezTo>
                  <a:lnTo>
                    <a:pt x="2161598" y="2030470"/>
                  </a:lnTo>
                  <a:lnTo>
                    <a:pt x="1468388" y="2030470"/>
                  </a:lnTo>
                  <a:lnTo>
                    <a:pt x="1332556" y="1889953"/>
                  </a:lnTo>
                  <a:cubicBezTo>
                    <a:pt x="1281034" y="1922740"/>
                    <a:pt x="1231853" y="1950844"/>
                    <a:pt x="1182673" y="1976605"/>
                  </a:cubicBezTo>
                  <a:cubicBezTo>
                    <a:pt x="1133492" y="2002366"/>
                    <a:pt x="1072602" y="2021102"/>
                    <a:pt x="1002344" y="2037496"/>
                  </a:cubicBezTo>
                  <a:cubicBezTo>
                    <a:pt x="932087" y="2051547"/>
                    <a:pt x="840752" y="2060915"/>
                    <a:pt x="728339" y="2060915"/>
                  </a:cubicBezTo>
                  <a:cubicBezTo>
                    <a:pt x="573772" y="2060915"/>
                    <a:pt x="440282" y="2035154"/>
                    <a:pt x="332554" y="1981289"/>
                  </a:cubicBezTo>
                  <a:cubicBezTo>
                    <a:pt x="224825" y="1927424"/>
                    <a:pt x="140515" y="1857166"/>
                    <a:pt x="84309" y="1768172"/>
                  </a:cubicBezTo>
                  <a:cubicBezTo>
                    <a:pt x="28103" y="1679178"/>
                    <a:pt x="0" y="1580816"/>
                    <a:pt x="0" y="1475428"/>
                  </a:cubicBezTo>
                  <a:cubicBezTo>
                    <a:pt x="0" y="1355989"/>
                    <a:pt x="32787" y="1248259"/>
                    <a:pt x="96019" y="1156923"/>
                  </a:cubicBezTo>
                  <a:cubicBezTo>
                    <a:pt x="161593" y="1063245"/>
                    <a:pt x="252928" y="985961"/>
                    <a:pt x="372366" y="925070"/>
                  </a:cubicBezTo>
                  <a:cubicBezTo>
                    <a:pt x="316160" y="859495"/>
                    <a:pt x="271663" y="791579"/>
                    <a:pt x="241218" y="718978"/>
                  </a:cubicBezTo>
                  <a:cubicBezTo>
                    <a:pt x="208432" y="648720"/>
                    <a:pt x="194380" y="566752"/>
                    <a:pt x="194380" y="477758"/>
                  </a:cubicBezTo>
                  <a:cubicBezTo>
                    <a:pt x="194380" y="339583"/>
                    <a:pt x="248244" y="224827"/>
                    <a:pt x="355973" y="135833"/>
                  </a:cubicBezTo>
                  <a:cubicBezTo>
                    <a:pt x="466043" y="46839"/>
                    <a:pt x="625294" y="0"/>
                    <a:pt x="833726" y="0"/>
                  </a:cubicBezTo>
                  <a:close/>
                  <a:moveTo>
                    <a:pt x="669791" y="1220156"/>
                  </a:moveTo>
                  <a:cubicBezTo>
                    <a:pt x="629978" y="1250601"/>
                    <a:pt x="601875" y="1283388"/>
                    <a:pt x="583140" y="1318517"/>
                  </a:cubicBezTo>
                  <a:cubicBezTo>
                    <a:pt x="564404" y="1353647"/>
                    <a:pt x="557378" y="1393460"/>
                    <a:pt x="557378" y="1435615"/>
                  </a:cubicBezTo>
                  <a:cubicBezTo>
                    <a:pt x="557378" y="1494164"/>
                    <a:pt x="578456" y="1541003"/>
                    <a:pt x="618269" y="1578474"/>
                  </a:cubicBezTo>
                  <a:cubicBezTo>
                    <a:pt x="660423" y="1615945"/>
                    <a:pt x="714288" y="1632339"/>
                    <a:pt x="782203" y="1632339"/>
                  </a:cubicBezTo>
                  <a:cubicBezTo>
                    <a:pt x="833726" y="1632339"/>
                    <a:pt x="880564" y="1625313"/>
                    <a:pt x="920377" y="1611261"/>
                  </a:cubicBezTo>
                  <a:cubicBezTo>
                    <a:pt x="960190" y="1597209"/>
                    <a:pt x="990635" y="1580816"/>
                    <a:pt x="1009370" y="1564422"/>
                  </a:cubicBezTo>
                  <a:lnTo>
                    <a:pt x="669791" y="1217814"/>
                  </a:lnTo>
                  <a:close/>
                  <a:moveTo>
                    <a:pt x="824358" y="351292"/>
                  </a:moveTo>
                  <a:cubicBezTo>
                    <a:pt x="786887" y="351292"/>
                    <a:pt x="754100" y="363002"/>
                    <a:pt x="723655" y="384080"/>
                  </a:cubicBezTo>
                  <a:cubicBezTo>
                    <a:pt x="695552" y="407499"/>
                    <a:pt x="679159" y="442628"/>
                    <a:pt x="679159" y="494151"/>
                  </a:cubicBezTo>
                  <a:cubicBezTo>
                    <a:pt x="679159" y="536306"/>
                    <a:pt x="690868" y="573778"/>
                    <a:pt x="716629" y="608907"/>
                  </a:cubicBezTo>
                  <a:cubicBezTo>
                    <a:pt x="740049" y="644036"/>
                    <a:pt x="768152" y="676823"/>
                    <a:pt x="800939" y="707269"/>
                  </a:cubicBezTo>
                  <a:cubicBezTo>
                    <a:pt x="852461" y="676823"/>
                    <a:pt x="892274" y="641694"/>
                    <a:pt x="920377" y="599539"/>
                  </a:cubicBezTo>
                  <a:cubicBezTo>
                    <a:pt x="948480" y="557384"/>
                    <a:pt x="960190" y="517571"/>
                    <a:pt x="960190" y="475416"/>
                  </a:cubicBezTo>
                  <a:cubicBezTo>
                    <a:pt x="960190" y="430919"/>
                    <a:pt x="946138" y="398131"/>
                    <a:pt x="920377" y="379396"/>
                  </a:cubicBezTo>
                  <a:cubicBezTo>
                    <a:pt x="894616" y="360660"/>
                    <a:pt x="861829" y="348950"/>
                    <a:pt x="822016" y="34895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E91663BC-3829-501A-0B21-B1B4B2F36740}"/>
                </a:ext>
              </a:extLst>
            </p:cNvPr>
            <p:cNvSpPr/>
            <p:nvPr/>
          </p:nvSpPr>
          <p:spPr>
            <a:xfrm>
              <a:off x="7334879" y="2164347"/>
              <a:ext cx="2037475" cy="2014076"/>
            </a:xfrm>
            <a:custGeom>
              <a:avLst/>
              <a:gdLst>
                <a:gd name="connsiteX0" fmla="*/ 1444968 w 2037475"/>
                <a:gd name="connsiteY0" fmla="*/ 2014076 h 2014076"/>
                <a:gd name="connsiteX1" fmla="*/ 1346608 w 2037475"/>
                <a:gd name="connsiteY1" fmla="*/ 1637023 h 2014076"/>
                <a:gd name="connsiteX2" fmla="*/ 695552 w 2037475"/>
                <a:gd name="connsiteY2" fmla="*/ 1637023 h 2014076"/>
                <a:gd name="connsiteX3" fmla="*/ 594849 w 2037475"/>
                <a:gd name="connsiteY3" fmla="*/ 2014076 h 2014076"/>
                <a:gd name="connsiteX4" fmla="*/ 0 w 2037475"/>
                <a:gd name="connsiteY4" fmla="*/ 2014076 h 2014076"/>
                <a:gd name="connsiteX5" fmla="*/ 653397 w 2037475"/>
                <a:gd name="connsiteY5" fmla="*/ 0 h 2014076"/>
                <a:gd name="connsiteX6" fmla="*/ 1374710 w 2037475"/>
                <a:gd name="connsiteY6" fmla="*/ 0 h 2014076"/>
                <a:gd name="connsiteX7" fmla="*/ 2037475 w 2037475"/>
                <a:gd name="connsiteY7" fmla="*/ 2014076 h 2014076"/>
                <a:gd name="connsiteX8" fmla="*/ 1444968 w 2037475"/>
                <a:gd name="connsiteY8" fmla="*/ 2014076 h 2014076"/>
                <a:gd name="connsiteX9" fmla="*/ 1147544 w 2037475"/>
                <a:gd name="connsiteY9" fmla="*/ 864179 h 2014076"/>
                <a:gd name="connsiteX10" fmla="*/ 1107731 w 2037475"/>
                <a:gd name="connsiteY10" fmla="*/ 711953 h 2014076"/>
                <a:gd name="connsiteX11" fmla="*/ 1056208 w 2037475"/>
                <a:gd name="connsiteY11" fmla="*/ 505861 h 2014076"/>
                <a:gd name="connsiteX12" fmla="*/ 1016396 w 2037475"/>
                <a:gd name="connsiteY12" fmla="*/ 332557 h 2014076"/>
                <a:gd name="connsiteX13" fmla="*/ 981267 w 2037475"/>
                <a:gd name="connsiteY13" fmla="*/ 501177 h 2014076"/>
                <a:gd name="connsiteX14" fmla="*/ 934428 w 2037475"/>
                <a:gd name="connsiteY14" fmla="*/ 700243 h 2014076"/>
                <a:gd name="connsiteX15" fmla="*/ 894616 w 2037475"/>
                <a:gd name="connsiteY15" fmla="*/ 866521 h 2014076"/>
                <a:gd name="connsiteX16" fmla="*/ 807964 w 2037475"/>
                <a:gd name="connsiteY16" fmla="*/ 1194394 h 2014076"/>
                <a:gd name="connsiteX17" fmla="*/ 1234195 w 2037475"/>
                <a:gd name="connsiteY17" fmla="*/ 1194394 h 2014076"/>
                <a:gd name="connsiteX18" fmla="*/ 1147544 w 2037475"/>
                <a:gd name="connsiteY18" fmla="*/ 866521 h 201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7475" h="2014076">
                  <a:moveTo>
                    <a:pt x="1444968" y="2014076"/>
                  </a:moveTo>
                  <a:lnTo>
                    <a:pt x="1346608" y="1637023"/>
                  </a:lnTo>
                  <a:lnTo>
                    <a:pt x="695552" y="1637023"/>
                  </a:lnTo>
                  <a:lnTo>
                    <a:pt x="594849" y="2014076"/>
                  </a:lnTo>
                  <a:lnTo>
                    <a:pt x="0" y="2014076"/>
                  </a:lnTo>
                  <a:lnTo>
                    <a:pt x="653397" y="0"/>
                  </a:lnTo>
                  <a:lnTo>
                    <a:pt x="1374710" y="0"/>
                  </a:lnTo>
                  <a:lnTo>
                    <a:pt x="2037475" y="2014076"/>
                  </a:lnTo>
                  <a:lnTo>
                    <a:pt x="1444968" y="2014076"/>
                  </a:lnTo>
                  <a:close/>
                  <a:moveTo>
                    <a:pt x="1147544" y="864179"/>
                  </a:moveTo>
                  <a:cubicBezTo>
                    <a:pt x="1138176" y="829050"/>
                    <a:pt x="1124124" y="777527"/>
                    <a:pt x="1107731" y="711953"/>
                  </a:cubicBezTo>
                  <a:cubicBezTo>
                    <a:pt x="1091338" y="646378"/>
                    <a:pt x="1074944" y="576119"/>
                    <a:pt x="1056208" y="505861"/>
                  </a:cubicBezTo>
                  <a:cubicBezTo>
                    <a:pt x="1039815" y="435603"/>
                    <a:pt x="1025763" y="377054"/>
                    <a:pt x="1016396" y="332557"/>
                  </a:cubicBezTo>
                  <a:cubicBezTo>
                    <a:pt x="1009370" y="377054"/>
                    <a:pt x="997660" y="433261"/>
                    <a:pt x="981267" y="501177"/>
                  </a:cubicBezTo>
                  <a:cubicBezTo>
                    <a:pt x="964873" y="569094"/>
                    <a:pt x="948480" y="634668"/>
                    <a:pt x="934428" y="700243"/>
                  </a:cubicBezTo>
                  <a:cubicBezTo>
                    <a:pt x="918035" y="765817"/>
                    <a:pt x="903983" y="822024"/>
                    <a:pt x="894616" y="866521"/>
                  </a:cubicBezTo>
                  <a:lnTo>
                    <a:pt x="807964" y="1194394"/>
                  </a:lnTo>
                  <a:lnTo>
                    <a:pt x="1234195" y="1194394"/>
                  </a:lnTo>
                  <a:lnTo>
                    <a:pt x="1147544" y="866521"/>
                  </a:ln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00A0AEE-315A-216A-B824-50760DDD18D0}"/>
              </a:ext>
            </a:extLst>
          </p:cNvPr>
          <p:cNvGrpSpPr/>
          <p:nvPr userDrawn="1"/>
        </p:nvGrpSpPr>
        <p:grpSpPr>
          <a:xfrm>
            <a:off x="2819646" y="2171374"/>
            <a:ext cx="6552709" cy="2515253"/>
            <a:chOff x="2819645" y="2138586"/>
            <a:chExt cx="6552709" cy="2515253"/>
          </a:xfrm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3519E45B-C904-4AB9-DC97-CF094459E785}"/>
                </a:ext>
              </a:extLst>
            </p:cNvPr>
            <p:cNvSpPr/>
            <p:nvPr/>
          </p:nvSpPr>
          <p:spPr>
            <a:xfrm>
              <a:off x="2819645" y="2138586"/>
              <a:ext cx="2004688" cy="2515253"/>
            </a:xfrm>
            <a:custGeom>
              <a:avLst/>
              <a:gdLst>
                <a:gd name="connsiteX0" fmla="*/ 1948483 w 2004688"/>
                <a:gd name="connsiteY0" fmla="*/ 1032800 h 2515253"/>
                <a:gd name="connsiteX1" fmla="*/ 1847780 w 2004688"/>
                <a:gd name="connsiteY1" fmla="*/ 1585500 h 2515253"/>
                <a:gd name="connsiteX2" fmla="*/ 1515226 w 2004688"/>
                <a:gd name="connsiteY2" fmla="*/ 1950844 h 2515253"/>
                <a:gd name="connsiteX3" fmla="*/ 2004689 w 2004688"/>
                <a:gd name="connsiteY3" fmla="*/ 2515253 h 2515253"/>
                <a:gd name="connsiteX4" fmla="*/ 1330214 w 2004688"/>
                <a:gd name="connsiteY4" fmla="*/ 2515253 h 2515253"/>
                <a:gd name="connsiteX5" fmla="*/ 992977 w 2004688"/>
                <a:gd name="connsiteY5" fmla="*/ 2065599 h 2515253"/>
                <a:gd name="connsiteX6" fmla="*/ 974241 w 2004688"/>
                <a:gd name="connsiteY6" fmla="*/ 2065599 h 2515253"/>
                <a:gd name="connsiteX7" fmla="*/ 421547 w 2004688"/>
                <a:gd name="connsiteY7" fmla="*/ 1936792 h 2515253"/>
                <a:gd name="connsiteX8" fmla="*/ 103045 w 2004688"/>
                <a:gd name="connsiteY8" fmla="*/ 1573790 h 2515253"/>
                <a:gd name="connsiteX9" fmla="*/ 0 w 2004688"/>
                <a:gd name="connsiteY9" fmla="*/ 1028116 h 2515253"/>
                <a:gd name="connsiteX10" fmla="*/ 103045 w 2004688"/>
                <a:gd name="connsiteY10" fmla="*/ 484783 h 2515253"/>
                <a:gd name="connsiteX11" fmla="*/ 423889 w 2004688"/>
                <a:gd name="connsiteY11" fmla="*/ 126465 h 2515253"/>
                <a:gd name="connsiteX12" fmla="*/ 976583 w 2004688"/>
                <a:gd name="connsiteY12" fmla="*/ 0 h 2515253"/>
                <a:gd name="connsiteX13" fmla="*/ 1533962 w 2004688"/>
                <a:gd name="connsiteY13" fmla="*/ 128807 h 2515253"/>
                <a:gd name="connsiteX14" fmla="*/ 1847780 w 2004688"/>
                <a:gd name="connsiteY14" fmla="*/ 489467 h 2515253"/>
                <a:gd name="connsiteX15" fmla="*/ 1948483 w 2004688"/>
                <a:gd name="connsiteY15" fmla="*/ 1032800 h 2515253"/>
                <a:gd name="connsiteX16" fmla="*/ 569088 w 2004688"/>
                <a:gd name="connsiteY16" fmla="*/ 1032800 h 2515253"/>
                <a:gd name="connsiteX17" fmla="*/ 662765 w 2004688"/>
                <a:gd name="connsiteY17" fmla="*/ 1459034 h 2515253"/>
                <a:gd name="connsiteX18" fmla="*/ 974241 w 2004688"/>
                <a:gd name="connsiteY18" fmla="*/ 1613603 h 2515253"/>
                <a:gd name="connsiteX19" fmla="*/ 1288059 w 2004688"/>
                <a:gd name="connsiteY19" fmla="*/ 1459034 h 2515253"/>
                <a:gd name="connsiteX20" fmla="*/ 1377053 w 2004688"/>
                <a:gd name="connsiteY20" fmla="*/ 1032800 h 2515253"/>
                <a:gd name="connsiteX21" fmla="*/ 1288059 w 2004688"/>
                <a:gd name="connsiteY21" fmla="*/ 601881 h 2515253"/>
                <a:gd name="connsiteX22" fmla="*/ 976583 w 2004688"/>
                <a:gd name="connsiteY22" fmla="*/ 444970 h 2515253"/>
                <a:gd name="connsiteX23" fmla="*/ 662765 w 2004688"/>
                <a:gd name="connsiteY23" fmla="*/ 601881 h 2515253"/>
                <a:gd name="connsiteX24" fmla="*/ 569088 w 2004688"/>
                <a:gd name="connsiteY24" fmla="*/ 1032800 h 251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4688" h="2515253">
                  <a:moveTo>
                    <a:pt x="1948483" y="1032800"/>
                  </a:moveTo>
                  <a:cubicBezTo>
                    <a:pt x="1948483" y="1243575"/>
                    <a:pt x="1915695" y="1426247"/>
                    <a:pt x="1847780" y="1585500"/>
                  </a:cubicBezTo>
                  <a:cubicBezTo>
                    <a:pt x="1779864" y="1744752"/>
                    <a:pt x="1669793" y="1866533"/>
                    <a:pt x="1515226" y="1950844"/>
                  </a:cubicBezTo>
                  <a:lnTo>
                    <a:pt x="2004689" y="2515253"/>
                  </a:lnTo>
                  <a:lnTo>
                    <a:pt x="1330214" y="2515253"/>
                  </a:lnTo>
                  <a:lnTo>
                    <a:pt x="992977" y="2065599"/>
                  </a:lnTo>
                  <a:lnTo>
                    <a:pt x="974241" y="2065599"/>
                  </a:lnTo>
                  <a:cubicBezTo>
                    <a:pt x="749416" y="2065599"/>
                    <a:pt x="564404" y="2023444"/>
                    <a:pt x="421547" y="1936792"/>
                  </a:cubicBezTo>
                  <a:cubicBezTo>
                    <a:pt x="276347" y="1850140"/>
                    <a:pt x="170961" y="1730700"/>
                    <a:pt x="103045" y="1573790"/>
                  </a:cubicBezTo>
                  <a:cubicBezTo>
                    <a:pt x="35129" y="1419221"/>
                    <a:pt x="0" y="1236549"/>
                    <a:pt x="0" y="1028116"/>
                  </a:cubicBezTo>
                  <a:cubicBezTo>
                    <a:pt x="0" y="819682"/>
                    <a:pt x="35129" y="639352"/>
                    <a:pt x="103045" y="484783"/>
                  </a:cubicBezTo>
                  <a:cubicBezTo>
                    <a:pt x="173303" y="330215"/>
                    <a:pt x="278689" y="210775"/>
                    <a:pt x="423889" y="126465"/>
                  </a:cubicBezTo>
                  <a:cubicBezTo>
                    <a:pt x="569088" y="42155"/>
                    <a:pt x="751758" y="0"/>
                    <a:pt x="976583" y="0"/>
                  </a:cubicBezTo>
                  <a:cubicBezTo>
                    <a:pt x="1201408" y="0"/>
                    <a:pt x="1391104" y="42155"/>
                    <a:pt x="1533962" y="128807"/>
                  </a:cubicBezTo>
                  <a:cubicBezTo>
                    <a:pt x="1676819" y="213117"/>
                    <a:pt x="1782206" y="334899"/>
                    <a:pt x="1847780" y="489467"/>
                  </a:cubicBezTo>
                  <a:cubicBezTo>
                    <a:pt x="1913354" y="644036"/>
                    <a:pt x="1948483" y="824366"/>
                    <a:pt x="1948483" y="1032800"/>
                  </a:cubicBezTo>
                  <a:close/>
                  <a:moveTo>
                    <a:pt x="569088" y="1032800"/>
                  </a:moveTo>
                  <a:cubicBezTo>
                    <a:pt x="569088" y="1215472"/>
                    <a:pt x="599533" y="1355989"/>
                    <a:pt x="662765" y="1459034"/>
                  </a:cubicBezTo>
                  <a:cubicBezTo>
                    <a:pt x="725997" y="1562080"/>
                    <a:pt x="829042" y="1613603"/>
                    <a:pt x="974241" y="1613603"/>
                  </a:cubicBezTo>
                  <a:cubicBezTo>
                    <a:pt x="1119441" y="1613603"/>
                    <a:pt x="1229511" y="1562080"/>
                    <a:pt x="1288059" y="1459034"/>
                  </a:cubicBezTo>
                  <a:cubicBezTo>
                    <a:pt x="1348949" y="1355989"/>
                    <a:pt x="1377053" y="1213130"/>
                    <a:pt x="1377053" y="1032800"/>
                  </a:cubicBezTo>
                  <a:cubicBezTo>
                    <a:pt x="1377053" y="852470"/>
                    <a:pt x="1346608" y="707269"/>
                    <a:pt x="1288059" y="601881"/>
                  </a:cubicBezTo>
                  <a:cubicBezTo>
                    <a:pt x="1227169" y="496493"/>
                    <a:pt x="1124125" y="444970"/>
                    <a:pt x="976583" y="444970"/>
                  </a:cubicBezTo>
                  <a:cubicBezTo>
                    <a:pt x="829042" y="444970"/>
                    <a:pt x="723655" y="496493"/>
                    <a:pt x="662765" y="601881"/>
                  </a:cubicBezTo>
                  <a:cubicBezTo>
                    <a:pt x="601875" y="707269"/>
                    <a:pt x="569088" y="850128"/>
                    <a:pt x="569088" y="103280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F604F882-1278-F975-67CD-BCEB7853A553}"/>
                </a:ext>
              </a:extLst>
            </p:cNvPr>
            <p:cNvSpPr/>
            <p:nvPr/>
          </p:nvSpPr>
          <p:spPr>
            <a:xfrm>
              <a:off x="5014030" y="2145611"/>
              <a:ext cx="2161597" cy="2060915"/>
            </a:xfrm>
            <a:custGeom>
              <a:avLst/>
              <a:gdLst>
                <a:gd name="connsiteX0" fmla="*/ 833726 w 2161597"/>
                <a:gd name="connsiteY0" fmla="*/ 0 h 2060915"/>
                <a:gd name="connsiteX1" fmla="*/ 1281034 w 2161597"/>
                <a:gd name="connsiteY1" fmla="*/ 126465 h 2060915"/>
                <a:gd name="connsiteX2" fmla="*/ 1444968 w 2161597"/>
                <a:gd name="connsiteY2" fmla="*/ 477758 h 2060915"/>
                <a:gd name="connsiteX3" fmla="*/ 1344266 w 2161597"/>
                <a:gd name="connsiteY3" fmla="*/ 777527 h 2060915"/>
                <a:gd name="connsiteX4" fmla="*/ 1081970 w 2161597"/>
                <a:gd name="connsiteY4" fmla="*/ 1002354 h 2060915"/>
                <a:gd name="connsiteX5" fmla="*/ 1353633 w 2161597"/>
                <a:gd name="connsiteY5" fmla="*/ 1259969 h 2060915"/>
                <a:gd name="connsiteX6" fmla="*/ 1496491 w 2161597"/>
                <a:gd name="connsiteY6" fmla="*/ 903992 h 2060915"/>
                <a:gd name="connsiteX7" fmla="*/ 2053869 w 2161597"/>
                <a:gd name="connsiteY7" fmla="*/ 903992 h 2060915"/>
                <a:gd name="connsiteX8" fmla="*/ 1918037 w 2161597"/>
                <a:gd name="connsiteY8" fmla="*/ 1297440 h 2060915"/>
                <a:gd name="connsiteX9" fmla="*/ 1723658 w 2161597"/>
                <a:gd name="connsiteY9" fmla="*/ 1608919 h 2060915"/>
                <a:gd name="connsiteX10" fmla="*/ 2161598 w 2161597"/>
                <a:gd name="connsiteY10" fmla="*/ 2030470 h 2060915"/>
                <a:gd name="connsiteX11" fmla="*/ 1468388 w 2161597"/>
                <a:gd name="connsiteY11" fmla="*/ 2030470 h 2060915"/>
                <a:gd name="connsiteX12" fmla="*/ 1332556 w 2161597"/>
                <a:gd name="connsiteY12" fmla="*/ 1889953 h 2060915"/>
                <a:gd name="connsiteX13" fmla="*/ 1182673 w 2161597"/>
                <a:gd name="connsiteY13" fmla="*/ 1976605 h 2060915"/>
                <a:gd name="connsiteX14" fmla="*/ 1002344 w 2161597"/>
                <a:gd name="connsiteY14" fmla="*/ 2037496 h 2060915"/>
                <a:gd name="connsiteX15" fmla="*/ 728339 w 2161597"/>
                <a:gd name="connsiteY15" fmla="*/ 2060915 h 2060915"/>
                <a:gd name="connsiteX16" fmla="*/ 332554 w 2161597"/>
                <a:gd name="connsiteY16" fmla="*/ 1981289 h 2060915"/>
                <a:gd name="connsiteX17" fmla="*/ 84309 w 2161597"/>
                <a:gd name="connsiteY17" fmla="*/ 1768172 h 2060915"/>
                <a:gd name="connsiteX18" fmla="*/ 0 w 2161597"/>
                <a:gd name="connsiteY18" fmla="*/ 1475428 h 2060915"/>
                <a:gd name="connsiteX19" fmla="*/ 96019 w 2161597"/>
                <a:gd name="connsiteY19" fmla="*/ 1156923 h 2060915"/>
                <a:gd name="connsiteX20" fmla="*/ 372366 w 2161597"/>
                <a:gd name="connsiteY20" fmla="*/ 925070 h 2060915"/>
                <a:gd name="connsiteX21" fmla="*/ 241218 w 2161597"/>
                <a:gd name="connsiteY21" fmla="*/ 718978 h 2060915"/>
                <a:gd name="connsiteX22" fmla="*/ 194380 w 2161597"/>
                <a:gd name="connsiteY22" fmla="*/ 477758 h 2060915"/>
                <a:gd name="connsiteX23" fmla="*/ 355973 w 2161597"/>
                <a:gd name="connsiteY23" fmla="*/ 135833 h 2060915"/>
                <a:gd name="connsiteX24" fmla="*/ 833726 w 2161597"/>
                <a:gd name="connsiteY24" fmla="*/ 0 h 2060915"/>
                <a:gd name="connsiteX25" fmla="*/ 669791 w 2161597"/>
                <a:gd name="connsiteY25" fmla="*/ 1220156 h 2060915"/>
                <a:gd name="connsiteX26" fmla="*/ 583140 w 2161597"/>
                <a:gd name="connsiteY26" fmla="*/ 1318517 h 2060915"/>
                <a:gd name="connsiteX27" fmla="*/ 557378 w 2161597"/>
                <a:gd name="connsiteY27" fmla="*/ 1435615 h 2060915"/>
                <a:gd name="connsiteX28" fmla="*/ 618269 w 2161597"/>
                <a:gd name="connsiteY28" fmla="*/ 1578474 h 2060915"/>
                <a:gd name="connsiteX29" fmla="*/ 782203 w 2161597"/>
                <a:gd name="connsiteY29" fmla="*/ 1632339 h 2060915"/>
                <a:gd name="connsiteX30" fmla="*/ 920377 w 2161597"/>
                <a:gd name="connsiteY30" fmla="*/ 1611261 h 2060915"/>
                <a:gd name="connsiteX31" fmla="*/ 1009370 w 2161597"/>
                <a:gd name="connsiteY31" fmla="*/ 1564422 h 2060915"/>
                <a:gd name="connsiteX32" fmla="*/ 669791 w 2161597"/>
                <a:gd name="connsiteY32" fmla="*/ 1217814 h 2060915"/>
                <a:gd name="connsiteX33" fmla="*/ 824358 w 2161597"/>
                <a:gd name="connsiteY33" fmla="*/ 351292 h 2060915"/>
                <a:gd name="connsiteX34" fmla="*/ 723655 w 2161597"/>
                <a:gd name="connsiteY34" fmla="*/ 384080 h 2060915"/>
                <a:gd name="connsiteX35" fmla="*/ 679159 w 2161597"/>
                <a:gd name="connsiteY35" fmla="*/ 494151 h 2060915"/>
                <a:gd name="connsiteX36" fmla="*/ 716629 w 2161597"/>
                <a:gd name="connsiteY36" fmla="*/ 608907 h 2060915"/>
                <a:gd name="connsiteX37" fmla="*/ 800939 w 2161597"/>
                <a:gd name="connsiteY37" fmla="*/ 707269 h 2060915"/>
                <a:gd name="connsiteX38" fmla="*/ 920377 w 2161597"/>
                <a:gd name="connsiteY38" fmla="*/ 599539 h 2060915"/>
                <a:gd name="connsiteX39" fmla="*/ 960190 w 2161597"/>
                <a:gd name="connsiteY39" fmla="*/ 475416 h 2060915"/>
                <a:gd name="connsiteX40" fmla="*/ 920377 w 2161597"/>
                <a:gd name="connsiteY40" fmla="*/ 379396 h 2060915"/>
                <a:gd name="connsiteX41" fmla="*/ 822016 w 2161597"/>
                <a:gd name="connsiteY41" fmla="*/ 348950 h 2060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161597" h="2060915">
                  <a:moveTo>
                    <a:pt x="833726" y="0"/>
                  </a:moveTo>
                  <a:cubicBezTo>
                    <a:pt x="1023422" y="0"/>
                    <a:pt x="1173305" y="42155"/>
                    <a:pt x="1281034" y="126465"/>
                  </a:cubicBezTo>
                  <a:cubicBezTo>
                    <a:pt x="1391104" y="210775"/>
                    <a:pt x="1444968" y="327873"/>
                    <a:pt x="1444968" y="477758"/>
                  </a:cubicBezTo>
                  <a:cubicBezTo>
                    <a:pt x="1444968" y="594855"/>
                    <a:pt x="1412181" y="693217"/>
                    <a:pt x="1344266" y="777527"/>
                  </a:cubicBezTo>
                  <a:cubicBezTo>
                    <a:pt x="1276350" y="861837"/>
                    <a:pt x="1189698" y="936780"/>
                    <a:pt x="1081970" y="1002354"/>
                  </a:cubicBezTo>
                  <a:lnTo>
                    <a:pt x="1353633" y="1259969"/>
                  </a:lnTo>
                  <a:cubicBezTo>
                    <a:pt x="1421549" y="1156923"/>
                    <a:pt x="1468388" y="1037483"/>
                    <a:pt x="1496491" y="903992"/>
                  </a:cubicBezTo>
                  <a:lnTo>
                    <a:pt x="2053869" y="903992"/>
                  </a:lnTo>
                  <a:cubicBezTo>
                    <a:pt x="2023424" y="1039825"/>
                    <a:pt x="1978928" y="1170975"/>
                    <a:pt x="1918037" y="1297440"/>
                  </a:cubicBezTo>
                  <a:cubicBezTo>
                    <a:pt x="1857147" y="1423905"/>
                    <a:pt x="1793916" y="1526951"/>
                    <a:pt x="1723658" y="1608919"/>
                  </a:cubicBezTo>
                  <a:lnTo>
                    <a:pt x="2161598" y="2030470"/>
                  </a:lnTo>
                  <a:lnTo>
                    <a:pt x="1468388" y="2030470"/>
                  </a:lnTo>
                  <a:lnTo>
                    <a:pt x="1332556" y="1889953"/>
                  </a:lnTo>
                  <a:cubicBezTo>
                    <a:pt x="1281034" y="1922740"/>
                    <a:pt x="1231853" y="1950844"/>
                    <a:pt x="1182673" y="1976605"/>
                  </a:cubicBezTo>
                  <a:cubicBezTo>
                    <a:pt x="1133492" y="2002366"/>
                    <a:pt x="1072602" y="2021102"/>
                    <a:pt x="1002344" y="2037496"/>
                  </a:cubicBezTo>
                  <a:cubicBezTo>
                    <a:pt x="932087" y="2051547"/>
                    <a:pt x="840752" y="2060915"/>
                    <a:pt x="728339" y="2060915"/>
                  </a:cubicBezTo>
                  <a:cubicBezTo>
                    <a:pt x="573772" y="2060915"/>
                    <a:pt x="440282" y="2035154"/>
                    <a:pt x="332554" y="1981289"/>
                  </a:cubicBezTo>
                  <a:cubicBezTo>
                    <a:pt x="224825" y="1927424"/>
                    <a:pt x="140515" y="1857166"/>
                    <a:pt x="84309" y="1768172"/>
                  </a:cubicBezTo>
                  <a:cubicBezTo>
                    <a:pt x="28103" y="1679178"/>
                    <a:pt x="0" y="1580816"/>
                    <a:pt x="0" y="1475428"/>
                  </a:cubicBezTo>
                  <a:cubicBezTo>
                    <a:pt x="0" y="1355989"/>
                    <a:pt x="32787" y="1248259"/>
                    <a:pt x="96019" y="1156923"/>
                  </a:cubicBezTo>
                  <a:cubicBezTo>
                    <a:pt x="161593" y="1063245"/>
                    <a:pt x="252928" y="985961"/>
                    <a:pt x="372366" y="925070"/>
                  </a:cubicBezTo>
                  <a:cubicBezTo>
                    <a:pt x="316160" y="859495"/>
                    <a:pt x="271663" y="791579"/>
                    <a:pt x="241218" y="718978"/>
                  </a:cubicBezTo>
                  <a:cubicBezTo>
                    <a:pt x="208432" y="648720"/>
                    <a:pt x="194380" y="566752"/>
                    <a:pt x="194380" y="477758"/>
                  </a:cubicBezTo>
                  <a:cubicBezTo>
                    <a:pt x="194380" y="339583"/>
                    <a:pt x="248244" y="224827"/>
                    <a:pt x="355973" y="135833"/>
                  </a:cubicBezTo>
                  <a:cubicBezTo>
                    <a:pt x="466043" y="46839"/>
                    <a:pt x="625294" y="0"/>
                    <a:pt x="833726" y="0"/>
                  </a:cubicBezTo>
                  <a:close/>
                  <a:moveTo>
                    <a:pt x="669791" y="1220156"/>
                  </a:moveTo>
                  <a:cubicBezTo>
                    <a:pt x="629978" y="1250601"/>
                    <a:pt x="601875" y="1283388"/>
                    <a:pt x="583140" y="1318517"/>
                  </a:cubicBezTo>
                  <a:cubicBezTo>
                    <a:pt x="564404" y="1353647"/>
                    <a:pt x="557378" y="1393460"/>
                    <a:pt x="557378" y="1435615"/>
                  </a:cubicBezTo>
                  <a:cubicBezTo>
                    <a:pt x="557378" y="1494164"/>
                    <a:pt x="578456" y="1541003"/>
                    <a:pt x="618269" y="1578474"/>
                  </a:cubicBezTo>
                  <a:cubicBezTo>
                    <a:pt x="660423" y="1615945"/>
                    <a:pt x="714288" y="1632339"/>
                    <a:pt x="782203" y="1632339"/>
                  </a:cubicBezTo>
                  <a:cubicBezTo>
                    <a:pt x="833726" y="1632339"/>
                    <a:pt x="880564" y="1625313"/>
                    <a:pt x="920377" y="1611261"/>
                  </a:cubicBezTo>
                  <a:cubicBezTo>
                    <a:pt x="960190" y="1597209"/>
                    <a:pt x="990635" y="1580816"/>
                    <a:pt x="1009370" y="1564422"/>
                  </a:cubicBezTo>
                  <a:lnTo>
                    <a:pt x="669791" y="1217814"/>
                  </a:lnTo>
                  <a:close/>
                  <a:moveTo>
                    <a:pt x="824358" y="351292"/>
                  </a:moveTo>
                  <a:cubicBezTo>
                    <a:pt x="786887" y="351292"/>
                    <a:pt x="754100" y="363002"/>
                    <a:pt x="723655" y="384080"/>
                  </a:cubicBezTo>
                  <a:cubicBezTo>
                    <a:pt x="695552" y="407499"/>
                    <a:pt x="679159" y="442628"/>
                    <a:pt x="679159" y="494151"/>
                  </a:cubicBezTo>
                  <a:cubicBezTo>
                    <a:pt x="679159" y="536306"/>
                    <a:pt x="690868" y="573778"/>
                    <a:pt x="716629" y="608907"/>
                  </a:cubicBezTo>
                  <a:cubicBezTo>
                    <a:pt x="740049" y="644036"/>
                    <a:pt x="768152" y="676823"/>
                    <a:pt x="800939" y="707269"/>
                  </a:cubicBezTo>
                  <a:cubicBezTo>
                    <a:pt x="852461" y="676823"/>
                    <a:pt x="892274" y="641694"/>
                    <a:pt x="920377" y="599539"/>
                  </a:cubicBezTo>
                  <a:cubicBezTo>
                    <a:pt x="948480" y="557384"/>
                    <a:pt x="960190" y="517571"/>
                    <a:pt x="960190" y="475416"/>
                  </a:cubicBezTo>
                  <a:cubicBezTo>
                    <a:pt x="960190" y="430919"/>
                    <a:pt x="946138" y="398131"/>
                    <a:pt x="920377" y="379396"/>
                  </a:cubicBezTo>
                  <a:cubicBezTo>
                    <a:pt x="894616" y="360660"/>
                    <a:pt x="861829" y="348950"/>
                    <a:pt x="822016" y="34895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5692A519-84F0-1F9C-3659-7D9BD49BF223}"/>
                </a:ext>
              </a:extLst>
            </p:cNvPr>
            <p:cNvSpPr/>
            <p:nvPr/>
          </p:nvSpPr>
          <p:spPr>
            <a:xfrm>
              <a:off x="7334879" y="2164347"/>
              <a:ext cx="2037475" cy="2014076"/>
            </a:xfrm>
            <a:custGeom>
              <a:avLst/>
              <a:gdLst>
                <a:gd name="connsiteX0" fmla="*/ 1444968 w 2037475"/>
                <a:gd name="connsiteY0" fmla="*/ 2014076 h 2014076"/>
                <a:gd name="connsiteX1" fmla="*/ 1346608 w 2037475"/>
                <a:gd name="connsiteY1" fmla="*/ 1637023 h 2014076"/>
                <a:gd name="connsiteX2" fmla="*/ 695552 w 2037475"/>
                <a:gd name="connsiteY2" fmla="*/ 1637023 h 2014076"/>
                <a:gd name="connsiteX3" fmla="*/ 594849 w 2037475"/>
                <a:gd name="connsiteY3" fmla="*/ 2014076 h 2014076"/>
                <a:gd name="connsiteX4" fmla="*/ 0 w 2037475"/>
                <a:gd name="connsiteY4" fmla="*/ 2014076 h 2014076"/>
                <a:gd name="connsiteX5" fmla="*/ 653397 w 2037475"/>
                <a:gd name="connsiteY5" fmla="*/ 0 h 2014076"/>
                <a:gd name="connsiteX6" fmla="*/ 1374710 w 2037475"/>
                <a:gd name="connsiteY6" fmla="*/ 0 h 2014076"/>
                <a:gd name="connsiteX7" fmla="*/ 2037475 w 2037475"/>
                <a:gd name="connsiteY7" fmla="*/ 2014076 h 2014076"/>
                <a:gd name="connsiteX8" fmla="*/ 1444968 w 2037475"/>
                <a:gd name="connsiteY8" fmla="*/ 2014076 h 2014076"/>
                <a:gd name="connsiteX9" fmla="*/ 1147544 w 2037475"/>
                <a:gd name="connsiteY9" fmla="*/ 864179 h 2014076"/>
                <a:gd name="connsiteX10" fmla="*/ 1107731 w 2037475"/>
                <a:gd name="connsiteY10" fmla="*/ 711953 h 2014076"/>
                <a:gd name="connsiteX11" fmla="*/ 1056208 w 2037475"/>
                <a:gd name="connsiteY11" fmla="*/ 505861 h 2014076"/>
                <a:gd name="connsiteX12" fmla="*/ 1016396 w 2037475"/>
                <a:gd name="connsiteY12" fmla="*/ 332557 h 2014076"/>
                <a:gd name="connsiteX13" fmla="*/ 981267 w 2037475"/>
                <a:gd name="connsiteY13" fmla="*/ 501177 h 2014076"/>
                <a:gd name="connsiteX14" fmla="*/ 934428 w 2037475"/>
                <a:gd name="connsiteY14" fmla="*/ 700243 h 2014076"/>
                <a:gd name="connsiteX15" fmla="*/ 894616 w 2037475"/>
                <a:gd name="connsiteY15" fmla="*/ 866521 h 2014076"/>
                <a:gd name="connsiteX16" fmla="*/ 807964 w 2037475"/>
                <a:gd name="connsiteY16" fmla="*/ 1194394 h 2014076"/>
                <a:gd name="connsiteX17" fmla="*/ 1234195 w 2037475"/>
                <a:gd name="connsiteY17" fmla="*/ 1194394 h 2014076"/>
                <a:gd name="connsiteX18" fmla="*/ 1147544 w 2037475"/>
                <a:gd name="connsiteY18" fmla="*/ 866521 h 201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7475" h="2014076">
                  <a:moveTo>
                    <a:pt x="1444968" y="2014076"/>
                  </a:moveTo>
                  <a:lnTo>
                    <a:pt x="1346608" y="1637023"/>
                  </a:lnTo>
                  <a:lnTo>
                    <a:pt x="695552" y="1637023"/>
                  </a:lnTo>
                  <a:lnTo>
                    <a:pt x="594849" y="2014076"/>
                  </a:lnTo>
                  <a:lnTo>
                    <a:pt x="0" y="2014076"/>
                  </a:lnTo>
                  <a:lnTo>
                    <a:pt x="653397" y="0"/>
                  </a:lnTo>
                  <a:lnTo>
                    <a:pt x="1374710" y="0"/>
                  </a:lnTo>
                  <a:lnTo>
                    <a:pt x="2037475" y="2014076"/>
                  </a:lnTo>
                  <a:lnTo>
                    <a:pt x="1444968" y="2014076"/>
                  </a:lnTo>
                  <a:close/>
                  <a:moveTo>
                    <a:pt x="1147544" y="864179"/>
                  </a:moveTo>
                  <a:cubicBezTo>
                    <a:pt x="1138176" y="829050"/>
                    <a:pt x="1124124" y="777527"/>
                    <a:pt x="1107731" y="711953"/>
                  </a:cubicBezTo>
                  <a:cubicBezTo>
                    <a:pt x="1091338" y="646378"/>
                    <a:pt x="1074944" y="576119"/>
                    <a:pt x="1056208" y="505861"/>
                  </a:cubicBezTo>
                  <a:cubicBezTo>
                    <a:pt x="1039815" y="435603"/>
                    <a:pt x="1025763" y="377054"/>
                    <a:pt x="1016396" y="332557"/>
                  </a:cubicBezTo>
                  <a:cubicBezTo>
                    <a:pt x="1009370" y="377054"/>
                    <a:pt x="997660" y="433261"/>
                    <a:pt x="981267" y="501177"/>
                  </a:cubicBezTo>
                  <a:cubicBezTo>
                    <a:pt x="964873" y="569094"/>
                    <a:pt x="948480" y="634668"/>
                    <a:pt x="934428" y="700243"/>
                  </a:cubicBezTo>
                  <a:cubicBezTo>
                    <a:pt x="918035" y="765817"/>
                    <a:pt x="903983" y="822024"/>
                    <a:pt x="894616" y="866521"/>
                  </a:cubicBezTo>
                  <a:lnTo>
                    <a:pt x="807964" y="1194394"/>
                  </a:lnTo>
                  <a:lnTo>
                    <a:pt x="1234195" y="1194394"/>
                  </a:lnTo>
                  <a:lnTo>
                    <a:pt x="1147544" y="866521"/>
                  </a:ln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0" name="MIO_AGENDA_LAST_SLIDE" hidden="1">
            <a:extLst>
              <a:ext uri="{FF2B5EF4-FFF2-40B4-BE49-F238E27FC236}">
                <a16:creationId xmlns:a16="http://schemas.microsoft.com/office/drawing/2014/main" id="{6FDF728C-D777-2B69-2880-133B2D8E168E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" name="MIO_AGENDA_IGNORE_CHAPTER_REFERENCE" hidden="1">
            <a:extLst>
              <a:ext uri="{FF2B5EF4-FFF2-40B4-BE49-F238E27FC236}">
                <a16:creationId xmlns:a16="http://schemas.microsoft.com/office/drawing/2014/main" id="{CBA219C9-0994-659C-3599-F2F4ADF0D79E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436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9916385-4702-E442-A501-646E3816DE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1626213"/>
            <a:ext cx="1500411" cy="415498"/>
          </a:xfrm>
        </p:spPr>
        <p:txBody>
          <a:bodyPr/>
          <a:lstStyle>
            <a:lvl1pPr>
              <a:defRPr sz="3000"/>
            </a:lvl1pPr>
          </a:lstStyle>
          <a:p>
            <a:r>
              <a:rPr lang="de-DE" dirty="0"/>
              <a:t>Contact</a:t>
            </a:r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10B268D-1F0C-59E9-B43E-88D29D8D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2025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B30387-DC76-FEE3-2A9D-DD2F09966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66663D-FBFC-D342-8EA5-183080C70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7" name="Contact">
            <a:extLst>
              <a:ext uri="{FF2B5EF4-FFF2-40B4-BE49-F238E27FC236}">
                <a16:creationId xmlns:a16="http://schemas.microsoft.com/office/drawing/2014/main" id="{B5A16EF1-CDF0-7254-D322-F06EFDDD46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2184400"/>
            <a:ext cx="2519363" cy="3709527"/>
          </a:xfrm>
        </p:spPr>
        <p:txBody>
          <a:bodyPr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en-US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1372BCE-998D-66B4-7E47-F578C22B811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32289" y="1628772"/>
            <a:ext cx="7380296" cy="4679951"/>
          </a:xfrm>
          <a:solidFill>
            <a:srgbClr val="E3E3E3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/>
            </a:lvl1pPr>
          </a:lstStyle>
          <a:p>
            <a:pPr lvl="0" algn="ctr"/>
            <a:r>
              <a:rPr lang="en-US" dirty="0"/>
              <a:t>Click icon to add picture</a:t>
            </a: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ADD762F8-E25A-0D3C-7DCC-B491A8AD66C6}"/>
              </a:ext>
            </a:extLst>
          </p:cNvPr>
          <p:cNvSpPr/>
          <p:nvPr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MIO_AGENDA_IGNORE_CHAPTER_REFERENCE" hidden="1">
            <a:extLst>
              <a:ext uri="{FF2B5EF4-FFF2-40B4-BE49-F238E27FC236}">
                <a16:creationId xmlns:a16="http://schemas.microsoft.com/office/drawing/2014/main" id="{54ADC98D-7E74-AD51-72A4-2A3B23358A39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50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B74B9C5-C9DE-EEE9-71B2-87A3F870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en-US"/>
              <a:t>March 2025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363E01-C46E-D150-29D1-15D6E0F7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EFE1E6-6569-B1B5-E529-67D5FD0CC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Backup">
            <a:extLst>
              <a:ext uri="{FF2B5EF4-FFF2-40B4-BE49-F238E27FC236}">
                <a16:creationId xmlns:a16="http://schemas.microsoft.com/office/drawing/2014/main" id="{590171D9-AF30-B251-0ADF-2F2A33A9BF73}"/>
              </a:ext>
            </a:extLst>
          </p:cNvPr>
          <p:cNvSpPr txBox="1">
            <a:spLocks/>
          </p:cNvSpPr>
          <p:nvPr/>
        </p:nvSpPr>
        <p:spPr bwMode="gray">
          <a:xfrm>
            <a:off x="4017264" y="6195498"/>
            <a:ext cx="8343007" cy="116980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r">
              <a:lnSpc>
                <a:spcPts val="7000"/>
              </a:lnSpc>
            </a:pPr>
            <a:r>
              <a:rPr lang="en-US" sz="15000" cap="all" dirty="0">
                <a:solidFill>
                  <a:srgbClr val="C9DAD4"/>
                </a:solidFill>
                <a:latin typeface="Noto Sans Black" panose="020B0A02040504020204" pitchFamily="34" charset="0"/>
              </a:rPr>
              <a:t>Backup</a:t>
            </a: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2F1F0947-2317-D217-BAD8-AB43A8719C52}"/>
              </a:ext>
            </a:extLst>
          </p:cNvPr>
          <p:cNvSpPr/>
          <p:nvPr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Backup">
            <a:extLst>
              <a:ext uri="{FF2B5EF4-FFF2-40B4-BE49-F238E27FC236}">
                <a16:creationId xmlns:a16="http://schemas.microsoft.com/office/drawing/2014/main" id="{231D9800-3821-4F44-452E-947DB1588238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017264" y="6195498"/>
            <a:ext cx="8343007" cy="116980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r">
              <a:lnSpc>
                <a:spcPts val="7000"/>
              </a:lnSpc>
            </a:pPr>
            <a:r>
              <a:rPr lang="en-US" sz="15000" cap="all" dirty="0">
                <a:solidFill>
                  <a:srgbClr val="C9DAD4"/>
                </a:solidFill>
                <a:latin typeface="Noto Sans Black" panose="020B0A02040504020204" pitchFamily="34" charset="0"/>
              </a:rPr>
              <a:t>Backup</a:t>
            </a:r>
          </a:p>
        </p:txBody>
      </p:sp>
      <p:sp>
        <p:nvSpPr>
          <p:cNvPr id="8" name="MIO_AGENDA_IGNORE_CHAPTER_REFERENCE" hidden="1">
            <a:extLst>
              <a:ext uri="{FF2B5EF4-FFF2-40B4-BE49-F238E27FC236}">
                <a16:creationId xmlns:a16="http://schemas.microsoft.com/office/drawing/2014/main" id="{A37BB2FA-B08C-2DC3-DFE0-7F300B36CA86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11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nimated Logo + 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IO_AGENDA_LAST_SLIDE" hidden="1">
            <a:extLst>
              <a:ext uri="{FF2B5EF4-FFF2-40B4-BE49-F238E27FC236}">
                <a16:creationId xmlns:a16="http://schemas.microsoft.com/office/drawing/2014/main" id="{1AA4D300-56CC-7A5E-594A-25AE78B27C66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F1C6BF7A-6069-1F4B-FD10-D8894C162A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en-US"/>
              <a:t>March 2025</a:t>
            </a:r>
            <a:endParaRPr lang="en-US" dirty="0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409D7BE9-666D-0345-2CB9-216DCBC4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816AAEC7-0DAD-E2BD-FA26-5DCF8624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E84A75D0-FC40-3E59-5EEE-88005EB74DC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  <p:pic>
        <p:nvPicPr>
          <p:cNvPr id="10" name="Claim" descr="Ein Bild, das Blume enthält.&#10;&#10;Automatisch generierte Beschreibung">
            <a:extLst>
              <a:ext uri="{FF2B5EF4-FFF2-40B4-BE49-F238E27FC236}">
                <a16:creationId xmlns:a16="http://schemas.microsoft.com/office/drawing/2014/main" id="{386D5743-7822-1C00-FB2A-6A0998B23E78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56" b="39456"/>
          <a:stretch/>
        </p:blipFill>
        <p:spPr>
          <a:xfrm>
            <a:off x="1844351" y="2881360"/>
            <a:ext cx="8503298" cy="1267720"/>
          </a:xfrm>
          <a:prstGeom prst="rect">
            <a:avLst/>
          </a:prstGeom>
        </p:spPr>
      </p:pic>
      <p:grpSp>
        <p:nvGrpSpPr>
          <p:cNvPr id="13" name="Logo">
            <a:extLst>
              <a:ext uri="{FF2B5EF4-FFF2-40B4-BE49-F238E27FC236}">
                <a16:creationId xmlns:a16="http://schemas.microsoft.com/office/drawing/2014/main" id="{FF2E3CDE-84AA-15A8-F8A2-814DC4C10836}"/>
              </a:ext>
            </a:extLst>
          </p:cNvPr>
          <p:cNvGrpSpPr/>
          <p:nvPr userDrawn="1"/>
        </p:nvGrpSpPr>
        <p:grpSpPr>
          <a:xfrm>
            <a:off x="2255520" y="2715900"/>
            <a:ext cx="7680960" cy="1426200"/>
            <a:chOff x="2255520" y="2715900"/>
            <a:chExt cx="7680960" cy="1426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A1EB3B-0A2C-B4A6-F3E2-7C0F7C7DE32C}"/>
                </a:ext>
              </a:extLst>
            </p:cNvPr>
            <p:cNvSpPr/>
            <p:nvPr userDrawn="1"/>
          </p:nvSpPr>
          <p:spPr>
            <a:xfrm>
              <a:off x="2255520" y="2715900"/>
              <a:ext cx="7680960" cy="1426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72000" rIns="54000" bIns="72000" rtlCol="0" anchor="ctr"/>
            <a:lstStyle/>
            <a:p>
              <a:pPr algn="ctr">
                <a:lnSpc>
                  <a:spcPct val="120000"/>
                </a:lnSpc>
                <a:spcBef>
                  <a:spcPts val="600"/>
                </a:spcBef>
              </a:pPr>
              <a:endParaRPr lang="de-DE" sz="1200" dirty="0">
                <a:solidFill>
                  <a:schemeClr val="tx1"/>
                </a:solidFill>
              </a:endParaRPr>
            </a:p>
          </p:txBody>
        </p:sp>
        <p:pic>
          <p:nvPicPr>
            <p:cNvPr id="11" name="Grafik 1">
              <a:extLst>
                <a:ext uri="{FF2B5EF4-FFF2-40B4-BE49-F238E27FC236}">
                  <a16:creationId xmlns:a16="http://schemas.microsoft.com/office/drawing/2014/main" id="{8FA64D0A-35F3-4081-7986-3A0D2A3CC2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652109" y="3044152"/>
              <a:ext cx="6887783" cy="7696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5571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14="http://schemas.microsoft.com/office/drawing/2010/main" xmlns:a16="http://schemas.microsoft.com/office/drawing/2014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D34AA96-2B1B-4223-F2EF-36F4F64AB9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44239" y="3044151"/>
            <a:ext cx="6887783" cy="769697"/>
          </a:xfrm>
          <a:prstGeom prst="rect">
            <a:avLst/>
          </a:prstGeom>
        </p:spPr>
      </p:pic>
      <p:sp>
        <p:nvSpPr>
          <p:cNvPr id="5" name="MIO_AGENDA_LAST_SLIDE" hidden="1">
            <a:extLst>
              <a:ext uri="{FF2B5EF4-FFF2-40B4-BE49-F238E27FC236}">
                <a16:creationId xmlns:a16="http://schemas.microsoft.com/office/drawing/2014/main" id="{ED1003C1-50ED-25C2-C909-0E9D9DBD7814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Datumsplatzhalter 2">
            <a:extLst>
              <a:ext uri="{FF2B5EF4-FFF2-40B4-BE49-F238E27FC236}">
                <a16:creationId xmlns:a16="http://schemas.microsoft.com/office/drawing/2014/main" id="{3245FC8B-C213-3E39-B87B-F0F4B91BB9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en-US"/>
              <a:t>March 2025</a:t>
            </a:r>
            <a:endParaRPr lang="en-US" dirty="0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6FB52DB5-E630-2241-67AA-2C0DCDF0E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Foliennummernplatzhalter 4">
            <a:extLst>
              <a:ext uri="{FF2B5EF4-FFF2-40B4-BE49-F238E27FC236}">
                <a16:creationId xmlns:a16="http://schemas.microsoft.com/office/drawing/2014/main" id="{1A028F50-4B27-255F-7875-FA9CFD68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3" name="MIO_AGENDA_IGNORE_CHAPTER_REFERENCE" hidden="1">
            <a:extLst>
              <a:ext uri="{FF2B5EF4-FFF2-40B4-BE49-F238E27FC236}">
                <a16:creationId xmlns:a16="http://schemas.microsoft.com/office/drawing/2014/main" id="{CF0BC07D-C38C-3B04-A816-435D42AC5BB0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917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Blume enthält.&#10;&#10;Automatisch generierte Beschreibung">
            <a:extLst>
              <a:ext uri="{FF2B5EF4-FFF2-40B4-BE49-F238E27FC236}">
                <a16:creationId xmlns:a16="http://schemas.microsoft.com/office/drawing/2014/main" id="{422B50DF-9CE6-8EE7-8665-2088A9FD0F0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44351" y="2881360"/>
            <a:ext cx="8503298" cy="1267720"/>
          </a:xfrm>
          <a:prstGeom prst="rect">
            <a:avLst/>
          </a:prstGeom>
        </p:spPr>
      </p:pic>
      <p:sp>
        <p:nvSpPr>
          <p:cNvPr id="4" name="MIO_AGENDA_LAST_SLIDE" hidden="1">
            <a:extLst>
              <a:ext uri="{FF2B5EF4-FFF2-40B4-BE49-F238E27FC236}">
                <a16:creationId xmlns:a16="http://schemas.microsoft.com/office/drawing/2014/main" id="{4DAD5D0A-FE19-B140-3A77-ECABE5A3FFEF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AF4A9C6-C3B9-461E-D738-B28EAF4B00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en-US"/>
              <a:t>March 2025</a:t>
            </a:r>
            <a:endParaRPr lang="en-US" dirty="0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3BA48D1D-A205-BF7E-C6FA-21F32106D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Foliennummernplatzhalter 4">
            <a:extLst>
              <a:ext uri="{FF2B5EF4-FFF2-40B4-BE49-F238E27FC236}">
                <a16:creationId xmlns:a16="http://schemas.microsoft.com/office/drawing/2014/main" id="{102A822C-15A1-56E7-1817-1E7C7D79E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8" name="MIO_AGENDA_IGNORE_CHAPTER_REFERENCE" hidden="1">
            <a:extLst>
              <a:ext uri="{FF2B5EF4-FFF2-40B4-BE49-F238E27FC236}">
                <a16:creationId xmlns:a16="http://schemas.microsoft.com/office/drawing/2014/main" id="{58F5DB44-9F15-9CCF-974D-6B21428DD25B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950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5.xml"/><Relationship Id="rId39" Type="http://schemas.openxmlformats.org/officeDocument/2006/relationships/image" Target="../media/image1.emf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1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4.xml"/><Relationship Id="rId33" Type="http://schemas.openxmlformats.org/officeDocument/2006/relationships/tags" Target="../tags/tag12.xml"/><Relationship Id="rId38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8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3.xml"/><Relationship Id="rId32" Type="http://schemas.openxmlformats.org/officeDocument/2006/relationships/tags" Target="../tags/tag11.xml"/><Relationship Id="rId37" Type="http://schemas.openxmlformats.org/officeDocument/2006/relationships/tags" Target="../tags/tag16.xml"/><Relationship Id="rId40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28" Type="http://schemas.openxmlformats.org/officeDocument/2006/relationships/tags" Target="../tags/tag7.xml"/><Relationship Id="rId36" Type="http://schemas.openxmlformats.org/officeDocument/2006/relationships/tags" Target="../tags/tag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Relationship Id="rId27" Type="http://schemas.openxmlformats.org/officeDocument/2006/relationships/tags" Target="../tags/tag6.xml"/><Relationship Id="rId30" Type="http://schemas.openxmlformats.org/officeDocument/2006/relationships/tags" Target="../tags/tag9.xml"/><Relationship Id="rId35" Type="http://schemas.openxmlformats.org/officeDocument/2006/relationships/tags" Target="../tags/tag14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think-cell data - do not delete" hidden="1">
            <a:extLst>
              <a:ext uri="{FF2B5EF4-FFF2-40B4-BE49-F238E27FC236}">
                <a16:creationId xmlns:a16="http://schemas.microsoft.com/office/drawing/2014/main" id="{122C232E-12AF-D5BC-BDF5-784811AEA7A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13420218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8" imgW="592" imgH="595" progId="TCLayout.ActiveDocument.1">
                  <p:embed/>
                </p:oleObj>
              </mc:Choice>
              <mc:Fallback>
                <p:oleObj name="think-cell Slide" r:id="rId38" imgW="592" imgH="59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B4AE0247-C7CF-1DCE-F08B-E24A4A92B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5" y="720000"/>
            <a:ext cx="8928625" cy="24622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altLang="zh-SG" dirty="0" err="1"/>
              <a:t>Mastertitelformat</a:t>
            </a:r>
            <a:r>
              <a:rPr lang="en-GB" altLang="zh-SG" dirty="0"/>
              <a:t> </a:t>
            </a:r>
            <a:r>
              <a:rPr lang="en-GB" altLang="zh-SG" dirty="0" err="1"/>
              <a:t>bearbeiten</a:t>
            </a:r>
            <a:endParaRPr lang="en-GB" altLang="zh-SG" dirty="0"/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F63E6158-CFC5-8C45-CBE1-542BF5B98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375" y="1340580"/>
            <a:ext cx="11233150" cy="482480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altLang="zh-SG" dirty="0" err="1"/>
              <a:t>Mastertextformat</a:t>
            </a:r>
            <a:r>
              <a:rPr lang="en-GB" altLang="zh-SG" dirty="0"/>
              <a:t> </a:t>
            </a:r>
            <a:r>
              <a:rPr lang="en-GB" altLang="zh-SG" dirty="0" err="1"/>
              <a:t>bearbeiten</a:t>
            </a:r>
            <a:endParaRPr lang="en-GB" altLang="zh-SG" dirty="0"/>
          </a:p>
          <a:p>
            <a:pPr lvl="1"/>
            <a:r>
              <a:rPr lang="en-GB" altLang="zh-SG" dirty="0" err="1"/>
              <a:t>Zweite</a:t>
            </a:r>
            <a:r>
              <a:rPr lang="en-GB" altLang="zh-SG" dirty="0"/>
              <a:t> Ebene</a:t>
            </a:r>
          </a:p>
          <a:p>
            <a:pPr lvl="2"/>
            <a:r>
              <a:rPr lang="en-GB" altLang="zh-SG" dirty="0" err="1"/>
              <a:t>Dritte</a:t>
            </a:r>
            <a:r>
              <a:rPr lang="en-GB" altLang="zh-SG" dirty="0"/>
              <a:t> Ebene</a:t>
            </a:r>
          </a:p>
          <a:p>
            <a:pPr lvl="3"/>
            <a:r>
              <a:rPr lang="en-GB" altLang="zh-SG" dirty="0" err="1"/>
              <a:t>Vierte</a:t>
            </a:r>
            <a:r>
              <a:rPr lang="en-GB" altLang="zh-SG" dirty="0"/>
              <a:t> Ebene</a:t>
            </a:r>
          </a:p>
          <a:p>
            <a:pPr lvl="4"/>
            <a:r>
              <a:rPr lang="en-GB" altLang="zh-SG" dirty="0" err="1"/>
              <a:t>Fünfte</a:t>
            </a:r>
            <a:r>
              <a:rPr lang="en-GB" altLang="zh-SG" dirty="0"/>
              <a:t> Ebene</a:t>
            </a:r>
          </a:p>
          <a:p>
            <a:pPr lvl="5"/>
            <a:r>
              <a:rPr lang="en-GB" altLang="zh-SG" dirty="0" err="1"/>
              <a:t>Sechste</a:t>
            </a:r>
            <a:r>
              <a:rPr lang="en-GB" altLang="zh-SG" dirty="0"/>
              <a:t> Ebene</a:t>
            </a:r>
          </a:p>
          <a:p>
            <a:pPr lvl="5"/>
            <a:r>
              <a:rPr lang="en-GB" altLang="zh-SG" dirty="0" err="1"/>
              <a:t>Siebte</a:t>
            </a:r>
            <a:r>
              <a:rPr lang="en-GB" altLang="zh-SG" dirty="0"/>
              <a:t> Ebene</a:t>
            </a:r>
          </a:p>
          <a:p>
            <a:pPr lvl="6"/>
            <a:r>
              <a:rPr lang="en-GB" altLang="zh-SG" dirty="0" err="1"/>
              <a:t>Achte</a:t>
            </a:r>
            <a:r>
              <a:rPr lang="en-GB" altLang="zh-SG" dirty="0"/>
              <a:t> Ebene</a:t>
            </a:r>
          </a:p>
          <a:p>
            <a:pPr lvl="7"/>
            <a:r>
              <a:rPr lang="en-GB" altLang="zh-SG" dirty="0" err="1"/>
              <a:t>Neunte</a:t>
            </a:r>
            <a:r>
              <a:rPr lang="en-GB" altLang="zh-SG" dirty="0"/>
              <a:t>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4003BE-6DC3-F50E-8C1A-EBCFCFF329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9422" y="6527607"/>
            <a:ext cx="1024616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 altLang="zh-SG" dirty="0"/>
              <a:t>March 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1FFEBC-917A-B186-8FB4-C0C5AA2B3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77743" y="6527607"/>
            <a:ext cx="5642208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altLang="zh-SG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5812E0-949B-A2D4-3D5D-95F4138023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527607"/>
            <a:ext cx="244484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610F28-5C11-4E52-A7B2-F9D693A74473}" type="slidenum">
              <a:rPr lang="en-GB" altLang="zh-SG"/>
              <a:t>‹#›</a:t>
            </a:fld>
            <a:endParaRPr lang="en-GB" altLang="zh-SG" dirty="0"/>
          </a:p>
        </p:txBody>
      </p:sp>
      <p:cxnSp>
        <p:nvCxnSpPr>
          <p:cNvPr id="7" name="Straight Connector 4">
            <a:extLst>
              <a:ext uri="{FF2B5EF4-FFF2-40B4-BE49-F238E27FC236}">
                <a16:creationId xmlns:a16="http://schemas.microsoft.com/office/drawing/2014/main" id="{DE171B75-AA2A-1DE1-5063-7F629FAEC120}"/>
              </a:ext>
            </a:extLst>
          </p:cNvPr>
          <p:cNvCxnSpPr/>
          <p:nvPr/>
        </p:nvCxnSpPr>
        <p:spPr bwMode="gray">
          <a:xfrm>
            <a:off x="616800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3">
            <a:extLst>
              <a:ext uri="{FF2B5EF4-FFF2-40B4-BE49-F238E27FC236}">
                <a16:creationId xmlns:a16="http://schemas.microsoft.com/office/drawing/2014/main" id="{599C3DDC-12C2-D485-0779-6C2AA6C59B53}"/>
              </a:ext>
            </a:extLst>
          </p:cNvPr>
          <p:cNvCxnSpPr/>
          <p:nvPr/>
        </p:nvCxnSpPr>
        <p:spPr bwMode="gray">
          <a:xfrm>
            <a:off x="602399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4">
            <a:extLst>
              <a:ext uri="{FF2B5EF4-FFF2-40B4-BE49-F238E27FC236}">
                <a16:creationId xmlns:a16="http://schemas.microsoft.com/office/drawing/2014/main" id="{49D31C59-0CE0-CD0D-46D5-30A339DFF80D}"/>
              </a:ext>
            </a:extLst>
          </p:cNvPr>
          <p:cNvCxnSpPr/>
          <p:nvPr/>
        </p:nvCxnSpPr>
        <p:spPr bwMode="gray">
          <a:xfrm>
            <a:off x="472784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6">
            <a:extLst>
              <a:ext uri="{FF2B5EF4-FFF2-40B4-BE49-F238E27FC236}">
                <a16:creationId xmlns:a16="http://schemas.microsoft.com/office/drawing/2014/main" id="{382DF3F6-648A-5219-3286-1A9B31D9025E}"/>
              </a:ext>
            </a:extLst>
          </p:cNvPr>
          <p:cNvCxnSpPr/>
          <p:nvPr/>
        </p:nvCxnSpPr>
        <p:spPr bwMode="gray">
          <a:xfrm>
            <a:off x="458383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8">
            <a:extLst>
              <a:ext uri="{FF2B5EF4-FFF2-40B4-BE49-F238E27FC236}">
                <a16:creationId xmlns:a16="http://schemas.microsoft.com/office/drawing/2014/main" id="{FE60D2AD-9196-8EA6-7138-6D25B70C2074}"/>
              </a:ext>
            </a:extLst>
          </p:cNvPr>
          <p:cNvCxnSpPr/>
          <p:nvPr/>
        </p:nvCxnSpPr>
        <p:spPr bwMode="gray">
          <a:xfrm>
            <a:off x="746415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9">
            <a:extLst>
              <a:ext uri="{FF2B5EF4-FFF2-40B4-BE49-F238E27FC236}">
                <a16:creationId xmlns:a16="http://schemas.microsoft.com/office/drawing/2014/main" id="{453EA128-1C2A-A4FB-5277-0BA073E26846}"/>
              </a:ext>
            </a:extLst>
          </p:cNvPr>
          <p:cNvCxnSpPr/>
          <p:nvPr/>
        </p:nvCxnSpPr>
        <p:spPr bwMode="gray">
          <a:xfrm>
            <a:off x="760816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5">
            <a:extLst>
              <a:ext uri="{FF2B5EF4-FFF2-40B4-BE49-F238E27FC236}">
                <a16:creationId xmlns:a16="http://schemas.microsoft.com/office/drawing/2014/main" id="{15F2A9CA-E629-47BC-93F1-95F2D581DEB0}"/>
              </a:ext>
            </a:extLst>
          </p:cNvPr>
          <p:cNvCxnSpPr/>
          <p:nvPr/>
        </p:nvCxnSpPr>
        <p:spPr bwMode="gray">
          <a:xfrm>
            <a:off x="32876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6">
            <a:extLst>
              <a:ext uri="{FF2B5EF4-FFF2-40B4-BE49-F238E27FC236}">
                <a16:creationId xmlns:a16="http://schemas.microsoft.com/office/drawing/2014/main" id="{47A675DF-6481-2754-9960-E602F8DF045A}"/>
              </a:ext>
            </a:extLst>
          </p:cNvPr>
          <p:cNvCxnSpPr/>
          <p:nvPr/>
        </p:nvCxnSpPr>
        <p:spPr bwMode="gray">
          <a:xfrm>
            <a:off x="31436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7">
            <a:extLst>
              <a:ext uri="{FF2B5EF4-FFF2-40B4-BE49-F238E27FC236}">
                <a16:creationId xmlns:a16="http://schemas.microsoft.com/office/drawing/2014/main" id="{26F9AF0D-FC9C-EDA9-165D-E982738ED0BC}"/>
              </a:ext>
            </a:extLst>
          </p:cNvPr>
          <p:cNvCxnSpPr/>
          <p:nvPr/>
        </p:nvCxnSpPr>
        <p:spPr bwMode="gray">
          <a:xfrm>
            <a:off x="18475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8">
            <a:extLst>
              <a:ext uri="{FF2B5EF4-FFF2-40B4-BE49-F238E27FC236}">
                <a16:creationId xmlns:a16="http://schemas.microsoft.com/office/drawing/2014/main" id="{865D49E9-1627-96D9-39EB-4D29B8085F05}"/>
              </a:ext>
            </a:extLst>
          </p:cNvPr>
          <p:cNvCxnSpPr/>
          <p:nvPr/>
        </p:nvCxnSpPr>
        <p:spPr bwMode="gray">
          <a:xfrm>
            <a:off x="17035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9">
            <a:extLst>
              <a:ext uri="{FF2B5EF4-FFF2-40B4-BE49-F238E27FC236}">
                <a16:creationId xmlns:a16="http://schemas.microsoft.com/office/drawing/2014/main" id="{DD19C659-2CCA-167E-4839-E983BDF66032}"/>
              </a:ext>
            </a:extLst>
          </p:cNvPr>
          <p:cNvCxnSpPr/>
          <p:nvPr/>
        </p:nvCxnSpPr>
        <p:spPr bwMode="gray">
          <a:xfrm>
            <a:off x="33536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40">
            <a:extLst>
              <a:ext uri="{FF2B5EF4-FFF2-40B4-BE49-F238E27FC236}">
                <a16:creationId xmlns:a16="http://schemas.microsoft.com/office/drawing/2014/main" id="{AC3427F3-C0B3-E03F-0BEA-CB6881C206D6}"/>
              </a:ext>
            </a:extLst>
          </p:cNvPr>
          <p:cNvCxnSpPr/>
          <p:nvPr/>
        </p:nvCxnSpPr>
        <p:spPr bwMode="gray">
          <a:xfrm>
            <a:off x="89043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41">
            <a:extLst>
              <a:ext uri="{FF2B5EF4-FFF2-40B4-BE49-F238E27FC236}">
                <a16:creationId xmlns:a16="http://schemas.microsoft.com/office/drawing/2014/main" id="{5F336E89-1DC8-AC90-8A12-FC854125D3DF}"/>
              </a:ext>
            </a:extLst>
          </p:cNvPr>
          <p:cNvCxnSpPr/>
          <p:nvPr/>
        </p:nvCxnSpPr>
        <p:spPr bwMode="gray">
          <a:xfrm>
            <a:off x="90483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42">
            <a:extLst>
              <a:ext uri="{FF2B5EF4-FFF2-40B4-BE49-F238E27FC236}">
                <a16:creationId xmlns:a16="http://schemas.microsoft.com/office/drawing/2014/main" id="{55C33C20-A074-D374-4C65-D4623B81230F}"/>
              </a:ext>
            </a:extLst>
          </p:cNvPr>
          <p:cNvCxnSpPr/>
          <p:nvPr/>
        </p:nvCxnSpPr>
        <p:spPr bwMode="gray">
          <a:xfrm>
            <a:off x="103444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43">
            <a:extLst>
              <a:ext uri="{FF2B5EF4-FFF2-40B4-BE49-F238E27FC236}">
                <a16:creationId xmlns:a16="http://schemas.microsoft.com/office/drawing/2014/main" id="{F242C792-3892-FFA4-6CDD-4D3118B03044}"/>
              </a:ext>
            </a:extLst>
          </p:cNvPr>
          <p:cNvCxnSpPr/>
          <p:nvPr/>
        </p:nvCxnSpPr>
        <p:spPr bwMode="gray">
          <a:xfrm>
            <a:off x="104884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44">
            <a:extLst>
              <a:ext uri="{FF2B5EF4-FFF2-40B4-BE49-F238E27FC236}">
                <a16:creationId xmlns:a16="http://schemas.microsoft.com/office/drawing/2014/main" id="{4C583551-ECC6-0561-061E-AD35E3D1FD10}"/>
              </a:ext>
            </a:extLst>
          </p:cNvPr>
          <p:cNvCxnSpPr/>
          <p:nvPr/>
        </p:nvCxnSpPr>
        <p:spPr bwMode="gray">
          <a:xfrm>
            <a:off x="1185664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9">
            <a:extLst>
              <a:ext uri="{FF2B5EF4-FFF2-40B4-BE49-F238E27FC236}">
                <a16:creationId xmlns:a16="http://schemas.microsoft.com/office/drawing/2014/main" id="{CF49800E-BCAE-FB1E-ED95-E5260B05D8D8}"/>
              </a:ext>
            </a:extLst>
          </p:cNvPr>
          <p:cNvCxnSpPr/>
          <p:nvPr/>
        </p:nvCxnSpPr>
        <p:spPr bwMode="gray">
          <a:xfrm>
            <a:off x="-240704" y="1340768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46">
            <a:extLst>
              <a:ext uri="{FF2B5EF4-FFF2-40B4-BE49-F238E27FC236}">
                <a16:creationId xmlns:a16="http://schemas.microsoft.com/office/drawing/2014/main" id="{B628D4CD-AD53-143F-5E1F-471804AF93EB}"/>
              </a:ext>
            </a:extLst>
          </p:cNvPr>
          <p:cNvCxnSpPr/>
          <p:nvPr/>
        </p:nvCxnSpPr>
        <p:spPr bwMode="gray">
          <a:xfrm>
            <a:off x="-240704" y="6309320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47">
            <a:extLst>
              <a:ext uri="{FF2B5EF4-FFF2-40B4-BE49-F238E27FC236}">
                <a16:creationId xmlns:a16="http://schemas.microsoft.com/office/drawing/2014/main" id="{5EDA6EEF-73CF-FE09-192B-F0717C466724}"/>
              </a:ext>
            </a:extLst>
          </p:cNvPr>
          <p:cNvCxnSpPr/>
          <p:nvPr/>
        </p:nvCxnSpPr>
        <p:spPr bwMode="gray">
          <a:xfrm>
            <a:off x="-240704" y="1628800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32">
            <a:extLst>
              <a:ext uri="{FF2B5EF4-FFF2-40B4-BE49-F238E27FC236}">
                <a16:creationId xmlns:a16="http://schemas.microsoft.com/office/drawing/2014/main" id="{F0C7867B-6061-845E-7919-B239A10F7E4C}"/>
              </a:ext>
            </a:extLst>
          </p:cNvPr>
          <p:cNvCxnSpPr/>
          <p:nvPr/>
        </p:nvCxnSpPr>
        <p:spPr bwMode="gray">
          <a:xfrm>
            <a:off x="63120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33">
            <a:extLst>
              <a:ext uri="{FF2B5EF4-FFF2-40B4-BE49-F238E27FC236}">
                <a16:creationId xmlns:a16="http://schemas.microsoft.com/office/drawing/2014/main" id="{994CF3DB-DC86-C820-E5C0-A4885BB0BD2A}"/>
              </a:ext>
            </a:extLst>
          </p:cNvPr>
          <p:cNvCxnSpPr/>
          <p:nvPr/>
        </p:nvCxnSpPr>
        <p:spPr bwMode="gray">
          <a:xfrm>
            <a:off x="487186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34">
            <a:extLst>
              <a:ext uri="{FF2B5EF4-FFF2-40B4-BE49-F238E27FC236}">
                <a16:creationId xmlns:a16="http://schemas.microsoft.com/office/drawing/2014/main" id="{46F789E4-1CA3-30F9-383D-4A47F4A93140}"/>
              </a:ext>
            </a:extLst>
          </p:cNvPr>
          <p:cNvCxnSpPr/>
          <p:nvPr/>
        </p:nvCxnSpPr>
        <p:spPr bwMode="gray">
          <a:xfrm>
            <a:off x="775218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45">
            <a:extLst>
              <a:ext uri="{FF2B5EF4-FFF2-40B4-BE49-F238E27FC236}">
                <a16:creationId xmlns:a16="http://schemas.microsoft.com/office/drawing/2014/main" id="{A15C04BC-E8AD-D67D-7A37-CE66BD8108D3}"/>
              </a:ext>
            </a:extLst>
          </p:cNvPr>
          <p:cNvCxnSpPr/>
          <p:nvPr/>
        </p:nvCxnSpPr>
        <p:spPr bwMode="gray">
          <a:xfrm>
            <a:off x="34317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48">
            <a:extLst>
              <a:ext uri="{FF2B5EF4-FFF2-40B4-BE49-F238E27FC236}">
                <a16:creationId xmlns:a16="http://schemas.microsoft.com/office/drawing/2014/main" id="{B2B1FFC2-A967-9992-BF92-539258A03BDF}"/>
              </a:ext>
            </a:extLst>
          </p:cNvPr>
          <p:cNvCxnSpPr/>
          <p:nvPr/>
        </p:nvCxnSpPr>
        <p:spPr bwMode="gray">
          <a:xfrm>
            <a:off x="19915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49">
            <a:extLst>
              <a:ext uri="{FF2B5EF4-FFF2-40B4-BE49-F238E27FC236}">
                <a16:creationId xmlns:a16="http://schemas.microsoft.com/office/drawing/2014/main" id="{02C3F396-ACB8-5666-11C9-65988885B904}"/>
              </a:ext>
            </a:extLst>
          </p:cNvPr>
          <p:cNvCxnSpPr/>
          <p:nvPr/>
        </p:nvCxnSpPr>
        <p:spPr bwMode="gray">
          <a:xfrm>
            <a:off x="91923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50">
            <a:extLst>
              <a:ext uri="{FF2B5EF4-FFF2-40B4-BE49-F238E27FC236}">
                <a16:creationId xmlns:a16="http://schemas.microsoft.com/office/drawing/2014/main" id="{C56B92D2-E114-4A46-6E6A-9267816179F5}"/>
              </a:ext>
            </a:extLst>
          </p:cNvPr>
          <p:cNvCxnSpPr/>
          <p:nvPr/>
        </p:nvCxnSpPr>
        <p:spPr bwMode="gray">
          <a:xfrm>
            <a:off x="106325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51">
            <a:extLst>
              <a:ext uri="{FF2B5EF4-FFF2-40B4-BE49-F238E27FC236}">
                <a16:creationId xmlns:a16="http://schemas.microsoft.com/office/drawing/2014/main" id="{B0901BAB-DBF3-B595-14E3-B41ED1629B56}"/>
              </a:ext>
            </a:extLst>
          </p:cNvPr>
          <p:cNvCxnSpPr/>
          <p:nvPr/>
        </p:nvCxnSpPr>
        <p:spPr bwMode="gray">
          <a:xfrm>
            <a:off x="58799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52">
            <a:extLst>
              <a:ext uri="{FF2B5EF4-FFF2-40B4-BE49-F238E27FC236}">
                <a16:creationId xmlns:a16="http://schemas.microsoft.com/office/drawing/2014/main" id="{3A3B61FA-2541-49C7-73A4-3C1EF58217D2}"/>
              </a:ext>
            </a:extLst>
          </p:cNvPr>
          <p:cNvCxnSpPr/>
          <p:nvPr/>
        </p:nvCxnSpPr>
        <p:spPr bwMode="gray">
          <a:xfrm>
            <a:off x="443981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53">
            <a:extLst>
              <a:ext uri="{FF2B5EF4-FFF2-40B4-BE49-F238E27FC236}">
                <a16:creationId xmlns:a16="http://schemas.microsoft.com/office/drawing/2014/main" id="{36F83073-0558-62B3-125A-6FD45FCDDB20}"/>
              </a:ext>
            </a:extLst>
          </p:cNvPr>
          <p:cNvCxnSpPr/>
          <p:nvPr/>
        </p:nvCxnSpPr>
        <p:spPr bwMode="gray">
          <a:xfrm>
            <a:off x="732013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54">
            <a:extLst>
              <a:ext uri="{FF2B5EF4-FFF2-40B4-BE49-F238E27FC236}">
                <a16:creationId xmlns:a16="http://schemas.microsoft.com/office/drawing/2014/main" id="{D27B1371-A90C-8CE2-C1ED-899641C034C0}"/>
              </a:ext>
            </a:extLst>
          </p:cNvPr>
          <p:cNvCxnSpPr/>
          <p:nvPr/>
        </p:nvCxnSpPr>
        <p:spPr bwMode="gray">
          <a:xfrm>
            <a:off x="29996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55">
            <a:extLst>
              <a:ext uri="{FF2B5EF4-FFF2-40B4-BE49-F238E27FC236}">
                <a16:creationId xmlns:a16="http://schemas.microsoft.com/office/drawing/2014/main" id="{D05E774B-D745-5462-63C2-3CEE39DCDB68}"/>
              </a:ext>
            </a:extLst>
          </p:cNvPr>
          <p:cNvCxnSpPr/>
          <p:nvPr/>
        </p:nvCxnSpPr>
        <p:spPr bwMode="gray">
          <a:xfrm>
            <a:off x="15594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56">
            <a:extLst>
              <a:ext uri="{FF2B5EF4-FFF2-40B4-BE49-F238E27FC236}">
                <a16:creationId xmlns:a16="http://schemas.microsoft.com/office/drawing/2014/main" id="{0D217093-6E4A-98BD-0D0D-CFCA771D7700}"/>
              </a:ext>
            </a:extLst>
          </p:cNvPr>
          <p:cNvCxnSpPr/>
          <p:nvPr/>
        </p:nvCxnSpPr>
        <p:spPr bwMode="gray">
          <a:xfrm>
            <a:off x="87602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57">
            <a:extLst>
              <a:ext uri="{FF2B5EF4-FFF2-40B4-BE49-F238E27FC236}">
                <a16:creationId xmlns:a16="http://schemas.microsoft.com/office/drawing/2014/main" id="{77FF41E2-5532-923D-472F-00CE8C2DF7CD}"/>
              </a:ext>
            </a:extLst>
          </p:cNvPr>
          <p:cNvCxnSpPr/>
          <p:nvPr/>
        </p:nvCxnSpPr>
        <p:spPr bwMode="gray">
          <a:xfrm>
            <a:off x="102004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58">
            <a:extLst>
              <a:ext uri="{FF2B5EF4-FFF2-40B4-BE49-F238E27FC236}">
                <a16:creationId xmlns:a16="http://schemas.microsoft.com/office/drawing/2014/main" id="{7B02F80F-A04A-0504-6EC3-B45183A5FBF3}"/>
              </a:ext>
            </a:extLst>
          </p:cNvPr>
          <p:cNvCxnSpPr/>
          <p:nvPr/>
        </p:nvCxnSpPr>
        <p:spPr bwMode="gray">
          <a:xfrm>
            <a:off x="4793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59">
            <a:extLst>
              <a:ext uri="{FF2B5EF4-FFF2-40B4-BE49-F238E27FC236}">
                <a16:creationId xmlns:a16="http://schemas.microsoft.com/office/drawing/2014/main" id="{E97FBD3C-9D11-1E33-9E58-1D0573868365}"/>
              </a:ext>
            </a:extLst>
          </p:cNvPr>
          <p:cNvCxnSpPr/>
          <p:nvPr/>
        </p:nvCxnSpPr>
        <p:spPr bwMode="gray">
          <a:xfrm>
            <a:off x="117126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60">
            <a:extLst>
              <a:ext uri="{FF2B5EF4-FFF2-40B4-BE49-F238E27FC236}">
                <a16:creationId xmlns:a16="http://schemas.microsoft.com/office/drawing/2014/main" id="{1E45FF18-04A9-3D6F-EF30-0FAECA8FC1E4}"/>
              </a:ext>
            </a:extLst>
          </p:cNvPr>
          <p:cNvCxnSpPr/>
          <p:nvPr/>
        </p:nvCxnSpPr>
        <p:spPr bwMode="gray">
          <a:xfrm>
            <a:off x="-240704" y="148478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61">
            <a:extLst>
              <a:ext uri="{FF2B5EF4-FFF2-40B4-BE49-F238E27FC236}">
                <a16:creationId xmlns:a16="http://schemas.microsoft.com/office/drawing/2014/main" id="{5AFA40FA-C41B-E7B6-C0B1-C30A59E469F0}"/>
              </a:ext>
            </a:extLst>
          </p:cNvPr>
          <p:cNvCxnSpPr/>
          <p:nvPr/>
        </p:nvCxnSpPr>
        <p:spPr bwMode="gray">
          <a:xfrm>
            <a:off x="-240704" y="616530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62">
            <a:extLst>
              <a:ext uri="{FF2B5EF4-FFF2-40B4-BE49-F238E27FC236}">
                <a16:creationId xmlns:a16="http://schemas.microsoft.com/office/drawing/2014/main" id="{1581303F-B3EC-8E1B-A1E1-7C8785710FF3}"/>
              </a:ext>
            </a:extLst>
          </p:cNvPr>
          <p:cNvCxnSpPr/>
          <p:nvPr/>
        </p:nvCxnSpPr>
        <p:spPr bwMode="gray">
          <a:xfrm>
            <a:off x="-240704" y="6021288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fik 44">
            <a:extLst>
              <a:ext uri="{FF2B5EF4-FFF2-40B4-BE49-F238E27FC236}">
                <a16:creationId xmlns:a16="http://schemas.microsoft.com/office/drawing/2014/main" id="{F9C4586C-AE10-4B41-CEAA-296FE383E6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0092526" y="477000"/>
            <a:ext cx="1620000" cy="181032"/>
          </a:xfrm>
          <a:prstGeom prst="rect">
            <a:avLst/>
          </a:prstGeom>
        </p:spPr>
      </p:pic>
      <p:sp>
        <p:nvSpPr>
          <p:cNvPr id="46" name="empower - DO NOT DELETE!!!">
            <a:extLst>
              <a:ext uri="{FF2B5EF4-FFF2-40B4-BE49-F238E27FC236}">
                <a16:creationId xmlns:a16="http://schemas.microsoft.com/office/drawing/2014/main" id="{07B13A24-35EF-1AFB-79B6-BBB95D9825B9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lvl="0" algn="ctr">
              <a:lnSpc>
                <a:spcPct val="120000"/>
              </a:lnSpc>
              <a:spcBef>
                <a:spcPts val="600"/>
              </a:spcBef>
            </a:pPr>
            <a:endParaRPr lang="en-GB" altLang="zh-SG" sz="1200" dirty="0">
              <a:solidFill>
                <a:schemeClr val="tx1"/>
              </a:solidFill>
            </a:endParaRPr>
          </a:p>
        </p:txBody>
      </p:sp>
      <p:sp>
        <p:nvSpPr>
          <p:cNvPr id="49" name="Rechteck 48" hidden="1">
            <a:extLst>
              <a:ext uri="{FF2B5EF4-FFF2-40B4-BE49-F238E27FC236}">
                <a16:creationId xmlns:a16="http://schemas.microsoft.com/office/drawing/2014/main" id="{1CC66FD3-DD42-DB8C-2390-847D71D42A73}"/>
              </a:ext>
            </a:extLst>
          </p:cNvPr>
          <p:cNvSpPr/>
          <p:nvPr userDrawn="1">
            <p:custDataLst>
              <p:tags r:id="rId25"/>
            </p:custDataLst>
          </p:nvPr>
        </p:nvSpPr>
        <p:spPr>
          <a:xfrm>
            <a:off x="9912526" y="297516"/>
            <a:ext cx="1980000" cy="51449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lvl="0" algn="ctr">
              <a:lnSpc>
                <a:spcPct val="120000"/>
              </a:lnSpc>
              <a:spcBef>
                <a:spcPts val="600"/>
              </a:spcBef>
            </a:pPr>
            <a:endParaRPr lang="en-GB" altLang="zh-SG" sz="1200" dirty="0">
              <a:solidFill>
                <a:schemeClr val="tx1"/>
              </a:solidFill>
            </a:endParaRPr>
          </a:p>
        </p:txBody>
      </p:sp>
      <p:cxnSp>
        <p:nvCxnSpPr>
          <p:cNvPr id="50" name="Straight Connector 4">
            <a:extLst>
              <a:ext uri="{FF2B5EF4-FFF2-40B4-BE49-F238E27FC236}">
                <a16:creationId xmlns:a16="http://schemas.microsoft.com/office/drawing/2014/main" id="{EE08DDD8-E0B8-ABA8-C961-4A5242777C9B}"/>
              </a:ext>
            </a:extLst>
          </p:cNvPr>
          <p:cNvCxnSpPr/>
          <p:nvPr userDrawn="1"/>
        </p:nvCxnSpPr>
        <p:spPr bwMode="gray">
          <a:xfrm>
            <a:off x="616800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23">
            <a:extLst>
              <a:ext uri="{FF2B5EF4-FFF2-40B4-BE49-F238E27FC236}">
                <a16:creationId xmlns:a16="http://schemas.microsoft.com/office/drawing/2014/main" id="{3A1A6A83-E41E-557C-AE8B-80240320AEEC}"/>
              </a:ext>
            </a:extLst>
          </p:cNvPr>
          <p:cNvCxnSpPr/>
          <p:nvPr userDrawn="1"/>
        </p:nvCxnSpPr>
        <p:spPr bwMode="gray">
          <a:xfrm>
            <a:off x="602399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24">
            <a:extLst>
              <a:ext uri="{FF2B5EF4-FFF2-40B4-BE49-F238E27FC236}">
                <a16:creationId xmlns:a16="http://schemas.microsoft.com/office/drawing/2014/main" id="{19D231A6-2314-6743-DCAE-8B228362CA30}"/>
              </a:ext>
            </a:extLst>
          </p:cNvPr>
          <p:cNvCxnSpPr/>
          <p:nvPr userDrawn="1"/>
        </p:nvCxnSpPr>
        <p:spPr bwMode="gray">
          <a:xfrm>
            <a:off x="472784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26">
            <a:extLst>
              <a:ext uri="{FF2B5EF4-FFF2-40B4-BE49-F238E27FC236}">
                <a16:creationId xmlns:a16="http://schemas.microsoft.com/office/drawing/2014/main" id="{3AAB3263-5EA9-579C-2A70-262BBC5A7B34}"/>
              </a:ext>
            </a:extLst>
          </p:cNvPr>
          <p:cNvCxnSpPr/>
          <p:nvPr userDrawn="1"/>
        </p:nvCxnSpPr>
        <p:spPr bwMode="gray">
          <a:xfrm>
            <a:off x="458383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28">
            <a:extLst>
              <a:ext uri="{FF2B5EF4-FFF2-40B4-BE49-F238E27FC236}">
                <a16:creationId xmlns:a16="http://schemas.microsoft.com/office/drawing/2014/main" id="{EAB77F55-2E10-7892-056B-E0F305FF49B5}"/>
              </a:ext>
            </a:extLst>
          </p:cNvPr>
          <p:cNvCxnSpPr/>
          <p:nvPr userDrawn="1"/>
        </p:nvCxnSpPr>
        <p:spPr bwMode="gray">
          <a:xfrm>
            <a:off x="746415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29">
            <a:extLst>
              <a:ext uri="{FF2B5EF4-FFF2-40B4-BE49-F238E27FC236}">
                <a16:creationId xmlns:a16="http://schemas.microsoft.com/office/drawing/2014/main" id="{6DAF9430-E864-CDAD-0DC9-AAE17E75EEF7}"/>
              </a:ext>
            </a:extLst>
          </p:cNvPr>
          <p:cNvCxnSpPr/>
          <p:nvPr userDrawn="1"/>
        </p:nvCxnSpPr>
        <p:spPr bwMode="gray">
          <a:xfrm>
            <a:off x="760816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35">
            <a:extLst>
              <a:ext uri="{FF2B5EF4-FFF2-40B4-BE49-F238E27FC236}">
                <a16:creationId xmlns:a16="http://schemas.microsoft.com/office/drawing/2014/main" id="{976FCB41-59CB-A93C-BDB7-5BDE4F04F5B3}"/>
              </a:ext>
            </a:extLst>
          </p:cNvPr>
          <p:cNvCxnSpPr/>
          <p:nvPr userDrawn="1"/>
        </p:nvCxnSpPr>
        <p:spPr bwMode="gray">
          <a:xfrm>
            <a:off x="32876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36">
            <a:extLst>
              <a:ext uri="{FF2B5EF4-FFF2-40B4-BE49-F238E27FC236}">
                <a16:creationId xmlns:a16="http://schemas.microsoft.com/office/drawing/2014/main" id="{3FB19D06-F322-E9C1-0343-8FDFE6124376}"/>
              </a:ext>
            </a:extLst>
          </p:cNvPr>
          <p:cNvCxnSpPr/>
          <p:nvPr userDrawn="1"/>
        </p:nvCxnSpPr>
        <p:spPr bwMode="gray">
          <a:xfrm>
            <a:off x="31436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37">
            <a:extLst>
              <a:ext uri="{FF2B5EF4-FFF2-40B4-BE49-F238E27FC236}">
                <a16:creationId xmlns:a16="http://schemas.microsoft.com/office/drawing/2014/main" id="{2BB1C7FE-6995-1E6A-0CEB-0329BEF6FB6A}"/>
              </a:ext>
            </a:extLst>
          </p:cNvPr>
          <p:cNvCxnSpPr/>
          <p:nvPr userDrawn="1"/>
        </p:nvCxnSpPr>
        <p:spPr bwMode="gray">
          <a:xfrm>
            <a:off x="18475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38">
            <a:extLst>
              <a:ext uri="{FF2B5EF4-FFF2-40B4-BE49-F238E27FC236}">
                <a16:creationId xmlns:a16="http://schemas.microsoft.com/office/drawing/2014/main" id="{3E572205-FF66-8A0C-4622-C2C0B703C844}"/>
              </a:ext>
            </a:extLst>
          </p:cNvPr>
          <p:cNvCxnSpPr/>
          <p:nvPr userDrawn="1"/>
        </p:nvCxnSpPr>
        <p:spPr bwMode="gray">
          <a:xfrm>
            <a:off x="17035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39">
            <a:extLst>
              <a:ext uri="{FF2B5EF4-FFF2-40B4-BE49-F238E27FC236}">
                <a16:creationId xmlns:a16="http://schemas.microsoft.com/office/drawing/2014/main" id="{AC921497-88A3-355B-8E4C-FCEC49046D21}"/>
              </a:ext>
            </a:extLst>
          </p:cNvPr>
          <p:cNvCxnSpPr/>
          <p:nvPr userDrawn="1"/>
        </p:nvCxnSpPr>
        <p:spPr bwMode="gray">
          <a:xfrm>
            <a:off x="33536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40">
            <a:extLst>
              <a:ext uri="{FF2B5EF4-FFF2-40B4-BE49-F238E27FC236}">
                <a16:creationId xmlns:a16="http://schemas.microsoft.com/office/drawing/2014/main" id="{5E30F394-E4F1-7965-A63E-8D69114D4837}"/>
              </a:ext>
            </a:extLst>
          </p:cNvPr>
          <p:cNvCxnSpPr/>
          <p:nvPr userDrawn="1"/>
        </p:nvCxnSpPr>
        <p:spPr bwMode="gray">
          <a:xfrm>
            <a:off x="89043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41">
            <a:extLst>
              <a:ext uri="{FF2B5EF4-FFF2-40B4-BE49-F238E27FC236}">
                <a16:creationId xmlns:a16="http://schemas.microsoft.com/office/drawing/2014/main" id="{9EB63C7A-3956-FF43-DBC8-AC876FC1EE79}"/>
              </a:ext>
            </a:extLst>
          </p:cNvPr>
          <p:cNvCxnSpPr/>
          <p:nvPr userDrawn="1"/>
        </p:nvCxnSpPr>
        <p:spPr bwMode="gray">
          <a:xfrm>
            <a:off x="90483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42">
            <a:extLst>
              <a:ext uri="{FF2B5EF4-FFF2-40B4-BE49-F238E27FC236}">
                <a16:creationId xmlns:a16="http://schemas.microsoft.com/office/drawing/2014/main" id="{715260CC-9329-D505-B50B-BB52D1763C80}"/>
              </a:ext>
            </a:extLst>
          </p:cNvPr>
          <p:cNvCxnSpPr/>
          <p:nvPr userDrawn="1"/>
        </p:nvCxnSpPr>
        <p:spPr bwMode="gray">
          <a:xfrm>
            <a:off x="103444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43">
            <a:extLst>
              <a:ext uri="{FF2B5EF4-FFF2-40B4-BE49-F238E27FC236}">
                <a16:creationId xmlns:a16="http://schemas.microsoft.com/office/drawing/2014/main" id="{C3523AB2-5A9A-2381-7691-48BFDAA7785E}"/>
              </a:ext>
            </a:extLst>
          </p:cNvPr>
          <p:cNvCxnSpPr/>
          <p:nvPr userDrawn="1"/>
        </p:nvCxnSpPr>
        <p:spPr bwMode="gray">
          <a:xfrm>
            <a:off x="104884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44">
            <a:extLst>
              <a:ext uri="{FF2B5EF4-FFF2-40B4-BE49-F238E27FC236}">
                <a16:creationId xmlns:a16="http://schemas.microsoft.com/office/drawing/2014/main" id="{D5241D39-FCC7-AAA8-47C7-98AC86D647BD}"/>
              </a:ext>
            </a:extLst>
          </p:cNvPr>
          <p:cNvCxnSpPr/>
          <p:nvPr userDrawn="1"/>
        </p:nvCxnSpPr>
        <p:spPr bwMode="gray">
          <a:xfrm>
            <a:off x="1185664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9">
            <a:extLst>
              <a:ext uri="{FF2B5EF4-FFF2-40B4-BE49-F238E27FC236}">
                <a16:creationId xmlns:a16="http://schemas.microsoft.com/office/drawing/2014/main" id="{32968F97-9B07-D1F1-A0B8-E8717B4B8CA3}"/>
              </a:ext>
            </a:extLst>
          </p:cNvPr>
          <p:cNvCxnSpPr/>
          <p:nvPr userDrawn="1"/>
        </p:nvCxnSpPr>
        <p:spPr bwMode="gray">
          <a:xfrm>
            <a:off x="-240704" y="1340768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46">
            <a:extLst>
              <a:ext uri="{FF2B5EF4-FFF2-40B4-BE49-F238E27FC236}">
                <a16:creationId xmlns:a16="http://schemas.microsoft.com/office/drawing/2014/main" id="{AC7F0241-1B60-B23F-3A25-A498892583AB}"/>
              </a:ext>
            </a:extLst>
          </p:cNvPr>
          <p:cNvCxnSpPr/>
          <p:nvPr userDrawn="1"/>
        </p:nvCxnSpPr>
        <p:spPr bwMode="gray">
          <a:xfrm>
            <a:off x="-240704" y="6309320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47">
            <a:extLst>
              <a:ext uri="{FF2B5EF4-FFF2-40B4-BE49-F238E27FC236}">
                <a16:creationId xmlns:a16="http://schemas.microsoft.com/office/drawing/2014/main" id="{ECDCBA83-AB55-A23F-6205-23BFAAA6FAD2}"/>
              </a:ext>
            </a:extLst>
          </p:cNvPr>
          <p:cNvCxnSpPr/>
          <p:nvPr userDrawn="1"/>
        </p:nvCxnSpPr>
        <p:spPr bwMode="gray">
          <a:xfrm>
            <a:off x="-240704" y="1628800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32">
            <a:extLst>
              <a:ext uri="{FF2B5EF4-FFF2-40B4-BE49-F238E27FC236}">
                <a16:creationId xmlns:a16="http://schemas.microsoft.com/office/drawing/2014/main" id="{A515F58C-26A7-EB92-E595-58FD7CF66BA6}"/>
              </a:ext>
            </a:extLst>
          </p:cNvPr>
          <p:cNvCxnSpPr/>
          <p:nvPr userDrawn="1"/>
        </p:nvCxnSpPr>
        <p:spPr bwMode="gray">
          <a:xfrm>
            <a:off x="63120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33">
            <a:extLst>
              <a:ext uri="{FF2B5EF4-FFF2-40B4-BE49-F238E27FC236}">
                <a16:creationId xmlns:a16="http://schemas.microsoft.com/office/drawing/2014/main" id="{1C9D756F-A538-E9D4-CC9A-5945279ECF21}"/>
              </a:ext>
            </a:extLst>
          </p:cNvPr>
          <p:cNvCxnSpPr/>
          <p:nvPr userDrawn="1"/>
        </p:nvCxnSpPr>
        <p:spPr bwMode="gray">
          <a:xfrm>
            <a:off x="487186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34">
            <a:extLst>
              <a:ext uri="{FF2B5EF4-FFF2-40B4-BE49-F238E27FC236}">
                <a16:creationId xmlns:a16="http://schemas.microsoft.com/office/drawing/2014/main" id="{9D370273-601A-66C9-15D5-54B5C7B8C67C}"/>
              </a:ext>
            </a:extLst>
          </p:cNvPr>
          <p:cNvCxnSpPr/>
          <p:nvPr userDrawn="1"/>
        </p:nvCxnSpPr>
        <p:spPr bwMode="gray">
          <a:xfrm>
            <a:off x="775218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45">
            <a:extLst>
              <a:ext uri="{FF2B5EF4-FFF2-40B4-BE49-F238E27FC236}">
                <a16:creationId xmlns:a16="http://schemas.microsoft.com/office/drawing/2014/main" id="{2E17C18E-3E08-C596-A53A-7EE153D2D439}"/>
              </a:ext>
            </a:extLst>
          </p:cNvPr>
          <p:cNvCxnSpPr/>
          <p:nvPr userDrawn="1"/>
        </p:nvCxnSpPr>
        <p:spPr bwMode="gray">
          <a:xfrm>
            <a:off x="34317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48">
            <a:extLst>
              <a:ext uri="{FF2B5EF4-FFF2-40B4-BE49-F238E27FC236}">
                <a16:creationId xmlns:a16="http://schemas.microsoft.com/office/drawing/2014/main" id="{FFF824E2-53C3-5B00-3CA4-5D04B9CAE4AD}"/>
              </a:ext>
            </a:extLst>
          </p:cNvPr>
          <p:cNvCxnSpPr/>
          <p:nvPr userDrawn="1"/>
        </p:nvCxnSpPr>
        <p:spPr bwMode="gray">
          <a:xfrm>
            <a:off x="19915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49">
            <a:extLst>
              <a:ext uri="{FF2B5EF4-FFF2-40B4-BE49-F238E27FC236}">
                <a16:creationId xmlns:a16="http://schemas.microsoft.com/office/drawing/2014/main" id="{1E1A7769-8D17-F295-8A57-110E63757D30}"/>
              </a:ext>
            </a:extLst>
          </p:cNvPr>
          <p:cNvCxnSpPr/>
          <p:nvPr userDrawn="1"/>
        </p:nvCxnSpPr>
        <p:spPr bwMode="gray">
          <a:xfrm>
            <a:off x="91923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50">
            <a:extLst>
              <a:ext uri="{FF2B5EF4-FFF2-40B4-BE49-F238E27FC236}">
                <a16:creationId xmlns:a16="http://schemas.microsoft.com/office/drawing/2014/main" id="{8B0803D1-FF58-5903-1E0E-282B389F8214}"/>
              </a:ext>
            </a:extLst>
          </p:cNvPr>
          <p:cNvCxnSpPr/>
          <p:nvPr userDrawn="1"/>
        </p:nvCxnSpPr>
        <p:spPr bwMode="gray">
          <a:xfrm>
            <a:off x="106325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51">
            <a:extLst>
              <a:ext uri="{FF2B5EF4-FFF2-40B4-BE49-F238E27FC236}">
                <a16:creationId xmlns:a16="http://schemas.microsoft.com/office/drawing/2014/main" id="{457612E9-6A06-2284-2E35-01420E9D1FA2}"/>
              </a:ext>
            </a:extLst>
          </p:cNvPr>
          <p:cNvCxnSpPr/>
          <p:nvPr userDrawn="1"/>
        </p:nvCxnSpPr>
        <p:spPr bwMode="gray">
          <a:xfrm>
            <a:off x="58799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52">
            <a:extLst>
              <a:ext uri="{FF2B5EF4-FFF2-40B4-BE49-F238E27FC236}">
                <a16:creationId xmlns:a16="http://schemas.microsoft.com/office/drawing/2014/main" id="{92EDCF37-557F-F7B3-3A79-9294CD9CD8CA}"/>
              </a:ext>
            </a:extLst>
          </p:cNvPr>
          <p:cNvCxnSpPr/>
          <p:nvPr userDrawn="1"/>
        </p:nvCxnSpPr>
        <p:spPr bwMode="gray">
          <a:xfrm>
            <a:off x="443981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53">
            <a:extLst>
              <a:ext uri="{FF2B5EF4-FFF2-40B4-BE49-F238E27FC236}">
                <a16:creationId xmlns:a16="http://schemas.microsoft.com/office/drawing/2014/main" id="{A2F77116-B730-8FFA-31AF-9CEE2CAE3B93}"/>
              </a:ext>
            </a:extLst>
          </p:cNvPr>
          <p:cNvCxnSpPr/>
          <p:nvPr userDrawn="1"/>
        </p:nvCxnSpPr>
        <p:spPr bwMode="gray">
          <a:xfrm>
            <a:off x="732013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54">
            <a:extLst>
              <a:ext uri="{FF2B5EF4-FFF2-40B4-BE49-F238E27FC236}">
                <a16:creationId xmlns:a16="http://schemas.microsoft.com/office/drawing/2014/main" id="{98028A3D-FB19-68AC-4A30-FD7AA781041E}"/>
              </a:ext>
            </a:extLst>
          </p:cNvPr>
          <p:cNvCxnSpPr/>
          <p:nvPr userDrawn="1"/>
        </p:nvCxnSpPr>
        <p:spPr bwMode="gray">
          <a:xfrm>
            <a:off x="29996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55">
            <a:extLst>
              <a:ext uri="{FF2B5EF4-FFF2-40B4-BE49-F238E27FC236}">
                <a16:creationId xmlns:a16="http://schemas.microsoft.com/office/drawing/2014/main" id="{7F0AB38E-D361-ADFE-178F-F0571A1C64CF}"/>
              </a:ext>
            </a:extLst>
          </p:cNvPr>
          <p:cNvCxnSpPr/>
          <p:nvPr userDrawn="1"/>
        </p:nvCxnSpPr>
        <p:spPr bwMode="gray">
          <a:xfrm>
            <a:off x="15594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56">
            <a:extLst>
              <a:ext uri="{FF2B5EF4-FFF2-40B4-BE49-F238E27FC236}">
                <a16:creationId xmlns:a16="http://schemas.microsoft.com/office/drawing/2014/main" id="{8ED96107-86D8-3FF8-7604-B44E5AEE107A}"/>
              </a:ext>
            </a:extLst>
          </p:cNvPr>
          <p:cNvCxnSpPr/>
          <p:nvPr userDrawn="1"/>
        </p:nvCxnSpPr>
        <p:spPr bwMode="gray">
          <a:xfrm>
            <a:off x="87602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57">
            <a:extLst>
              <a:ext uri="{FF2B5EF4-FFF2-40B4-BE49-F238E27FC236}">
                <a16:creationId xmlns:a16="http://schemas.microsoft.com/office/drawing/2014/main" id="{6BD228CC-8643-AAAF-6934-C03BEE2102AA}"/>
              </a:ext>
            </a:extLst>
          </p:cNvPr>
          <p:cNvCxnSpPr/>
          <p:nvPr userDrawn="1"/>
        </p:nvCxnSpPr>
        <p:spPr bwMode="gray">
          <a:xfrm>
            <a:off x="102004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58">
            <a:extLst>
              <a:ext uri="{FF2B5EF4-FFF2-40B4-BE49-F238E27FC236}">
                <a16:creationId xmlns:a16="http://schemas.microsoft.com/office/drawing/2014/main" id="{9F96A705-7F66-FBC4-4B60-F2BA12E308DA}"/>
              </a:ext>
            </a:extLst>
          </p:cNvPr>
          <p:cNvCxnSpPr/>
          <p:nvPr userDrawn="1"/>
        </p:nvCxnSpPr>
        <p:spPr bwMode="gray">
          <a:xfrm>
            <a:off x="4793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59">
            <a:extLst>
              <a:ext uri="{FF2B5EF4-FFF2-40B4-BE49-F238E27FC236}">
                <a16:creationId xmlns:a16="http://schemas.microsoft.com/office/drawing/2014/main" id="{B8D5531A-4602-B948-25A4-8733A9A19D52}"/>
              </a:ext>
            </a:extLst>
          </p:cNvPr>
          <p:cNvCxnSpPr/>
          <p:nvPr userDrawn="1"/>
        </p:nvCxnSpPr>
        <p:spPr bwMode="gray">
          <a:xfrm>
            <a:off x="117126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60">
            <a:extLst>
              <a:ext uri="{FF2B5EF4-FFF2-40B4-BE49-F238E27FC236}">
                <a16:creationId xmlns:a16="http://schemas.microsoft.com/office/drawing/2014/main" id="{D90D9BDD-A4F3-C0FC-1111-7FB6658E5DF3}"/>
              </a:ext>
            </a:extLst>
          </p:cNvPr>
          <p:cNvCxnSpPr/>
          <p:nvPr userDrawn="1"/>
        </p:nvCxnSpPr>
        <p:spPr bwMode="gray">
          <a:xfrm>
            <a:off x="-240704" y="148478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61">
            <a:extLst>
              <a:ext uri="{FF2B5EF4-FFF2-40B4-BE49-F238E27FC236}">
                <a16:creationId xmlns:a16="http://schemas.microsoft.com/office/drawing/2014/main" id="{CACA7169-32EC-BA50-ACB8-76143E3EBE6B}"/>
              </a:ext>
            </a:extLst>
          </p:cNvPr>
          <p:cNvCxnSpPr/>
          <p:nvPr userDrawn="1"/>
        </p:nvCxnSpPr>
        <p:spPr bwMode="gray">
          <a:xfrm>
            <a:off x="-240704" y="616530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62">
            <a:extLst>
              <a:ext uri="{FF2B5EF4-FFF2-40B4-BE49-F238E27FC236}">
                <a16:creationId xmlns:a16="http://schemas.microsoft.com/office/drawing/2014/main" id="{BCA51FDF-5595-58D6-553C-41891CEF7C41}"/>
              </a:ext>
            </a:extLst>
          </p:cNvPr>
          <p:cNvCxnSpPr/>
          <p:nvPr userDrawn="1"/>
        </p:nvCxnSpPr>
        <p:spPr bwMode="gray">
          <a:xfrm>
            <a:off x="-240704" y="6021288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empower - DO NOT DELETE!!!">
            <a:extLst>
              <a:ext uri="{FF2B5EF4-FFF2-40B4-BE49-F238E27FC236}">
                <a16:creationId xmlns:a16="http://schemas.microsoft.com/office/drawing/2014/main" id="{F7CFE3E2-DFEB-A7B2-C986-3995ABB91B22}"/>
              </a:ext>
            </a:extLst>
          </p:cNvPr>
          <p:cNvSpPr/>
          <p:nvPr userDrawn="1"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lvl="0" algn="ctr">
              <a:lnSpc>
                <a:spcPct val="120000"/>
              </a:lnSpc>
              <a:spcBef>
                <a:spcPts val="600"/>
              </a:spcBef>
            </a:pPr>
            <a:endParaRPr lang="en-GB" altLang="zh-SG" sz="1200" dirty="0">
              <a:solidFill>
                <a:schemeClr val="tx1"/>
              </a:solidFill>
            </a:endParaRPr>
          </a:p>
        </p:txBody>
      </p:sp>
      <p:sp>
        <p:nvSpPr>
          <p:cNvPr id="48" name="en (USA)" hidden="1">
            <a:extLst>
              <a:ext uri="{FF2B5EF4-FFF2-40B4-BE49-F238E27FC236}">
                <a16:creationId xmlns:a16="http://schemas.microsoft.com/office/drawing/2014/main" id="{C6210D07-7702-228D-D6D4-6A02250A8066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Sondermaschinenbau AG &amp; Co. KG – All rights reserved. |</a:t>
            </a:r>
            <a:endParaRPr lang="en-GB" altLang="zh-SG" dirty="0">
              <a:solidFill>
                <a:srgbClr val="878787"/>
              </a:solidFill>
            </a:endParaRPr>
          </a:p>
        </p:txBody>
      </p:sp>
      <p:sp>
        <p:nvSpPr>
          <p:cNvPr id="90" name="de" hidden="1">
            <a:extLst>
              <a:ext uri="{FF2B5EF4-FFF2-40B4-BE49-F238E27FC236}">
                <a16:creationId xmlns:a16="http://schemas.microsoft.com/office/drawing/2014/main" id="{F93F5F92-0B1E-0923-D808-9FC469D12DCE}"/>
              </a:ext>
            </a:extLst>
          </p:cNvPr>
          <p:cNvSpPr txBox="1"/>
          <p:nvPr userDrawn="1">
            <p:custDataLst>
              <p:tags r:id="rId28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de-DE" altLang="zh-SG">
                <a:solidFill>
                  <a:srgbClr val="878787"/>
                </a:solidFill>
              </a:rPr>
              <a:t>Copyright Schaeffler Sondermaschinenbau AG &amp; Co. KG, 2025 – Alle Rechte vorbehalten. |</a:t>
            </a:r>
            <a:endParaRPr lang="en-GB" altLang="zh-SG" dirty="0">
              <a:solidFill>
                <a:srgbClr val="878787"/>
              </a:solidFill>
            </a:endParaRPr>
          </a:p>
        </p:txBody>
      </p:sp>
      <p:sp>
        <p:nvSpPr>
          <p:cNvPr id="47" name="po" hidden="1">
            <a:extLst>
              <a:ext uri="{FF2B5EF4-FFF2-40B4-BE49-F238E27FC236}">
                <a16:creationId xmlns:a16="http://schemas.microsoft.com/office/drawing/2014/main" id="{11593875-C117-C1D0-80E2-1CFCB7239B12}"/>
              </a:ext>
            </a:extLst>
          </p:cNvPr>
          <p:cNvSpPr txBox="1"/>
          <p:nvPr userDrawn="1">
            <p:custDataLst>
              <p:tags r:id="rId29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pt-BR" altLang="zh-SG">
                <a:solidFill>
                  <a:srgbClr val="878787"/>
                </a:solidFill>
              </a:rPr>
              <a:t>Copyright Schaeffler Technologies AG &amp; Co. KG, 2025 – Todos os direitos reservados. |</a:t>
            </a:r>
            <a:endParaRPr lang="en-GB" altLang="zh-SG" dirty="0">
              <a:solidFill>
                <a:srgbClr val="878787"/>
              </a:solidFill>
            </a:endParaRPr>
          </a:p>
        </p:txBody>
      </p:sp>
      <p:sp>
        <p:nvSpPr>
          <p:cNvPr id="91" name="cn" hidden="1">
            <a:extLst>
              <a:ext uri="{FF2B5EF4-FFF2-40B4-BE49-F238E27FC236}">
                <a16:creationId xmlns:a16="http://schemas.microsoft.com/office/drawing/2014/main" id="{BB4EC6DB-3381-40A2-F1AB-8E4725A44F5C}"/>
              </a:ext>
            </a:extLst>
          </p:cNvPr>
          <p:cNvSpPr txBox="1"/>
          <p:nvPr userDrawn="1">
            <p:custDataLst>
              <p:tags r:id="rId30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zh-SG" altLang="de-DE">
                <a:solidFill>
                  <a:srgbClr val="878787"/>
                </a:solidFill>
              </a:rPr>
              <a:t>版权所有</a:t>
            </a:r>
            <a:r>
              <a:rPr lang="de-DE" altLang="zh-SG">
                <a:solidFill>
                  <a:srgbClr val="878787"/>
                </a:solidFill>
              </a:rPr>
              <a:t>Schaeffler Technologies AG &amp; Co. KG</a:t>
            </a:r>
            <a:r>
              <a:rPr lang="zh-SG" altLang="de-DE">
                <a:solidFill>
                  <a:srgbClr val="878787"/>
                </a:solidFill>
              </a:rPr>
              <a:t>保留所有权利</a:t>
            </a:r>
            <a:r>
              <a:rPr lang="de-DE" altLang="zh-SG">
                <a:solidFill>
                  <a:srgbClr val="878787"/>
                </a:solidFill>
              </a:rPr>
              <a:t>, </a:t>
            </a:r>
            <a:r>
              <a:rPr lang="zh-SG" altLang="de-DE">
                <a:solidFill>
                  <a:srgbClr val="878787"/>
                </a:solidFill>
              </a:rPr>
              <a:t>客户特殊要求</a:t>
            </a:r>
            <a:r>
              <a:rPr lang="de-DE" altLang="zh-SG">
                <a:solidFill>
                  <a:srgbClr val="878787"/>
                </a:solidFill>
              </a:rPr>
              <a:t>, </a:t>
            </a:r>
            <a:r>
              <a:rPr lang="zh-SG" altLang="de-DE">
                <a:solidFill>
                  <a:srgbClr val="878787"/>
                </a:solidFill>
              </a:rPr>
              <a:t>使用内部放行标准</a:t>
            </a:r>
            <a:r>
              <a:rPr lang="de-DE" altLang="zh-SG">
                <a:solidFill>
                  <a:srgbClr val="878787"/>
                </a:solidFill>
              </a:rPr>
              <a:t>. |</a:t>
            </a:r>
            <a:endParaRPr lang="en-GB" altLang="zh-SG" dirty="0">
              <a:solidFill>
                <a:srgbClr val="878787"/>
              </a:solidFill>
            </a:endParaRPr>
          </a:p>
        </p:txBody>
      </p:sp>
      <p:sp>
        <p:nvSpPr>
          <p:cNvPr id="92" name="en (UK)">
            <a:extLst>
              <a:ext uri="{FF2B5EF4-FFF2-40B4-BE49-F238E27FC236}">
                <a16:creationId xmlns:a16="http://schemas.microsoft.com/office/drawing/2014/main" id="{3EF96ECE-3444-736E-8752-EF205337AF16}"/>
              </a:ext>
            </a:extLst>
          </p:cNvPr>
          <p:cNvSpPr txBox="1"/>
          <p:nvPr userDrawn="1">
            <p:custDataLst>
              <p:tags r:id="rId31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 dirty="0">
                <a:solidFill>
                  <a:srgbClr val="878787"/>
                </a:solidFill>
              </a:rPr>
              <a:t>Copyright Schaeffler Technologies AG &amp; Co. KG, 2025 – All rights reserved. |</a:t>
            </a:r>
            <a:endParaRPr lang="en-GB" altLang="zh-SG" dirty="0">
              <a:solidFill>
                <a:srgbClr val="878787"/>
              </a:solidFill>
            </a:endParaRPr>
          </a:p>
        </p:txBody>
      </p:sp>
      <p:sp>
        <p:nvSpPr>
          <p:cNvPr id="93" name="en (CN, VR)" hidden="1">
            <a:extLst>
              <a:ext uri="{FF2B5EF4-FFF2-40B4-BE49-F238E27FC236}">
                <a16:creationId xmlns:a16="http://schemas.microsoft.com/office/drawing/2014/main" id="{7C96ECF6-8007-D3A1-0CD3-D3A2DE4EC741}"/>
              </a:ext>
            </a:extLst>
          </p:cNvPr>
          <p:cNvSpPr txBox="1"/>
          <p:nvPr userDrawn="1">
            <p:custDataLst>
              <p:tags r:id="rId32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Technologies AG &amp; Co. KG, 2025 – All rights reserved. |</a:t>
            </a:r>
            <a:endParaRPr lang="en-GB" altLang="zh-SG" dirty="0">
              <a:solidFill>
                <a:srgbClr val="878787"/>
              </a:solidFill>
            </a:endParaRPr>
          </a:p>
        </p:txBody>
      </p:sp>
      <p:sp>
        <p:nvSpPr>
          <p:cNvPr id="94" name="en (FR)" hidden="1">
            <a:extLst>
              <a:ext uri="{FF2B5EF4-FFF2-40B4-BE49-F238E27FC236}">
                <a16:creationId xmlns:a16="http://schemas.microsoft.com/office/drawing/2014/main" id="{6D8ED63D-2140-F1D8-00A5-4707802295E6}"/>
              </a:ext>
            </a:extLst>
          </p:cNvPr>
          <p:cNvSpPr txBox="1"/>
          <p:nvPr userDrawn="1">
            <p:custDataLst>
              <p:tags r:id="rId33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Technologies AG &amp; Co. KG, 2025 – All rights reserved. |</a:t>
            </a:r>
            <a:endParaRPr lang="en-GB" altLang="zh-SG" dirty="0">
              <a:solidFill>
                <a:srgbClr val="878787"/>
              </a:solidFill>
            </a:endParaRPr>
          </a:p>
        </p:txBody>
      </p:sp>
      <p:sp>
        <p:nvSpPr>
          <p:cNvPr id="95" name="en (RU)" hidden="1">
            <a:extLst>
              <a:ext uri="{FF2B5EF4-FFF2-40B4-BE49-F238E27FC236}">
                <a16:creationId xmlns:a16="http://schemas.microsoft.com/office/drawing/2014/main" id="{688AD97E-86EE-9957-155B-E9E878E3DD3B}"/>
              </a:ext>
            </a:extLst>
          </p:cNvPr>
          <p:cNvSpPr txBox="1"/>
          <p:nvPr userDrawn="1">
            <p:custDataLst>
              <p:tags r:id="rId34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Technologies AG &amp; Co. KG, 2025 – All rights reserved. |</a:t>
            </a:r>
            <a:endParaRPr lang="en-GB" altLang="zh-SG" dirty="0">
              <a:solidFill>
                <a:srgbClr val="878787"/>
              </a:solidFill>
            </a:endParaRPr>
          </a:p>
        </p:txBody>
      </p:sp>
      <p:sp>
        <p:nvSpPr>
          <p:cNvPr id="96" name="en (JPN)" hidden="1">
            <a:extLst>
              <a:ext uri="{FF2B5EF4-FFF2-40B4-BE49-F238E27FC236}">
                <a16:creationId xmlns:a16="http://schemas.microsoft.com/office/drawing/2014/main" id="{862E64FB-F6EC-141A-A145-513C5AE71A28}"/>
              </a:ext>
            </a:extLst>
          </p:cNvPr>
          <p:cNvSpPr txBox="1"/>
          <p:nvPr userDrawn="1">
            <p:custDataLst>
              <p:tags r:id="rId35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Technologies AG &amp; Co. KG, 2025 – All rights reserved. |</a:t>
            </a:r>
            <a:endParaRPr lang="en-GB" altLang="zh-SG" dirty="0">
              <a:solidFill>
                <a:srgbClr val="878787"/>
              </a:solidFill>
            </a:endParaRPr>
          </a:p>
        </p:txBody>
      </p:sp>
      <p:sp>
        <p:nvSpPr>
          <p:cNvPr id="97" name="en (ESP)" hidden="1">
            <a:extLst>
              <a:ext uri="{FF2B5EF4-FFF2-40B4-BE49-F238E27FC236}">
                <a16:creationId xmlns:a16="http://schemas.microsoft.com/office/drawing/2014/main" id="{4FBE9ACF-0374-8A06-15F6-19F04A6EEFEB}"/>
              </a:ext>
            </a:extLst>
          </p:cNvPr>
          <p:cNvSpPr txBox="1"/>
          <p:nvPr userDrawn="1">
            <p:custDataLst>
              <p:tags r:id="rId36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Technologies AG &amp; Co. KG, 2025 – All rights reserved. |</a:t>
            </a:r>
            <a:endParaRPr lang="en-GB" altLang="zh-SG" dirty="0">
              <a:solidFill>
                <a:srgbClr val="878787"/>
              </a:solidFill>
            </a:endParaRPr>
          </a:p>
        </p:txBody>
      </p:sp>
      <p:sp>
        <p:nvSpPr>
          <p:cNvPr id="88" name="empower - DO NOT DELETE!!!" hidden="1">
            <a:extLst>
              <a:ext uri="{FF2B5EF4-FFF2-40B4-BE49-F238E27FC236}">
                <a16:creationId xmlns:a16="http://schemas.microsoft.com/office/drawing/2014/main" id="{FB957308-AD3E-D492-B1A1-958C859A1C6B}"/>
              </a:ext>
            </a:extLst>
          </p:cNvPr>
          <p:cNvSpPr/>
          <p:nvPr userDrawn="1">
            <p:custDataLst>
              <p:tags r:id="rId37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GB" altLang="zh-SG" sz="1200" dirty="0">
              <a:solidFill>
                <a:schemeClr val="tx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1396F8F-2ED9-DEBE-4187-88F5B59C176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0387" y="6672580"/>
            <a:ext cx="4333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altLang="zh-SG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  <a:endParaRPr lang="en-GB" altLang="zh-SG" sz="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916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2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2" r:id="rId12"/>
    <p:sldLayoutId id="2147483813" r:id="rId13"/>
    <p:sldLayoutId id="2147483814" r:id="rId14"/>
    <p:sldLayoutId id="2147483815" r:id="rId15"/>
    <p:sldLayoutId id="2147483816" r:id="rId16"/>
    <p:sldLayoutId id="2147483817" r:id="rId17"/>
    <p:sldLayoutId id="2147483818" r:id="rId18"/>
    <p:sldLayoutId id="2147483823" r:id="rId19"/>
    <p:sldLayoutId id="2147483820" r:id="rId20"/>
    <p:sldLayoutId id="2147483821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v="urn:schemas-microsoft-com:vml" xmlns:p184="http://schemas.microsoft.com/office/powerpoint/2018/4/main" xmlns:p15="http://schemas.microsoft.com/office/powerpoint/2012/main" xmlns:asvg="http://schemas.microsoft.com/office/drawing/2016/SVG/main" xmlns:a16="http://schemas.microsoft.com/office/drawing/2014/main"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72800" indent="-172800" algn="l" defTabSz="914400" rtl="0" eaLnBrk="1" latinLnBrk="0" hangingPunct="1">
        <a:lnSpc>
          <a:spcPct val="120000"/>
        </a:lnSpc>
        <a:spcBef>
          <a:spcPts val="600"/>
        </a:spcBef>
        <a:buClr>
          <a:srgbClr val="237864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45600" indent="-172800" algn="l" defTabSz="914400" rtl="0" eaLnBrk="1" latinLnBrk="0" hangingPunct="1">
        <a:lnSpc>
          <a:spcPct val="120000"/>
        </a:lnSpc>
        <a:spcBef>
          <a:spcPts val="600"/>
        </a:spcBef>
        <a:buClr>
          <a:srgbClr val="23786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302" userDrawn="1">
          <p15:clr>
            <a:srgbClr val="F26B43"/>
          </p15:clr>
        </p15:guide>
        <p15:guide id="6" pos="7378" userDrawn="1">
          <p15:clr>
            <a:srgbClr val="F26B43"/>
          </p15:clr>
        </p15:guide>
        <p15:guide id="7" orient="horz" pos="843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1A254A8-8B23-8839-3EF7-60845F7C16F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8077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4A3FED77-E774-3563-6B9F-F4DC1540B9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CC0CBCDA-D62E-CA30-A908-9AE9C3725C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altLang="zh-SG" dirty="0"/>
          </a:p>
        </p:txBody>
      </p:sp>
      <p:sp>
        <p:nvSpPr>
          <p:cNvPr id="20" name="Untertitel 19">
            <a:extLst>
              <a:ext uri="{FF2B5EF4-FFF2-40B4-BE49-F238E27FC236}">
                <a16:creationId xmlns:a16="http://schemas.microsoft.com/office/drawing/2014/main" id="{AE8DA762-18E9-9865-1DC3-2EACBF22E6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altLang="zh-SG" dirty="0"/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637E6054-C2ED-C742-CEEA-4361DCB34D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altLang="zh-SG" dirty="0"/>
          </a:p>
        </p:txBody>
      </p:sp>
    </p:spTree>
    <p:extLst>
      <p:ext uri="{BB962C8B-B14F-4D97-AF65-F5344CB8AC3E}">
        <p14:creationId xmlns:p14="http://schemas.microsoft.com/office/powerpoint/2010/main" val="1419514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v="urn:schemas-microsoft-com:vml" xmlns:a16="http://schemas.microsoft.com/office/drawing/2014/main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>
            <a:extLst>
              <a:ext uri="{FF2B5EF4-FFF2-40B4-BE49-F238E27FC236}">
                <a16:creationId xmlns:a16="http://schemas.microsoft.com/office/drawing/2014/main" id="{557328F8-D53F-A7B9-8671-F2EC66E29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zh-SG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010F127C-71FA-4A7A-F106-CD588D18C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altLang="zh-SG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E8269666-35F8-DBEF-A15F-2CBEE10A52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altLang="zh-SG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01885017-797D-7544-8B38-411155B9CB1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 altLang="zh-SG" dirty="0"/>
          </a:p>
        </p:txBody>
      </p:sp>
    </p:spTree>
    <p:extLst>
      <p:ext uri="{BB962C8B-B14F-4D97-AF65-F5344CB8AC3E}">
        <p14:creationId xmlns:p14="http://schemas.microsoft.com/office/powerpoint/2010/main" val="2445597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067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IAAAAAAAAAAwAAAAMAAAAA/////wQAPwwAAAAAAAAAAAAAIAD///////////////8AAAD///////////////8DAAAAAw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QAAAACABAAC9DGhq+S0ipJha0KcN/Hm1YFAAAAAAADAAAAAwADAAAAAQADAAAAAAD///////8DAAEA////////BAAAAAMAEAALAm5ge4sezkO7LTtHDhdIIg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AMAAAAAAAAAAAAACAB////////////////AAAA////////////////BAAAAAM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aAAZMaW5rZWRTaGFwZXNEYXRhUHJvcGVydHlfMAUAAAAAAAQAAAADAAQAAAABAAQAAAAAAP///////w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NDGhq+S0ipJha0KcN/Hm1YDRGF0YQAbAAAABExpbmtlZFNoYXBlRGF0YQAFAAAAAAACTmFtZQAZAAAATGlua2VkU2hhcGVzRGF0YVByb3BlcnR5ABBWZXJzaW9uAAAAAAAJTGFzdFdyaXRlANABRBOLAQAAAAEA/////8YAxgAAAAVfaWQAEAAAAAQCbmB7ix7OQ7stO0cOF0giA0RhdGEAUwAAAAhQcmVzZW50YXRpb25TY2FubmVkRm9yTGlua2VkU2hhcGVzAAECTnVtYmVyRm9ybWF0U2VwYXJhdG9yTW9kZQAKAAAAQXV0b21hdGljAAACTmFtZQAkAAAATGlua2VkU2hhcGVQcmVzZW50YXRpb25TZXR0aW5nc0RhdGEAEFZlcnNpb24AAAAAAAlMYXN0V3JpdGUANQJEE4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  <p:tag name="MIO_CHANGETRACKING" val="true"/>
  <p:tag name="MIO_NATIVESECTIONS" val="﻿&lt;?xml version=&quot;1.0&quot; encoding=&quot;utf-8&quot;?&gt;&lt;ArrayOfNativeSection xmlns:xsi=&quot;http://www.w3.org/2001/XMLSchema-instance&quot; xmlns:xsd=&quot;http://www.w3.org/2001/XMLSchema&quot;&gt;&lt;NativeSection&gt;&lt;Name&gt;Standardabschnitt&lt;/Name&gt;&lt;FirstSlideIndex&gt;60&lt;/FirstSlideIndex&gt;&lt;SlidesCount&gt;14&lt;/SlidesCount&gt;&lt;SlideIDs /&gt;&lt;SlideGuids /&gt;&lt;/NativeSection&gt;&lt;/ArrayOfNativeSection&gt;"/>
  <p:tag name="COAUTHORING_SESSION_ID" val="99102612-61d8-4cf2-af98-0a4dbb7664a8"/>
  <p:tag name="UNDO_REDO_REVISION" val="6"/>
  <p:tag name="MIO_PRESENTATION_LANGUAGE" val="205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UPDATE" val="True"/>
  <p:tag name="MIO_SHOW_DATE" val="True"/>
  <p:tag name="MIO_SHOW_FOOTER" val="True"/>
  <p:tag name="MIO_SHOW_PAGENUMBER" val="True"/>
  <p:tag name="MIO_AVOID_BLANK_LAYOUT" val="True"/>
  <p:tag name="MIO_CD_LAYOUT_VALID_AREA" val="False"/>
  <p:tag name="MIO_PRESI_FIRST_SLIDENUMBER" val="1"/>
  <p:tag name="MIO_LASTEDITORNAME" val="haensch "/>
  <p:tag name="MIO_SKIPVERSION" val="01.01.0001 00:00:00"/>
  <p:tag name="MIO_MATCH_COLOR_SCHEME" val="True"/>
  <p:tag name="MIO_DBID" val="E0259410-156D-4F1A-B326-E95E43C8DB51"/>
  <p:tag name="MIO_FALLBACK_LAYOUT" val="7"/>
  <p:tag name="MIO_NUMBER_OF_VALID_LAYOUTS" val="22"/>
  <p:tag name="MIO_EKGUID" val="c6476605-5e77-479e-b465-e71c20aa6bf7"/>
  <p:tag name="MIO_EMBED_FONT" val="True"/>
  <p:tag name="MIO_VERSION" val="15.01.2024 11:06:04"/>
  <p:tag name="MIO_OBJECTNAME" val="240115_Schaeffler 2.0"/>
  <p:tag name="MIO_LASTDOWNLOADED" val="25.01.2024 08:00:07.032"/>
  <p:tag name="MIO_CDID" val="94cc635b-7ecc-4deb-9b4b-78c085535d7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UPDATE" val="True"/>
  <p:tag name="MIO_SHOW_DATE" val="True"/>
  <p:tag name="MIO_SHOW_FOOTER" val="True"/>
  <p:tag name="MIO_SHOW_PAGENUMBER" val="True"/>
  <p:tag name="MIO_AVOID_BLANK_LAYOUT" val="True"/>
  <p:tag name="MIO_CD_LAYOUT_VALID_AREA" val="False"/>
  <p:tag name="MIO_PRESI_FIRST_SLIDENUMBER" val="1"/>
  <p:tag name="MIO_LASTEDITORNAME" val="haensch "/>
  <p:tag name="MIO_SKIPVERSION" val="01.01.0001 00:00:00"/>
  <p:tag name="MIO_EMBED_FONT" val="False"/>
  <p:tag name="MIO_MATCH_COLOR_SCHEME" val="True"/>
  <p:tag name="MIO_EKGUID" val="7033f438-9fc3-44c6-81b6-7109f953a073"/>
  <p:tag name="MIO_DBID" val="E0259410-156D-4F1A-B326-E95E43C8DB51"/>
  <p:tag name="MIO_OBJECTNAME" val="231120_Schaeffler 2.0 _V3"/>
  <p:tag name="MIO_FALLBACK_LAYOUT" val="7"/>
  <p:tag name="MIO_NUMBER_OF_VALID_LAYOUTS" val="22"/>
  <p:tag name="MIO_VERSION" val="20.11.2023 12:55:50"/>
  <p:tag name="MIO_LASTDOWNLOADED" val="20.11.2023 13:55:59.731"/>
  <p:tag name="MIO_CDID" val="94cc635b-7ecc-4deb-9b4b-78c085535d7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en-US"/>
  <p:tag name="MIO_USER_INPUT_OPTIONS" val="Copyright Schaeffler Sondermaschinenbau AG &amp; Co. KG – All rights reserved. |;Copyright Schaeffler Technologies AG &amp; Co. KG, 2025 – All rights reserved. |;Copyright Schaeffler AG, 2025 – All rights reserved. |;Copyright Schaeffler Automotive Buehl GmbH &amp; Co. KG, 2025 – All rights reserved. |;Copyright Schaeffler Global Services Europe Sp. z o.o. 2025 – All rights reserved. |;Copyright Schaeffler Brasil Ltda., 2025 – All rights reserved. |;Copyright Schaeffler AP, 2025 – All rights reserved. |;Copyright Schaeffler Group USA, Inc., 2025 – All rights reserved. | ;Copyright Schaeffler Digital Solutions GmbH, 2025 – All rights reserved. |;Copyright Schaeffler Aerospace Germany GmbH &amp; Co. KG, 2025 – All rights reserved. |;Copyright Schaeffler Vehicle Lifetime Solutions USA LLC, 2025 – All rights reserved. |;Copyright Schaeffler Vehicle Lifetime Solutions Germany GmbH &amp; Co. KG, 2025 – All rights reserved. |;Copyright Schaeffler ByWire Technologie GmbH &amp; Co. KG, 2025 – All rights reserved. |; 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de-DE"/>
  <p:tag name="MIO_USER_INPUT_OPTIONS" val="Copyright Schaeffler Sondermaschinenbau AG &amp; Co. KG, 2025 – Alle Rechte vorbehalten. |;Copyright Schaeffler Technologies AG &amp; Co. KG, 2025 – Alle Rechte vorbehalten. |;Copyright Schaeffler AG, 2025 – Alle Rechte vorbehalten. |;Copyright Schaeffler Automotive Buehl GmbH &amp; Co. KG, 2025 – Alle Rechte vorbehalten. |;Copyright Schaeffler Global Services Europe Sp. z o.o. 2025 – Alle Rechte vorbehalten. |;Copyright Schaeffler Brasil Ltda., 2025 – Alle Rechte vorbehalten. |;Copyright Schaeffler AP, 2025 – Alle Rechte vorbehalten. |;Copyright Schaeffler Digital Solutions GmbH, 2025 – Alle Rechte vorbehalten. |;Copyright Schaeffler Aerospace Germany GmbH &amp; Co. KG, 2025 – Alle Rechte vorbehalten. |;Copyright Schaeffler Vehicle Lifetime Solutions Germany GmbH &amp; Co. KG, 2025 – Alle Rechte vorbehalten. |;Copyright Schaeffler ByWire Technologie GmbH &amp; Co. KG, 2025 – Alle Rechte vorbehalten. |;Copyright Schaeffler Immobilien AG &amp; Co.KG. – Alle Rechte vorbehalten. |; 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pt-PT"/>
  <p:tag name="MIO_USER_INPUT_OPTIONS" val="Copyright Schaeffler Technologies AG &amp; Co. KG, 2025 – Todos os direitos reservados. |;Copyright Schaeffler AG, 2025 – Todos os direitos reservados. |;Copyright Schaeffler Automotive Buehl GmbH &amp; Co. KG, 2025 – Todos os direitos reservados. |;Copyright Schaeffler Global Services Europe Sp. z o.o. 2025 – Todos os direitos reservados. |;Copyright Schaeffler Brasil Ltda., 2025 – Todos os direitos reservados. |;Copyright Schaeffler AP, 2025 – Todos os direitos reservados. |;Copyright Schaeffler Vehicle Lifetime Solutions Germany GmbH &amp; Co. KG, 2025 – Todos os direitos reservados. |; 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zh-SG"/>
  <p:tag name="MIO_USER_INPUT_OPTIONS" val="版权所有Schaeffler Holding (China) Co., Ltd. 保留所有权利, 客户特殊要求, 使用内部放行标准. |;版权所有Schaeffler AG保留所有权利, 客户特殊要求, 使用内部放行标准. |;版权所有Schaeffler Technologies AG &amp; Co. KG保留所有权利, 客户特殊要求, 使用内部放行标准. |;版权所有Schaeffler Automotive Buehl GmbH &amp; Co. KG保留所有权利, 客户特殊要求, 使用内部放行标准. |;版权所有 Schaeffler Global Services Europe Sp. z o.o. – 保留所有权利, 客户特殊要求，使用内部放行标准. |;版权所有Schaeffler Brasil Ltda.保留所有权利, 客户特殊要求，使用内部放行标准. |;版权所有Schaeffler AP,保留所有权利, 客户特殊要求，使用内部放行标准. |; 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en-GB"/>
  <p:tag name="MIO_USER_INPUT_OPTIONS" val=" Copyright Schaeffler Sondermaschinenbau AG &amp; Co. KG – All rights reserved. |;Copyright Schaeffler Technologies AG &amp; Co. KG, 2025 – All rights reserved. |;Copyright Schaeffler AG, 2025 – All rights reserved. |;Copyright Schaeffler Automotive Buehl GmbH &amp; Co. KG, 2025 – All rights reserved. |;Copyright Schaeffler Global Services Europe Sp. z o.o. 2025 – All rights reserved. |;Copyright Schaeffler Brasil Ltda., 2025 – All rights reserved. |;Copyright Schaeffler AP, 2025 – All rights reserved. |;Copyright Schaeffler Group USA, Inc., 2025 – All rights reserved. | ;Copyright Schaeffler Digital Solutions GmbH, 2025 – All rights reserved. |;Copyright Schaeffler Aerospace Germany GmbH &amp; Co. KG, 2025 – All rights reserved. |;Copyright Schaeffler Vehicle Lifetime Solutions Germany GmbH &amp; Co. KG, 2025 – All rights reserved. |;Copyright Schaeffler ByWire Technologie GmbH &amp; Co. KG, 2025 – All rights reserved. |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zh-CN"/>
  <p:tag name="MIO_USER_INPUT_OPTIONS" val="Copyright Schaeffler Technologies AG &amp; Co. KG, 2025 – All rights reserved. |;Copyright Schaeffler Holding (China) Co., Ltd., 2025 – All rights reserved. |;Copyright Schaeffler AG, 2025 – All rights reserved. |;Copyright Schaeffler Automotive Buehl GmbH &amp; Co. KG, 2025 – All rights reserved. |;Copyright Schaeffler Global Services Europe Sp. z o.o. 2025 – All rights reserved. |;Copyright Schaeffler Brasil Ltda., 2025 – All rights reserved. |;Copyright Schaeffler AP, 2025 – All rights reserved. |;Copyright Schaeffler Group USA, Inc., 2025 – All rights reserved. | ;Copyright Schaeffler Digital Solutions GmbH, 2025 – All rights reserved. |;Copyright Schaeffler Aerospace Germany GmbH &amp; Co. KG, 2025 – All rights reserved. |;Copyright Schaeffler Vehicle Lifetime Solutions Germany GmbH &amp; Co. KG, 2025 – All rights reserved. |;Copyright Schaeffler ByWire Technologie GmbH &amp; Co. KG, 2025 – All rights reserved. |; 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fr-FR"/>
  <p:tag name="MIO_USER_INPUT_OPTIONS" val="Copyright Schaeffler Technologies AG &amp; Co. KG, 2025 – All rights reserved. |;Copyright Schaeffler AG, 2025 – All rights reserved. |;Copyright Schaeffler Automotive Buehl GmbH &amp; Co. KG, 2025 – All rights reserved. |;Copyright Schaeffler Global Services Europe Sp. z o.o. 2025 – All rights reserved. |;Copyright Schaeffler Brasil Ltda., 2025 – All rights reserved. |;Copyright Schaeffler AP, 2025 – All rights reserved. |;Copyright Schaeffler Group USA, Inc., 2025 – All rights reserved. | ;Copyright Schaeffler Digital Solutions GmbH, 2025 – All rights reserved. |;Copyright Schaeffler Aerospace Germany GmbH &amp; Co. KG, 2025 – All rights reserved. |;Copyright Schaeffler Vehicle Lifetime Solutions Germany GmbH &amp; Co. KG, 2025 – All rights reserved. |;Copyright Schaeffler ByWire Technologie GmbH &amp; Co. KG, 2025 – All rights reserved. |; 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ru-RU"/>
  <p:tag name="MIO_USER_INPUT_OPTIONS" val="Copyright Schaeffler Technologies AG &amp; Co. KG, 2025 – All rights reserved. |;Copyright Schaeffler AG, 2025 – All rights reserved. |;Copyright Schaeffler Automotive Buehl GmbH &amp; Co. KG, 2025 – All rights reserved. |;Copyright Schaeffler Global Services Europe Sp. z o.o. 2025 – All rights reserved. |;Copyright Schaeffler Brasil Ltda., 2025 – All rights reserved. |;Copyright Schaeffler AP, 2025 – All rights reserved. |;Copyright Schaeffler Group USA, Inc., 2025 – All rights reserved. | ;Copyright Schaeffler Digital Solutions GmbH, 2025 – All rights reserved. |;Copyright Schaeffler Aerospace Germany GmbH &amp; Co. KG, 2025 – All rights reserved. |;Copyright Schaeffler Vehicle Lifetime Solutions Germany GmbH &amp; Co. KG, 2025 – All rights reserved. |;Copyright Schaeffler ByWire Technologie GmbH &amp; Co. KG, 2025 – All rights reserved. |; 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ja-JP"/>
  <p:tag name="MIO_USER_INPUT_OPTIONS" val="Copyright Schaeffler Technologies AG &amp; Co. KG, 2025 – All rights reserved. |;Copyright Schaeffler AG, 2025 – All rights reserved. |;Copyright Schaeffler Automotive Buehl GmbH &amp; Co. KG, 2025 – All rights reserved. |;Copyright Schaeffler Global Services Europe Sp. z o.o. 2025 – All rights reserved. |;Copyright Schaeffler Brasil Ltda., 2025 – All rights reserved. |;Copyright Schaeffler AP, 2025 – All rights reserved. |;Copyright Schaeffler Group USA, Inc., 2025 – All rights reserved. | ;Copyright Schaeffler Digital Solutions GmbH, 2025 – All rights reserved. |;Copyright Schaeffler Aerospace Germany GmbH &amp; Co. KG, 2025 – All rights reserved. |;Copyright Schaeffler Vehicle Lifetime Solutions Germany GmbH &amp; Co. KG, 2025 – All rights reserved. |;Copyright Schaeffler ByWire Technologie GmbH &amp; Co. KG, 2025 – All rights reserved. |; 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es-ES"/>
  <p:tag name="MIO_USER_INPUT_OPTIONS" val="Copyright Schaeffler Technologies AG &amp; Co. KG, 2025 – All rights reserved. |;Copyright Schaeffler AG, 2025 – All rights reserved. |;Copyright Schaeffler Automotive Buehl GmbH &amp; Co. KG, 2025 – All rights reserved. |;Copyright Schaeffler Global Services Europe Sp. z o.o. 2025 – All rights reserved. |;Copyright Schaeffler Brasil Ltda., 2025 – All rights reserved. |;Copyright Schaeffler AP, 2025 – All rights reserved. |;Copyright Schaeffler Group USA, Inc., 2025 – All rights reserved. | ;Copyright Schaeffler Digital Solutions GmbH, 2025 – All rights reserved. |;Copyright Schaeffler Aerospace Germany GmbH &amp; Co. KG, 2025 – All rights reserved. |;Copyright Schaeffler Vehicle Lifetime Solutions Germany GmbH &amp; Co. KG, 2025 – All rights reserved. |;Copyright Schaeffler ByWire Technologie GmbH &amp; Co. KG, 2025 – All rights reserved. |; 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FALLBACK_LAYOUT" val="7"/>
  <p:tag name="MIO_SHOW_FOOTER" val="False"/>
  <p:tag name="MIO_AVOID_BLANK_LAYOUT" val="True"/>
  <p:tag name="MIO_CD_LAYOUT_VALID_AREA" val="False"/>
  <p:tag name="MIO_NUMBER_OF_VALID_LAYOUTS" val="21"/>
  <p:tag name="MIO_DBID" val="E0259410-156D-4F1A-B326-E95E43C8DB51"/>
  <p:tag name="MIO_SHOW_DATE" val="True"/>
  <p:tag name="MIO_SHOW_PAGENUMBER" val="True"/>
  <p:tag name="MIO_MATCH_COLOR_SCHEME" val="True"/>
  <p:tag name="MIO_OBJECTNAME" val="Schaeffler Master"/>
  <p:tag name="MIO_EKGUID" val="16064225-d431-4d89-8319-b2b03cb591f4"/>
  <p:tag name="MIO_EMBED_FONT" val="False"/>
  <p:tag name="MIO_VERSION" val="16.05.2025 12:39:05"/>
  <p:tag name="MIO_LASTDOWNLOADED" val="26.05.2025 13:47:09.024"/>
  <p:tag name="MIO_CDID" val="94cc635b-7ecc-4deb-9b4b-78c085535d7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chaeffler Master 2024">
  <a:themeElements>
    <a:clrScheme name="Schaeffler 2024">
      <a:dk1>
        <a:srgbClr val="2C2C2C"/>
      </a:dk1>
      <a:lt1>
        <a:sysClr val="window" lastClr="FFFFFF"/>
      </a:lt1>
      <a:dk2>
        <a:srgbClr val="646464"/>
      </a:dk2>
      <a:lt2>
        <a:srgbClr val="EBEBEB"/>
      </a:lt2>
      <a:accent1>
        <a:srgbClr val="619685"/>
      </a:accent1>
      <a:accent2>
        <a:srgbClr val="AFC2C7"/>
      </a:accent2>
      <a:accent3>
        <a:srgbClr val="67898F"/>
      </a:accent3>
      <a:accent4>
        <a:srgbClr val="B5D384"/>
      </a:accent4>
      <a:accent5>
        <a:srgbClr val="20617C"/>
      </a:accent5>
      <a:accent6>
        <a:srgbClr val="94BF99"/>
      </a:accent6>
      <a:hlink>
        <a:srgbClr val="00893D"/>
      </a:hlink>
      <a:folHlink>
        <a:srgbClr val="00893D"/>
      </a:folHlink>
    </a:clrScheme>
    <a:fontScheme name="Schaeffler Font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BEBEB"/>
        </a:solidFill>
        <a:ln>
          <a:noFill/>
        </a:ln>
      </a:spPr>
      <a:bodyPr lIns="54000" tIns="72000" rIns="54000" bIns="72000" rtlCol="0" anchor="ctr"/>
      <a:lstStyle>
        <a:defPPr algn="ctr">
          <a:lnSpc>
            <a:spcPct val="120000"/>
          </a:lnSpc>
          <a:spcBef>
            <a:spcPts val="600"/>
          </a:spcBef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rnd">
          <a:solidFill>
            <a:srgbClr val="87878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20000"/>
          </a:lnSpc>
          <a:spcBef>
            <a:spcPts val="600"/>
          </a:spcBef>
          <a:defRPr sz="1200" dirty="0"/>
        </a:defPPr>
      </a:lstStyle>
    </a:txDef>
  </a:objectDefaults>
  <a:extraClrSchemeLst/>
  <a:custClrLst>
    <a:custClr name="Carbon 100 %">
      <a:srgbClr val="646464"/>
    </a:custClr>
    <a:custClr name="Forest 100 %">
      <a:srgbClr val="005E46"/>
    </a:custClr>
    <a:custClr name="Apple 100 %">
      <a:srgbClr val="A1C861"/>
    </a:custClr>
    <a:custClr name="Jade 100 %">
      <a:srgbClr val="73B281"/>
    </a:custClr>
    <a:custClr name="Navy 100 %">
      <a:srgbClr val="00445F"/>
    </a:custClr>
    <a:custClr name="Aqua 100 %">
      <a:srgbClr val="1C98B5"/>
    </a:custClr>
    <a:custClr name="Pigeon 100 %">
      <a:srgbClr val="476E75"/>
    </a:custClr>
    <a:custClr name="empty">
      <a:srgbClr val="FFFFFF"/>
    </a:custClr>
    <a:custClr name="Chili 100%">
      <a:srgbClr val="CB0B15"/>
    </a:custClr>
    <a:custClr name="Honey 100%">
      <a:srgbClr val="E9B300"/>
    </a:custClr>
    <a:custClr name="Carbon 80 %">
      <a:srgbClr val="878787"/>
    </a:custClr>
    <a:custClr name="Forest 80 %">
      <a:srgbClr val="237864"/>
    </a:custClr>
    <a:custClr name="Apple 80 %">
      <a:srgbClr val="B5D384"/>
    </a:custClr>
    <a:custClr name="Jade 80 %">
      <a:srgbClr val="94BF99"/>
    </a:custClr>
    <a:custClr name="Navy 80 %">
      <a:srgbClr val="20617C"/>
    </a:custClr>
    <a:custClr name="Aqua 80 %">
      <a:srgbClr val="60ABC4"/>
    </a:custClr>
    <a:custClr name="Pigeon 80 %">
      <a:srgbClr val="67898F"/>
    </a:custClr>
    <a:custClr name="empty">
      <a:srgbClr val="FFFFFF"/>
    </a:custClr>
    <a:custClr name="Chili 50%">
      <a:srgbClr val="E79278"/>
    </a:custClr>
    <a:custClr name="Honey 50%">
      <a:srgbClr val="F6D890"/>
    </a:custClr>
    <a:custClr name="Carbon 60 %">
      <a:srgbClr val="A8A8A8"/>
    </a:custClr>
    <a:custClr name="Forest 60 %">
      <a:srgbClr val="619685"/>
    </a:custClr>
    <a:custClr name="Apple 60 %">
      <a:srgbClr val="C9DEA5"/>
    </a:custClr>
    <a:custClr name="Jade 60 %">
      <a:srgbClr val="B2CFB3"/>
    </a:custClr>
    <a:custClr name="Navy 60 %">
      <a:srgbClr val="59839B"/>
    </a:custClr>
    <a:custClr name="Aqua 60 %">
      <a:srgbClr val="8CBFD3"/>
    </a:custClr>
    <a:custClr name="Pigeon 60 %">
      <a:srgbClr val="8BA6AB"/>
    </a:custClr>
    <a:custClr name="empty1">
      <a:srgbClr val="FFFFFF"/>
    </a:custClr>
    <a:custClr name="empty2">
      <a:srgbClr val="FFFFFF"/>
    </a:custClr>
    <a:custClr name="empty3">
      <a:srgbClr val="FFFFFF"/>
    </a:custClr>
    <a:custClr name="Carbon 40 %">
      <a:srgbClr val="C6C6C6"/>
    </a:custClr>
    <a:custClr name="Forest 40 %">
      <a:srgbClr val="95B7AB"/>
    </a:custClr>
    <a:custClr name="Apple 40 %">
      <a:srgbClr val="DCE9C5"/>
    </a:custClr>
    <a:custClr name="Jade 40 %">
      <a:srgbClr val="CDDFCD"/>
    </a:custClr>
    <a:custClr name="Navy 40 %">
      <a:srgbClr val="8DA8BC"/>
    </a:custClr>
    <a:custClr name="Aqua 40 %">
      <a:srgbClr val="B4D4E2"/>
    </a:custClr>
    <a:custClr name="Pigeon 40 %">
      <a:srgbClr val="AFC2C7"/>
    </a:custClr>
    <a:custClr name="Empty">
      <a:srgbClr val="FFFFFF"/>
    </a:custClr>
    <a:custClr name="Empty">
      <a:srgbClr val="FFFFFF"/>
    </a:custClr>
    <a:custClr name="Empty">
      <a:srgbClr val="FFFFFF"/>
    </a:custClr>
    <a:custClr name="Carbon 20 %">
      <a:srgbClr val="E3E3E3"/>
    </a:custClr>
    <a:custClr name="Forest 20 %">
      <a:srgbClr val="C9DAD4"/>
    </a:custClr>
    <a:custClr name="Apple 20 %">
      <a:srgbClr val="EDF4E3"/>
    </a:custClr>
    <a:custClr name="Jade 20 %">
      <a:srgbClr val="E7EFE6"/>
    </a:custClr>
    <a:custClr name="Navy 20 %">
      <a:srgbClr val="C4D1DD"/>
    </a:custClr>
    <a:custClr name="Aqua 20 %">
      <a:srgbClr val="D9E9F1"/>
    </a:custClr>
    <a:custClr name="Pigeon 20 %">
      <a:srgbClr val="D6E0E3"/>
    </a:custClr>
    <a:custClr name="Empty">
      <a:srgbClr val="FFFFFF"/>
    </a:custClr>
    <a:custClr name="Empty">
      <a:srgbClr val="FFFFFF"/>
    </a:custClr>
  </a:custClrLst>
  <a:extLst>
    <a:ext uri="{05A4C25C-085E-4340-85A3-A5531E510DB2}">
      <thm15:themeFamily xmlns:thm15="http://schemas.microsoft.com/office/thememl/2012/main" name="Default Theme.pptx" id="{E8683683-2784-4F03-A863-461CA72332AA}" vid="{7F45E816-8F0B-4F67-B171-C01172956B25}"/>
    </a:ext>
  </a:extLst>
</a:theme>
</file>

<file path=ppt/theme/theme2.xml><?xml version="1.0" encoding="utf-8"?>
<a:theme xmlns:a="http://schemas.openxmlformats.org/drawingml/2006/main" name="Office">
  <a:themeElements>
    <a:clrScheme name="Schaeffler 2024">
      <a:dk1>
        <a:srgbClr val="2C2C2C"/>
      </a:dk1>
      <a:lt1>
        <a:sysClr val="window" lastClr="FFFFFF"/>
      </a:lt1>
      <a:dk2>
        <a:srgbClr val="646464"/>
      </a:dk2>
      <a:lt2>
        <a:srgbClr val="EBEBEB"/>
      </a:lt2>
      <a:accent1>
        <a:srgbClr val="619685"/>
      </a:accent1>
      <a:accent2>
        <a:srgbClr val="AFC2C7"/>
      </a:accent2>
      <a:accent3>
        <a:srgbClr val="67898F"/>
      </a:accent3>
      <a:accent4>
        <a:srgbClr val="B5D384"/>
      </a:accent4>
      <a:accent5>
        <a:srgbClr val="20617C"/>
      </a:accent5>
      <a:accent6>
        <a:srgbClr val="94BF99"/>
      </a:accent6>
      <a:hlink>
        <a:srgbClr val="00893D"/>
      </a:hlink>
      <a:folHlink>
        <a:srgbClr val="00893D"/>
      </a:folHlink>
    </a:clrScheme>
    <a:fontScheme name="Schaeffler Font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061E03C184054880AE9095A945FEF4" ma:contentTypeVersion="14" ma:contentTypeDescription="Create a new document." ma:contentTypeScope="" ma:versionID="7ca62713cb803cccd58f841115ef5fc5">
  <xsd:schema xmlns:xsd="http://www.w3.org/2001/XMLSchema" xmlns:xs="http://www.w3.org/2001/XMLSchema" xmlns:p="http://schemas.microsoft.com/office/2006/metadata/properties" xmlns:ns2="ed14f2a8-8ba1-4234-8100-51d8e9363091" xmlns:ns3="54781b7d-4b8c-4ad4-8edb-261ce8bb64f9" targetNamespace="http://schemas.microsoft.com/office/2006/metadata/properties" ma:root="true" ma:fieldsID="222bc79e39902eb40b2a1b59681982db" ns2:_="" ns3:_="">
    <xsd:import namespace="ed14f2a8-8ba1-4234-8100-51d8e9363091"/>
    <xsd:import namespace="54781b7d-4b8c-4ad4-8edb-261ce8bb64f9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14f2a8-8ba1-4234-8100-51d8e9363091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c2afc90-c303-4008-b1a5-7d844ece0df9}" ma:internalName="TaxCatchAll" ma:showField="CatchAllData" ma:web="ed14f2a8-8ba1-4234-8100-51d8e93630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781b7d-4b8c-4ad4-8edb-261ce8bb64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58119dd-1553-4246-8b00-64009d6514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4781b7d-4b8c-4ad4-8edb-261ce8bb64f9">
      <Terms xmlns="http://schemas.microsoft.com/office/infopath/2007/PartnerControls"/>
    </lcf76f155ced4ddcb4097134ff3c332f>
    <TaxCatchAll xmlns="ed14f2a8-8ba1-4234-8100-51d8e9363091" xsi:nil="true"/>
    <_dlc_DocId xmlns="ed14f2a8-8ba1-4234-8100-51d8e9363091">OG49657-817384392-191</_dlc_DocId>
    <_dlc_DocIdUrl xmlns="ed14f2a8-8ba1-4234-8100-51d8e9363091">
      <Url>https://worksite.sharepoint.com/sites/OG_49657/_layouts/15/DocIdRedir.aspx?ID=OG49657-817384392-191</Url>
      <Description>OG49657-817384392-191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A690FD-3790-441B-B9D8-E119B68FB2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14f2a8-8ba1-4234-8100-51d8e9363091"/>
    <ds:schemaRef ds:uri="54781b7d-4b8c-4ad4-8edb-261ce8bb64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912680-0975-4B88-A779-6016ADC4B094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54781b7d-4b8c-4ad4-8edb-261ce8bb64f9"/>
    <ds:schemaRef ds:uri="http://purl.org/dc/terms/"/>
    <ds:schemaRef ds:uri="ed14f2a8-8ba1-4234-8100-51d8e9363091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FF49A9C-EE6C-4803-BB53-5FD78C2F17CB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B0E38EC9-1C3D-4909-8944-7222E6FE4D2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3</Words>
  <Application>Microsoft Office PowerPoint</Application>
  <PresentationFormat>Widescreen</PresentationFormat>
  <Paragraphs>3</Paragraphs>
  <Slides>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Noto Sans</vt:lpstr>
      <vt:lpstr>Noto Sans Black</vt:lpstr>
      <vt:lpstr>Symbol</vt:lpstr>
      <vt:lpstr>Schaeffler Master 2024</vt:lpstr>
      <vt:lpstr>think-cell Slide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Duong, Thi Quynh Nhi  SH/HZA-HAAGS</dc:creator>
  <cp:lastModifiedBy>Duong, Thi Quynh Nhi  SH/HZA-HAAGS</cp:lastModifiedBy>
  <cp:revision>1</cp:revision>
  <dcterms:created xsi:type="dcterms:W3CDTF">2026-09-01T14:40:08Z</dcterms:created>
  <dcterms:modified xsi:type="dcterms:W3CDTF">2026-09-01T14:40:44Z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0x01010071061E03C184054880AE9095A945FEF4</vt:lpwstr>
  </property>
  <property fmtid="{D5CDD505-2E9C-101B-9397-08002B2CF9AE}" pid="3" name="MediaServiceImageTags">
    <vt:lpwstr/>
  </property>
  <property fmtid="{D5CDD505-2E9C-101B-9397-08002B2CF9AE}" pid="4" name="_dlc_DocIdItemGuid">
    <vt:lpwstr>9d4d6d31-84c3-43cd-89ba-95a83286ba1a</vt:lpwstr>
  </property>
  <property fmtid="{D5CDD505-2E9C-101B-9397-08002B2CF9AE}" pid="5" name="MSIP_Label_f33c2d95-ffb8-4f09-8d49-eacb0a6220f7_Enabled">
    <vt:lpwstr>true</vt:lpwstr>
  </property>
  <property fmtid="{D5CDD505-2E9C-101B-9397-08002B2CF9AE}" pid="6" name="MSIP_Label_f33c2d95-ffb8-4f09-8d49-eacb0a6220f7_SetDate">
    <vt:lpwstr>2024-10-31T11:08:13Z</vt:lpwstr>
  </property>
  <property fmtid="{D5CDD505-2E9C-101B-9397-08002B2CF9AE}" pid="7" name="MSIP_Label_f33c2d95-ffb8-4f09-8d49-eacb0a6220f7_Method">
    <vt:lpwstr>Privileged</vt:lpwstr>
  </property>
  <property fmtid="{D5CDD505-2E9C-101B-9397-08002B2CF9AE}" pid="8" name="MSIP_Label_f33c2d95-ffb8-4f09-8d49-eacb0a6220f7_Name">
    <vt:lpwstr>Internal</vt:lpwstr>
  </property>
  <property fmtid="{D5CDD505-2E9C-101B-9397-08002B2CF9AE}" pid="9" name="MSIP_Label_f33c2d95-ffb8-4f09-8d49-eacb0a6220f7_SiteId">
    <vt:lpwstr>67416604-6509-4014-9859-45e709f53d3f</vt:lpwstr>
  </property>
  <property fmtid="{D5CDD505-2E9C-101B-9397-08002B2CF9AE}" pid="10" name="MSIP_Label_f33c2d95-ffb8-4f09-8d49-eacb0a6220f7_ActionId">
    <vt:lpwstr>f6eba2a8-efc6-4ee6-ae19-67f398b82bc0</vt:lpwstr>
  </property>
  <property fmtid="{D5CDD505-2E9C-101B-9397-08002B2CF9AE}" pid="11" name="MSIP_Label_f33c2d95-ffb8-4f09-8d49-eacb0a6220f7_ContentBits">
    <vt:lpwstr>2</vt:lpwstr>
  </property>
  <property fmtid="{D5CDD505-2E9C-101B-9397-08002B2CF9AE}" pid="12" name="ClassificationContentMarkingFooterLocations">
    <vt:lpwstr>Schaeffler Master 2024:101</vt:lpwstr>
  </property>
  <property fmtid="{D5CDD505-2E9C-101B-9397-08002B2CF9AE}" pid="13" name="ClassificationContentMarkingFooterText">
    <vt:lpwstr>INTERNAL</vt:lpwstr>
  </property>
</Properties>
</file>